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2" r:id="rId5"/>
    <p:sldMasterId id="214748368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1C42C23-20F3-492B-B4F4-D7D772FA7ADC}">
  <a:tblStyle styleId="{51C42C23-20F3-492B-B4F4-D7D772FA7ADC}" styleName="Table_0">
    <a:wholeTbl>
      <a:tcTxStyle b="off" i="off">
        <a:font>
          <a:latin typeface="Amazon Ember Light"/>
          <a:ea typeface="Amazon Ember Light"/>
          <a:cs typeface="Amazon Ember Light"/>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A6F68D7-E7E8-4AA1-9F8E-B9C1E9A7239E}" styleName="Table_1">
    <a:wholeTbl>
      <a:tcTxStyle b="off" i="off">
        <a:font>
          <a:latin typeface="Amazon Ember Light"/>
          <a:ea typeface="Amazon Ember Light"/>
          <a:cs typeface="Amazon Ember Ligh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7E8"/>
          </a:solidFill>
        </a:fill>
      </a:tcStyle>
    </a:wholeTbl>
    <a:band1H>
      <a:tcTxStyle/>
      <a:tcStyle>
        <a:fill>
          <a:solidFill>
            <a:srgbClr val="CBCCCD"/>
          </a:solidFill>
        </a:fill>
      </a:tcStyle>
    </a:band1H>
    <a:band2H>
      <a:tcTxStyle/>
    </a:band2H>
    <a:band1V>
      <a:tcTxStyle/>
      <a:tcStyle>
        <a:fill>
          <a:solidFill>
            <a:srgbClr val="CBCCCD"/>
          </a:solidFill>
        </a:fill>
      </a:tcStyle>
    </a:band1V>
    <a:band2V>
      <a:tcTxStyle/>
    </a:band2V>
    <a:lastCol>
      <a:tcTxStyle b="on" i="off">
        <a:font>
          <a:latin typeface="Amazon Ember Light"/>
          <a:ea typeface="Amazon Ember Light"/>
          <a:cs typeface="Amazon Ember Light"/>
        </a:font>
        <a:schemeClr val="lt1"/>
      </a:tcTxStyle>
      <a:tcStyle>
        <a:fill>
          <a:solidFill>
            <a:schemeClr val="accent1"/>
          </a:solidFill>
        </a:fill>
      </a:tcStyle>
    </a:lastCol>
    <a:firstCol>
      <a:tcTxStyle b="on" i="off">
        <a:font>
          <a:latin typeface="Amazon Ember Light"/>
          <a:ea typeface="Amazon Ember Light"/>
          <a:cs typeface="Amazon Ember Light"/>
        </a:font>
        <a:schemeClr val="lt1"/>
      </a:tcTxStyle>
      <a:tcStyle>
        <a:fill>
          <a:solidFill>
            <a:schemeClr val="accent1"/>
          </a:solidFill>
        </a:fill>
      </a:tcStyle>
    </a:firstCol>
    <a:lastRow>
      <a:tcTxStyle b="on" i="off">
        <a:font>
          <a:latin typeface="Amazon Ember Light"/>
          <a:ea typeface="Amazon Ember Light"/>
          <a:cs typeface="Amazon Ember Ligh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mazon Ember Light"/>
          <a:ea typeface="Amazon Ember Light"/>
          <a:cs typeface="Amazon Ember Ligh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about:blank" TargetMode="External"/><Relationship Id="rId3" Type="http://schemas.openxmlformats.org/officeDocument/2006/relationships/hyperlink" Target="https://www.youtube.com/watch?v=1A-Nf3QIJjM"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aws.amazon.com/rekognition/latest/customlabels-dg/cd-manifest-files.html"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aws.amazon.com/rekognition/latest/dg/API_CustomLabel"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aws.amazon.com/rekognition/latest/dg/what-is.html" TargetMode="External"/><Relationship Id="rId3" Type="http://schemas.openxmlformats.org/officeDocument/2006/relationships/hyperlink" Target="https://aws.amazon.com/blogs/aws/launch-welcoming-amazon-rekognition-video-service/" TargetMode="External"/><Relationship Id="rId4" Type="http://schemas.openxmlformats.org/officeDocument/2006/relationships/hyperlink" Target="https://aws.amazon.com/blogs/aws/launch-welcoming-amazon-rekognition-video-service/" TargetMode="External"/><Relationship Id="rId5" Type="http://schemas.openxmlformats.org/officeDocument/2006/relationships/hyperlink" Target="https://aws.amazon.com/blogs/machine-learning/classify-a-large-number-of-images-with-amazon-rekognition-and-aws-batch/" TargetMode="Externa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d628dc353c_4_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g2d628dc353c_4_1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lang="es-419" sz="1100">
                <a:latin typeface="Arial"/>
                <a:ea typeface="Arial"/>
                <a:cs typeface="Arial"/>
                <a:sym typeface="Arial"/>
              </a:rPr>
              <a:t>Bienvenido al Módulo 5: Introducción a la visión artificial.</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d628dc353c_4_2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g2d628dc353c_4_201:notes"/>
          <p:cNvSpPr txBox="1"/>
          <p:nvPr>
            <p:ph idx="1" type="body"/>
          </p:nvPr>
        </p:nvSpPr>
        <p:spPr>
          <a:xfrm>
            <a:off x="685800" y="4400549"/>
            <a:ext cx="5486400" cy="443626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sz="1100">
                <a:solidFill>
                  <a:schemeClr val="dk1"/>
                </a:solidFill>
                <a:latin typeface="Arial"/>
                <a:ea typeface="Arial"/>
                <a:cs typeface="Arial"/>
                <a:sym typeface="Arial"/>
              </a:rPr>
              <a:t>En este módulo, se abordarán los siguientes temas:</a:t>
            </a:r>
            <a:endParaRPr/>
          </a:p>
          <a:p>
            <a:pPr indent="0" lvl="0" marL="0" rtl="0" algn="l">
              <a:spcBef>
                <a:spcPts val="0"/>
              </a:spcBef>
              <a:spcAft>
                <a:spcPts val="0"/>
              </a:spcAft>
              <a:buNone/>
            </a:pPr>
            <a:r>
              <a:t/>
            </a:r>
            <a:endParaRPr sz="1100">
              <a:solidFill>
                <a:schemeClr val="dk1"/>
              </a:solidFill>
              <a:latin typeface="Arial"/>
              <a:ea typeface="Arial"/>
              <a:cs typeface="Arial"/>
              <a:sym typeface="Arial"/>
            </a:endParaRPr>
          </a:p>
          <a:p>
            <a:pPr indent="-457200" lvl="0" marL="457200" rtl="0" algn="l">
              <a:spcBef>
                <a:spcPts val="1800"/>
              </a:spcBef>
              <a:spcAft>
                <a:spcPts val="0"/>
              </a:spcAft>
              <a:buClr>
                <a:schemeClr val="dk1"/>
              </a:buClr>
              <a:buSzPts val="1100"/>
              <a:buFont typeface="Calibri"/>
              <a:buAutoNum type="arabicPeriod"/>
            </a:pPr>
            <a:r>
              <a:rPr lang="es-419" sz="1100">
                <a:latin typeface="Arial"/>
                <a:ea typeface="Arial"/>
                <a:cs typeface="Arial"/>
                <a:sym typeface="Arial"/>
              </a:rPr>
              <a:t>Introducción a la visión artificial</a:t>
            </a:r>
            <a:endParaRPr/>
          </a:p>
          <a:p>
            <a:pPr indent="-457200" lvl="0" marL="457200" rtl="0" algn="l">
              <a:spcBef>
                <a:spcPts val="1800"/>
              </a:spcBef>
              <a:spcAft>
                <a:spcPts val="0"/>
              </a:spcAft>
              <a:buClr>
                <a:schemeClr val="dk1"/>
              </a:buClr>
              <a:buSzPts val="1100"/>
              <a:buFont typeface="Calibri"/>
              <a:buAutoNum type="arabicPeriod"/>
            </a:pPr>
            <a:r>
              <a:rPr lang="es-419" sz="1100">
                <a:latin typeface="Arial"/>
                <a:ea typeface="Arial"/>
                <a:cs typeface="Arial"/>
                <a:sym typeface="Arial"/>
              </a:rPr>
              <a:t>Análisis de imagen y video</a:t>
            </a:r>
            <a:endParaRPr/>
          </a:p>
          <a:p>
            <a:pPr indent="-457200" lvl="0" marL="457200" rtl="0" algn="l">
              <a:spcBef>
                <a:spcPts val="1800"/>
              </a:spcBef>
              <a:spcAft>
                <a:spcPts val="0"/>
              </a:spcAft>
              <a:buClr>
                <a:schemeClr val="dk1"/>
              </a:buClr>
              <a:buSzPts val="1100"/>
              <a:buFont typeface="Calibri"/>
              <a:buAutoNum type="arabicPeriod"/>
            </a:pPr>
            <a:r>
              <a:rPr lang="es-419" sz="1100">
                <a:latin typeface="Arial"/>
                <a:ea typeface="Arial"/>
                <a:cs typeface="Arial"/>
                <a:sym typeface="Arial"/>
              </a:rPr>
              <a:t>Preparación de conjuntos de datos personalizados para la detección de objetos</a:t>
            </a:r>
            <a:endParaRPr/>
          </a:p>
          <a:p>
            <a:pPr indent="-457200" lvl="0" marL="457200" rtl="0" algn="l">
              <a:spcBef>
                <a:spcPts val="1800"/>
              </a:spcBef>
              <a:spcAft>
                <a:spcPts val="0"/>
              </a:spcAft>
              <a:buClr>
                <a:schemeClr val="dk1"/>
              </a:buClr>
              <a:buSzPts val="1100"/>
              <a:buFont typeface="Calibri"/>
              <a:buAutoNum type="arabicPeriod"/>
            </a:pPr>
            <a:r>
              <a:rPr lang="es-419" sz="1100">
                <a:latin typeface="Arial"/>
                <a:ea typeface="Arial"/>
                <a:cs typeface="Arial"/>
                <a:sym typeface="Arial"/>
              </a:rPr>
              <a:t>Laboratorio guiado: Reconocimiento facial</a:t>
            </a:r>
            <a:endParaRPr/>
          </a:p>
          <a:p>
            <a:pPr indent="-457200" lvl="0" marL="457200" rtl="0" algn="l">
              <a:spcBef>
                <a:spcPts val="1800"/>
              </a:spcBef>
              <a:spcAft>
                <a:spcPts val="0"/>
              </a:spcAft>
              <a:buClr>
                <a:schemeClr val="dk1"/>
              </a:buClr>
              <a:buSzPts val="1100"/>
              <a:buFont typeface="Calibri"/>
              <a:buAutoNum type="arabicPeriod"/>
            </a:pPr>
            <a:r>
              <a:rPr lang="es-419" sz="1100">
                <a:latin typeface="Arial"/>
                <a:ea typeface="Arial"/>
                <a:cs typeface="Arial"/>
                <a:sym typeface="Arial"/>
              </a:rPr>
              <a:t>Conclusión del módulo</a:t>
            </a:r>
            <a:endParaRPr/>
          </a:p>
          <a:p>
            <a:pPr indent="0" lvl="0" marL="0" rtl="0" algn="l">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419" sz="1100">
                <a:solidFill>
                  <a:schemeClr val="dk1"/>
                </a:solidFill>
                <a:latin typeface="Arial"/>
                <a:ea typeface="Arial"/>
                <a:cs typeface="Arial"/>
                <a:sym typeface="Arial"/>
              </a:rPr>
              <a:t>El módulo incluye demostraciones dirigidas por un educador que muestran cómo Amazon Rekognition puede evaluar las imágenes y los videos y cómo utilizar Amazon SageMaker Ground Truth.</a:t>
            </a:r>
            <a:endParaRPr/>
          </a:p>
          <a:p>
            <a:pPr indent="0" lvl="0" marL="0" marR="0" rtl="0" algn="l">
              <a:lnSpc>
                <a:spcPct val="100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lang="es-419" sz="1100">
                <a:solidFill>
                  <a:schemeClr val="dk1"/>
                </a:solidFill>
                <a:latin typeface="Arial"/>
                <a:ea typeface="Arial"/>
                <a:cs typeface="Arial"/>
                <a:sym typeface="Arial"/>
              </a:rPr>
              <a:t>Por último, se le solicitará que complete una evaluación de conocimientos que probará su comprensión de los conceptos clave que se tratan en este módulo.</a:t>
            </a:r>
            <a:endParaRPr/>
          </a:p>
          <a:p>
            <a:pPr indent="0" lvl="0" marL="0" rtl="0" algn="l">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d628dc353c_4_2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g2d628dc353c_4_2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sz="1100">
                <a:latin typeface="Arial"/>
                <a:ea typeface="Arial"/>
                <a:cs typeface="Arial"/>
                <a:sym typeface="Arial"/>
              </a:rPr>
              <a:t>Tras completar este módulo, será capaz de:</a:t>
            </a:r>
            <a:endParaRPr/>
          </a:p>
          <a:p>
            <a:pPr indent="0" lvl="0" marL="0" rtl="0" algn="l">
              <a:spcBef>
                <a:spcPts val="0"/>
              </a:spcBef>
              <a:spcAft>
                <a:spcPts val="0"/>
              </a:spcAft>
              <a:buNone/>
            </a:pPr>
            <a:r>
              <a:t/>
            </a:r>
            <a:endParaRPr sz="1100">
              <a:latin typeface="Arial"/>
              <a:ea typeface="Arial"/>
              <a:cs typeface="Arial"/>
              <a:sym typeface="Arial"/>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Describir los casos de uso para la visión artificial </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Describir los servicios administrados de aprendizaje automático de Amazon disponibles para el análisis de imágenes y videos</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Enumerar los pasos necesarios para preparar un conjunto de datos personalizado para la detección de objetos</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Describir cómo se puede utilizar Amazon SageMaker Ground Truth para preparar un conjunto de datos personalizado</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Utilizar Amazon Rekognition para llevar a cabo la detección facial </a:t>
            </a:r>
            <a:endParaRPr/>
          </a:p>
          <a:p>
            <a:pPr indent="0" lvl="0" marL="0" rtl="0" algn="l">
              <a:spcBef>
                <a:spcPts val="0"/>
              </a:spcBef>
              <a:spcAft>
                <a:spcPts val="0"/>
              </a:spcAft>
              <a:buNone/>
            </a:pPr>
            <a:r>
              <a:t/>
            </a:r>
            <a:endParaRPr sz="1100">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d628dc353c_4_2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g2d628dc353c_4_2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i="0" lang="es-419" sz="1100">
                <a:latin typeface="Arial"/>
                <a:ea typeface="Arial"/>
                <a:cs typeface="Arial"/>
                <a:sym typeface="Arial"/>
              </a:rPr>
              <a:t>Introducción a la Sección 1: Introducción a la visión artificial.</a:t>
            </a:r>
            <a:endParaRPr i="1" sz="1100">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d628dc353c_4_2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g2d628dc353c_4_2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La visión artificial es un espacio emocionante en el aprendizaje automático. Los avances en potencia informática y algoritmos en los últimos 10 años han dado lugar a un aumento de las capacidades y un acceso más fácil a las tecnologías de visión artificial.</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Puede pensar que la visión artificial es la extracción automatizada de información de imágenes digitales.</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La visión artificial permite a las máquinas identificar personas, lugares y objetos en imágenes con una precisión equivalente o superior a la capacidad humana, con mayor velocidad y eficiencia. Esta tecnología, que a menudo se crea con modelos de aprendizaje profundo, automatiza la extracción, el análisis, la clasificación y la comprensión de información útil a partir de una única imagen o de una secuencia de imágenes. Los datos de las imágenes pueden presentar diferentes formatos, como imágenes aisladas, secuencias de videos, visualizaciones de varias cámaras o datos con tres dimensiones.</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d628dc353c_4_2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g2d628dc353c_4_225:notes"/>
          <p:cNvSpPr txBox="1"/>
          <p:nvPr>
            <p:ph idx="1" type="body"/>
          </p:nvPr>
        </p:nvSpPr>
        <p:spPr>
          <a:xfrm>
            <a:off x="685800" y="4400550"/>
            <a:ext cx="5486400" cy="35004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s-419">
                <a:solidFill>
                  <a:schemeClr val="dk1"/>
                </a:solidFill>
                <a:latin typeface="Arial"/>
                <a:ea typeface="Arial"/>
                <a:cs typeface="Arial"/>
                <a:sym typeface="Arial"/>
              </a:rPr>
              <a:t>Algunos de los principales casos de uso de la visión artificial incluyen estos ejemplos.</a:t>
            </a:r>
            <a:endParaRPr/>
          </a:p>
          <a:p>
            <a:pPr indent="0" lvl="0" marL="0" rtl="0" algn="l">
              <a:spcBef>
                <a:spcPts val="0"/>
              </a:spcBef>
              <a:spcAft>
                <a:spcPts val="0"/>
              </a:spcAft>
              <a:buClr>
                <a:schemeClr val="dk1"/>
              </a:buClr>
              <a:buSzPts val="1100"/>
              <a:buFont typeface="Arial"/>
              <a:buNone/>
            </a:pPr>
            <a:r>
              <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s-419">
                <a:latin typeface="Arial"/>
                <a:ea typeface="Arial"/>
                <a:cs typeface="Arial"/>
                <a:sym typeface="Arial"/>
              </a:rPr>
              <a:t>Protección civil y seguridad en el hogar</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419">
                <a:latin typeface="Arial"/>
                <a:ea typeface="Arial"/>
                <a:cs typeface="Arial"/>
                <a:sym typeface="Arial"/>
              </a:rPr>
              <a:t>La visión artificial con imágenes y reconocimiento facial puede ayudar a identificar rápidamente entradas ilegales o personas de interés. Este proceso puede dar lugar a comunidades más seguras y a una manera más eficaz de disuadir los delitos.</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s-419">
                <a:latin typeface="Arial"/>
                <a:ea typeface="Arial"/>
                <a:cs typeface="Arial"/>
                <a:sym typeface="Arial"/>
              </a:rPr>
              <a:t>Autenticación e interacción optimizada entre humano y equipo</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419">
                <a:latin typeface="Arial"/>
                <a:ea typeface="Arial"/>
                <a:cs typeface="Arial"/>
                <a:sym typeface="Arial"/>
              </a:rPr>
              <a:t>Una interacción mejorada entre personas y equipos puede mejorar la satisfacción del cliente. Algunos ejemplos incluyen productos basados en el análisis de la opinión del cliente en puntos de venta minoristas o servicios bancarios más rápidos con autenticación rápida basada en la identidad y las preferencias del cliente.</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s-419">
                <a:latin typeface="Arial"/>
                <a:ea typeface="Arial"/>
                <a:cs typeface="Arial"/>
                <a:sym typeface="Arial"/>
              </a:rPr>
              <a:t>Administración y análisis de contenido</a:t>
            </a:r>
            <a:endParaRPr/>
          </a:p>
          <a:p>
            <a:pPr indent="0" lvl="0" marL="0" rtl="0" algn="l">
              <a:spcBef>
                <a:spcPts val="0"/>
              </a:spcBef>
              <a:spcAft>
                <a:spcPts val="0"/>
              </a:spcAft>
              <a:buClr>
                <a:schemeClr val="dk1"/>
              </a:buClr>
              <a:buSzPts val="1100"/>
              <a:buFont typeface="Arial"/>
              <a:buNone/>
            </a:pPr>
            <a:r>
              <a:rPr lang="es-419">
                <a:latin typeface="Arial"/>
                <a:ea typeface="Arial"/>
                <a:cs typeface="Arial"/>
                <a:sym typeface="Arial"/>
              </a:rPr>
              <a:t>Se incorporan millones de imágenes a los canales multimedia y de las redes sociales todos los días. El uso de las tecnologías de visión artificial, como la extracción de metadatos y la clasificación de imágenes, puede mejorar la eficiencia y las oportunidades para generar ingresos.</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s-419">
                <a:latin typeface="Arial"/>
                <a:ea typeface="Arial"/>
                <a:cs typeface="Arial"/>
                <a:sym typeface="Arial"/>
              </a:rPr>
              <a:t>Conducción autónoma</a:t>
            </a:r>
            <a:endParaRPr/>
          </a:p>
          <a:p>
            <a:pPr indent="0" lvl="0" marL="0" rtl="0" algn="l">
              <a:spcBef>
                <a:spcPts val="0"/>
              </a:spcBef>
              <a:spcAft>
                <a:spcPts val="0"/>
              </a:spcAft>
              <a:buClr>
                <a:schemeClr val="dk1"/>
              </a:buClr>
              <a:buSzPts val="1100"/>
              <a:buFont typeface="Arial"/>
              <a:buNone/>
            </a:pPr>
            <a:r>
              <a:rPr lang="es-419">
                <a:latin typeface="Arial"/>
                <a:ea typeface="Arial"/>
                <a:cs typeface="Arial"/>
                <a:sym typeface="Arial"/>
              </a:rPr>
              <a:t>Mediante el uso de tecnologías de visión artificial, los fabricantes de automóviles pueden proporcionar una navegación de automóvil más segura y mejorada, lo que puede ayudar a realizar una conducción autónoma y convertirla en una opción de transporte confiable.</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s-419">
                <a:latin typeface="Arial"/>
                <a:ea typeface="Arial"/>
                <a:cs typeface="Arial"/>
                <a:sym typeface="Arial"/>
              </a:rPr>
              <a:t>Imágenes médicas</a:t>
            </a:r>
            <a:endParaRPr/>
          </a:p>
          <a:p>
            <a:pPr indent="0" lvl="0" marL="0" rtl="0" algn="l">
              <a:spcBef>
                <a:spcPts val="0"/>
              </a:spcBef>
              <a:spcAft>
                <a:spcPts val="0"/>
              </a:spcAft>
              <a:buClr>
                <a:schemeClr val="dk1"/>
              </a:buClr>
              <a:buSzPts val="1100"/>
              <a:buFont typeface="Arial"/>
              <a:buNone/>
            </a:pPr>
            <a:r>
              <a:rPr lang="es-419">
                <a:latin typeface="Arial"/>
                <a:ea typeface="Arial"/>
                <a:cs typeface="Arial"/>
                <a:sym typeface="Arial"/>
              </a:rPr>
              <a:t>El análisis de imágenes médicas mediante la visión artificial puede mejorar la precisión y la velocidad con que se realizan los diagnósticos de los pacientes, lo que permite lograr mejores resultados en los tratamientos y una esperanza de vida más prolongada.</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s-419">
                <a:latin typeface="Arial"/>
                <a:ea typeface="Arial"/>
                <a:cs typeface="Arial"/>
                <a:sym typeface="Arial"/>
              </a:rPr>
              <a:t>Control en procesos productivos</a:t>
            </a:r>
            <a:endParaRPr/>
          </a:p>
          <a:p>
            <a:pPr indent="0" lvl="0" marL="0" rtl="0" algn="l">
              <a:spcBef>
                <a:spcPts val="0"/>
              </a:spcBef>
              <a:spcAft>
                <a:spcPts val="0"/>
              </a:spcAft>
              <a:buClr>
                <a:schemeClr val="dk1"/>
              </a:buClr>
              <a:buSzPts val="1100"/>
              <a:buFont typeface="Arial"/>
              <a:buNone/>
            </a:pPr>
            <a:r>
              <a:rPr lang="es-419">
                <a:latin typeface="Arial"/>
                <a:ea typeface="Arial"/>
                <a:cs typeface="Arial"/>
                <a:sym typeface="Arial"/>
              </a:rPr>
              <a:t>La visión artificial bien entrenada que se incorpora a la robótica puede mejorar la garantía de calidad y la eficiencia operativa en las aplicaciones de fabricación. Este proceso puede dar como resultado productos más confiables y rentables.</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d628dc353c_4_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g2d628dc353c_4_241:notes"/>
          <p:cNvSpPr txBox="1"/>
          <p:nvPr>
            <p:ph idx="1" type="body"/>
          </p:nvPr>
        </p:nvSpPr>
        <p:spPr>
          <a:xfrm>
            <a:off x="685800" y="4400549"/>
            <a:ext cx="5486400" cy="40290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sz="1100">
                <a:latin typeface="Arial"/>
                <a:ea typeface="Arial"/>
                <a:cs typeface="Arial"/>
                <a:sym typeface="Arial"/>
              </a:rPr>
              <a:t>La clasificación en el aprendizaje automático se utiliza para decidir a qué categoría o categorías pertenece una imagen u objeto. Este proceso no es diferente de cualquier otro problema de clasificación para el aprendizaje automático.</a:t>
            </a:r>
            <a:endParaRPr/>
          </a:p>
          <a:p>
            <a:pPr indent="0" lvl="0" marL="0" rtl="0" algn="l">
              <a:spcBef>
                <a:spcPts val="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rPr lang="es-419" sz="1100">
                <a:latin typeface="Arial"/>
                <a:ea typeface="Arial"/>
                <a:cs typeface="Arial"/>
                <a:sym typeface="Arial"/>
              </a:rPr>
              <a:t>¿Qué se representa en esta imagen? ¿Es un desayuno, un almuerzo o una cena? ¿La clasificación sería solo comida?</a:t>
            </a:r>
            <a:endParaRPr/>
          </a:p>
          <a:p>
            <a:pPr indent="0" lvl="0" marL="0" rtl="0" algn="l">
              <a:spcBef>
                <a:spcPts val="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rPr lang="es-419" sz="1100">
                <a:latin typeface="Arial"/>
                <a:ea typeface="Arial"/>
                <a:cs typeface="Arial"/>
                <a:sym typeface="Arial"/>
              </a:rPr>
              <a:t>La respuesta depende del modelo que utilice para realizar la clasificación. Se deben entrenar los modelos, y los datos de entrenamiento proporcionan al algoritmo los datos de los que aprender.</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Digamos que usted tiene un modelo que se entrenó con imágenes de diferentes tipos de alimentos. Es posible que espere resultados de las categorías de imágenes </a:t>
            </a:r>
            <a:r>
              <a:rPr i="1" lang="es-419">
                <a:latin typeface="Arial"/>
                <a:ea typeface="Arial"/>
                <a:cs typeface="Arial"/>
                <a:sym typeface="Arial"/>
              </a:rPr>
              <a:t>Leche</a:t>
            </a:r>
            <a:r>
              <a:rPr lang="es-419">
                <a:latin typeface="Arial"/>
                <a:ea typeface="Arial"/>
                <a:cs typeface="Arial"/>
                <a:sym typeface="Arial"/>
              </a:rPr>
              <a:t>, </a:t>
            </a:r>
            <a:r>
              <a:rPr i="1" lang="es-419">
                <a:latin typeface="Arial"/>
                <a:ea typeface="Arial"/>
                <a:cs typeface="Arial"/>
                <a:sym typeface="Arial"/>
              </a:rPr>
              <a:t>Galleta</a:t>
            </a:r>
            <a:r>
              <a:rPr lang="es-419">
                <a:latin typeface="Arial"/>
                <a:ea typeface="Arial"/>
                <a:cs typeface="Arial"/>
                <a:sym typeface="Arial"/>
              </a:rPr>
              <a:t>, </a:t>
            </a:r>
            <a:r>
              <a:rPr i="1" lang="es-419">
                <a:latin typeface="Arial"/>
                <a:ea typeface="Arial"/>
                <a:cs typeface="Arial"/>
                <a:sym typeface="Arial"/>
              </a:rPr>
              <a:t>Naranja</a:t>
            </a:r>
            <a:r>
              <a:rPr lang="es-419">
                <a:latin typeface="Arial"/>
                <a:ea typeface="Arial"/>
                <a:cs typeface="Arial"/>
                <a:sym typeface="Arial"/>
              </a:rPr>
              <a:t>, </a:t>
            </a:r>
            <a:r>
              <a:rPr i="1" lang="es-419">
                <a:latin typeface="Arial"/>
                <a:ea typeface="Arial"/>
                <a:cs typeface="Arial"/>
                <a:sym typeface="Arial"/>
              </a:rPr>
              <a:t>Hamburguesa</a:t>
            </a:r>
            <a:r>
              <a:rPr lang="es-419">
                <a:latin typeface="Arial"/>
                <a:ea typeface="Arial"/>
                <a:cs typeface="Arial"/>
                <a:sym typeface="Arial"/>
              </a:rPr>
              <a:t> (¿o es una hamburguesa de carne, o una hamburguesa vegetariana?), </a:t>
            </a:r>
            <a:r>
              <a:rPr i="1" lang="es-419">
                <a:latin typeface="Arial"/>
                <a:ea typeface="Arial"/>
                <a:cs typeface="Arial"/>
                <a:sym typeface="Arial"/>
              </a:rPr>
              <a:t>Ensalada</a:t>
            </a:r>
            <a:r>
              <a:rPr lang="es-419">
                <a:latin typeface="Arial"/>
                <a:ea typeface="Arial"/>
                <a:cs typeface="Arial"/>
                <a:sym typeface="Arial"/>
              </a:rPr>
              <a:t> y </a:t>
            </a:r>
            <a:r>
              <a:rPr i="1" lang="es-419">
                <a:latin typeface="Arial"/>
                <a:ea typeface="Arial"/>
                <a:cs typeface="Arial"/>
                <a:sym typeface="Arial"/>
              </a:rPr>
              <a:t>Papas fritas</a:t>
            </a:r>
            <a:r>
              <a:rPr lang="es-419">
                <a:latin typeface="Arial"/>
                <a:ea typeface="Arial"/>
                <a:cs typeface="Arial"/>
                <a:sym typeface="Arial"/>
              </a:rPr>
              <a:t>. Si entrenó al modelo con diferentes imágenes, es posible que haya clasificado los objetos de la imagen como </a:t>
            </a:r>
            <a:r>
              <a:rPr i="1" lang="es-419">
                <a:latin typeface="Arial"/>
                <a:ea typeface="Arial"/>
                <a:cs typeface="Arial"/>
                <a:sym typeface="Arial"/>
              </a:rPr>
              <a:t>Bandeja</a:t>
            </a:r>
            <a:r>
              <a:rPr lang="es-419">
                <a:latin typeface="Arial"/>
                <a:ea typeface="Arial"/>
                <a:cs typeface="Arial"/>
                <a:sym typeface="Arial"/>
              </a:rPr>
              <a:t>, </a:t>
            </a:r>
            <a:r>
              <a:rPr i="1" lang="es-419">
                <a:latin typeface="Arial"/>
                <a:ea typeface="Arial"/>
                <a:cs typeface="Arial"/>
                <a:sym typeface="Arial"/>
              </a:rPr>
              <a:t>Cubertería</a:t>
            </a:r>
            <a:r>
              <a:rPr lang="es-419">
                <a:latin typeface="Arial"/>
                <a:ea typeface="Arial"/>
                <a:cs typeface="Arial"/>
                <a:sym typeface="Arial"/>
              </a:rPr>
              <a:t> y </a:t>
            </a:r>
            <a:r>
              <a:rPr i="1" lang="es-419">
                <a:latin typeface="Arial"/>
                <a:ea typeface="Arial"/>
                <a:cs typeface="Arial"/>
                <a:sym typeface="Arial"/>
              </a:rPr>
              <a:t>Servilleta</a:t>
            </a:r>
            <a:r>
              <a:rPr lang="es-419">
                <a:latin typeface="Arial"/>
                <a:ea typeface="Arial"/>
                <a:cs typeface="Arial"/>
                <a:sym typeface="Arial"/>
              </a:rPr>
              <a:t>.</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Cuando tiene varias clases, esto se conoce como un </a:t>
            </a:r>
            <a:r>
              <a:rPr i="1" lang="es-419">
                <a:latin typeface="Arial"/>
                <a:ea typeface="Arial"/>
                <a:cs typeface="Arial"/>
                <a:sym typeface="Arial"/>
              </a:rPr>
              <a:t>problema de clasificación de varias clases</a:t>
            </a:r>
            <a:r>
              <a:rPr lang="es-419">
                <a:latin typeface="Arial"/>
                <a:ea typeface="Arial"/>
                <a:cs typeface="Arial"/>
                <a:sym typeface="Arial"/>
              </a:rPr>
              <a:t>. Cuando solo tiene dos clases, esto se conoce como un </a:t>
            </a:r>
            <a:r>
              <a:rPr i="1" lang="es-419">
                <a:latin typeface="Arial"/>
                <a:ea typeface="Arial"/>
                <a:cs typeface="Arial"/>
                <a:sym typeface="Arial"/>
              </a:rPr>
              <a:t>problema de clasificación binaria</a:t>
            </a:r>
            <a:r>
              <a:rPr lang="es-419">
                <a:latin typeface="Arial"/>
                <a:ea typeface="Arial"/>
                <a:cs typeface="Arial"/>
                <a:sym typeface="Arial"/>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d628dc353c_4_2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g2d628dc353c_4_2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Cuando trabaje con imágenes, es posible que desee saber tanto qué tipo de objetos hay en la imagen como las ubicaciones de esos objetos.</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La </a:t>
            </a:r>
            <a:r>
              <a:rPr i="1" lang="es-419">
                <a:latin typeface="Arial"/>
                <a:ea typeface="Arial"/>
                <a:cs typeface="Arial"/>
                <a:sym typeface="Arial"/>
              </a:rPr>
              <a:t>detección de objetos </a:t>
            </a:r>
            <a:r>
              <a:rPr lang="es-419">
                <a:latin typeface="Arial"/>
                <a:ea typeface="Arial"/>
                <a:cs typeface="Arial"/>
                <a:sym typeface="Arial"/>
              </a:rPr>
              <a:t>proporciona las categorías de la imagen y la ubicación de los objetos en la imagen. La ubicación la proporciona un conjunto de coordenadas para un cuadro que rodea la imagen, que se conoce como </a:t>
            </a:r>
            <a:r>
              <a:rPr b="0" i="1" lang="es-419">
                <a:latin typeface="Arial"/>
                <a:ea typeface="Arial"/>
                <a:cs typeface="Arial"/>
                <a:sym typeface="Arial"/>
              </a:rPr>
              <a:t>cuadro delimitador</a:t>
            </a:r>
            <a:r>
              <a:rPr lang="es-419">
                <a:latin typeface="Arial"/>
                <a:ea typeface="Arial"/>
                <a:cs typeface="Arial"/>
                <a:sym typeface="Arial"/>
              </a:rPr>
              <a:t>.</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Los cuadros delimitadores para la detección de objetos suelen proporcionar coordenadas: parte superior, izquierda, ancho y altura que rodean las imágenes. Puede utilizar estas coordenadas en sus aplicaciones.</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Cuando se detectan objetos en una imagen, normalmente se asocia un </a:t>
            </a:r>
            <a:r>
              <a:rPr i="0" lang="es-419">
                <a:latin typeface="Arial"/>
                <a:ea typeface="Arial"/>
                <a:cs typeface="Arial"/>
                <a:sym typeface="Arial"/>
              </a:rPr>
              <a:t>número de confianza </a:t>
            </a:r>
            <a:r>
              <a:rPr lang="es-419">
                <a:latin typeface="Arial"/>
                <a:ea typeface="Arial"/>
                <a:cs typeface="Arial"/>
                <a:sym typeface="Arial"/>
              </a:rPr>
              <a:t>con ese objeto. Este porcentaje indica cuán probable es que el objeto pertenezca a una clase específica. Este nivel de confianza es importante cuando se desea determinar una acción basada en la detección de objetos, especialmente en aplicaciones que utilizan la detección facial.</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d628dc353c_4_2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g2d628dc353c_4_2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En el momento de escribir, la segmentación del objeto (también conocida como segmentación semántica) es un problema clave en el campo de la visión artificial. La segmentación de objetos es similar a la detección de objetos, pero puede entrar en más detalles para obtener límites precisos para cada objeto detectado. Es una inferencia detallada para predecir cada píxel de la imagen.</a:t>
            </a:r>
            <a:endParaRPr/>
          </a:p>
          <a:p>
            <a:pPr indent="0" lvl="0" marL="0" rtl="0" algn="l">
              <a:spcBef>
                <a:spcPts val="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Las aplicaciones que requieren segmentación de objetos incluyen vehículos autónomos e interacciones avanzadas entre equipos y humanos. La segmentación de objetos no se cubre en este curso.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d628dc353c_4_2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g2d628dc353c_4_2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Con Amazon Rekognition Video, puede registrar la posición de cada persona que aparezca en un video. La operación TrackPersons detecta personas y de qué manera se trasladan cuando la cámara está en movimiento. También puede atribuirle movimientos a la misma persona cuando su rostro está bloqueado o si entra y sale del marco. La operación TrackPersons devuelve segmentos temporales y puntuaciones de confianza.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d628dc353c_4_2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g2d628dc353c_4_2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Puede analizar el comportamiento y la densidad de compradores en su tienda minorista con el estudio del camino que cada persona sigue. Mediante el uso del análisis de rostros, también puede comprender el rango de edad promedio, la distribución de género y las emociones expresadas por los compradores, sin identificarlos.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d628dc353c_4_2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g2d628dc353c_4_294:notes"/>
          <p:cNvSpPr txBox="1"/>
          <p:nvPr>
            <p:ph idx="1" type="body"/>
          </p:nvPr>
        </p:nvSpPr>
        <p:spPr>
          <a:xfrm>
            <a:off x="685800" y="4400549"/>
            <a:ext cx="5486400" cy="41933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Amazon Rekognition Video le permite identificar automáticamente miles de objetos. Los objetos de ejemplo pueden incluir vehículos o mascotas; escenas como una ciudad, playa o boda; y actividades como entregar un paquete o bailar. Amazon Rekognition Video se basa en los movimientos del video para identificar de forma precisa actividades complejas, como </a:t>
            </a:r>
            <a:r>
              <a:rPr i="1" lang="es-419">
                <a:latin typeface="Arial"/>
                <a:ea typeface="Arial"/>
                <a:cs typeface="Arial"/>
                <a:sym typeface="Arial"/>
              </a:rPr>
              <a:t>soplar una vela </a:t>
            </a:r>
            <a:r>
              <a:rPr lang="es-419">
                <a:latin typeface="Arial"/>
                <a:ea typeface="Arial"/>
                <a:cs typeface="Arial"/>
                <a:sym typeface="Arial"/>
              </a:rPr>
              <a:t>o </a:t>
            </a:r>
            <a:r>
              <a:rPr i="1" lang="es-419">
                <a:latin typeface="Arial"/>
                <a:ea typeface="Arial"/>
                <a:cs typeface="Arial"/>
                <a:sym typeface="Arial"/>
              </a:rPr>
              <a:t>apagar fuego</a:t>
            </a:r>
            <a:r>
              <a:rPr lang="es-419">
                <a:latin typeface="Arial"/>
                <a:ea typeface="Arial"/>
                <a:cs typeface="Arial"/>
                <a:sym typeface="Arial"/>
              </a:rPr>
              <a:t>.</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Algunos ejemplos de la imagen pueden incluir:</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Capturar la precisión del bateador, el estilo de lanzamiento del lanzador, el tipo de bola (bola lenta, deslizante y otras), la entrada y el rendimiento del bateador frente al lanzador específico. Los entrenadores podrían usar todos esos datos (¡y así lo hacen!) para entrenar a los jugadores sobre cómo mejorar su rendimiento. Los entrenadores también pueden usar los datos durante el juego para tomar decisiones de tiempo de juego.</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Iniciar diversas acciones basadas en la velocidad de la bola que deja el bate y su trayectoria. Un golpe que se calcula mediante un modelo de aprendizaje automático podría conducir a:</a:t>
            </a:r>
            <a:endParaRPr/>
          </a:p>
          <a:p>
            <a:pPr indent="-228600" lvl="1" marL="685800" rtl="0" algn="l">
              <a:spcBef>
                <a:spcPts val="0"/>
              </a:spcBef>
              <a:spcAft>
                <a:spcPts val="0"/>
              </a:spcAft>
              <a:buClr>
                <a:schemeClr val="dk1"/>
              </a:buClr>
              <a:buSzPts val="1100"/>
              <a:buFont typeface="Calibri"/>
              <a:buAutoNum type="arabicPeriod"/>
            </a:pPr>
            <a:r>
              <a:rPr lang="es-419">
                <a:latin typeface="Arial"/>
                <a:ea typeface="Arial"/>
                <a:cs typeface="Arial"/>
                <a:sym typeface="Arial"/>
              </a:rPr>
              <a:t>Una advertencia auditiva o visual sobre una posible bola fuera de los límites que llega hasta la multitud.</a:t>
            </a:r>
            <a:endParaRPr/>
          </a:p>
          <a:p>
            <a:pPr indent="-228600" lvl="1" marL="685800" rtl="0" algn="l">
              <a:spcBef>
                <a:spcPts val="0"/>
              </a:spcBef>
              <a:spcAft>
                <a:spcPts val="0"/>
              </a:spcAft>
              <a:buClr>
                <a:schemeClr val="dk1"/>
              </a:buClr>
              <a:buSzPts val="1100"/>
              <a:buFont typeface="Calibri"/>
              <a:buAutoNum type="arabicPeriod"/>
            </a:pPr>
            <a:r>
              <a:rPr lang="es-419">
                <a:latin typeface="Arial"/>
                <a:ea typeface="Arial"/>
                <a:cs typeface="Arial"/>
                <a:sym typeface="Arial"/>
              </a:rPr>
              <a:t>Una alarma preventiva de que un golpe tiene una alta probabilidad de ser un jonrón. Esto permitiría que los eventos que siguen a un jonrón sean sincronizados y automatizados (como música o fuegos artificiales cuando el equipo local golpea el jonrón).</a:t>
            </a:r>
            <a:endParaRPr/>
          </a:p>
          <a:p>
            <a:pPr indent="-158750" lvl="1" marL="685800" rtl="0" algn="l">
              <a:spcBef>
                <a:spcPts val="0"/>
              </a:spcBef>
              <a:spcAft>
                <a:spcPts val="0"/>
              </a:spcAft>
              <a:buClr>
                <a:schemeClr val="dk1"/>
              </a:buClr>
              <a:buSzPts val="1100"/>
              <a:buFont typeface="Calibri"/>
              <a:buNone/>
            </a:pPr>
            <a:r>
              <a:t/>
            </a:r>
            <a:endParaRPr>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d628dc353c_4_3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g2d628dc353c_4_3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s-419" sz="1200">
                <a:latin typeface="Arial"/>
                <a:ea typeface="Arial"/>
                <a:cs typeface="Arial"/>
                <a:sym typeface="Arial"/>
              </a:rPr>
              <a:t>Estos son algunos de los aprendizajes clave de esta sección del módulo:</a:t>
            </a:r>
            <a:endParaRPr sz="1200">
              <a:solidFill>
                <a:srgbClr val="000000"/>
              </a:solidFill>
              <a:latin typeface="Arial"/>
              <a:ea typeface="Arial"/>
              <a:cs typeface="Arial"/>
              <a:sym typeface="Arial"/>
            </a:endParaRPr>
          </a:p>
          <a:p>
            <a:pPr indent="0" lvl="0" marL="0" rtl="0" algn="l">
              <a:spcBef>
                <a:spcPts val="0"/>
              </a:spcBef>
              <a:spcAft>
                <a:spcPts val="0"/>
              </a:spcAft>
              <a:buNone/>
            </a:pPr>
            <a:r>
              <a:t/>
            </a:r>
            <a:endParaRPr b="1">
              <a:latin typeface="Arial"/>
              <a:ea typeface="Arial"/>
              <a:cs typeface="Arial"/>
              <a:sym typeface="Arial"/>
            </a:endParaRPr>
          </a:p>
          <a:p>
            <a:pPr indent="-171450" lvl="0" marL="171450" rtl="0" algn="l">
              <a:spcBef>
                <a:spcPts val="0"/>
              </a:spcBef>
              <a:spcAft>
                <a:spcPts val="0"/>
              </a:spcAft>
              <a:buClr>
                <a:schemeClr val="dk1"/>
              </a:buClr>
              <a:buSzPts val="1100"/>
              <a:buFont typeface="Arial"/>
              <a:buChar char="•"/>
            </a:pPr>
            <a:r>
              <a:rPr b="0" lang="es-419">
                <a:latin typeface="Arial"/>
                <a:ea typeface="Arial"/>
                <a:cs typeface="Arial"/>
                <a:sym typeface="Arial"/>
              </a:rPr>
              <a:t>La </a:t>
            </a:r>
            <a:r>
              <a:rPr b="0" i="1" lang="es-419">
                <a:latin typeface="Arial"/>
                <a:ea typeface="Arial"/>
                <a:cs typeface="Arial"/>
                <a:sym typeface="Arial"/>
              </a:rPr>
              <a:t>visión artificial </a:t>
            </a:r>
            <a:r>
              <a:rPr b="0" lang="es-419">
                <a:latin typeface="Arial"/>
                <a:ea typeface="Arial"/>
                <a:cs typeface="Arial"/>
                <a:sym typeface="Arial"/>
              </a:rPr>
              <a:t>es la extracción automatizada de información de imágenes</a:t>
            </a:r>
            <a:endParaRPr/>
          </a:p>
          <a:p>
            <a:pPr indent="-171450" lvl="0" marL="171450" rtl="0" algn="l">
              <a:spcBef>
                <a:spcPts val="0"/>
              </a:spcBef>
              <a:spcAft>
                <a:spcPts val="0"/>
              </a:spcAft>
              <a:buClr>
                <a:schemeClr val="dk1"/>
              </a:buClr>
              <a:buSzPts val="1100"/>
              <a:buFont typeface="Arial"/>
              <a:buChar char="•"/>
            </a:pPr>
            <a:r>
              <a:rPr b="0" lang="es-419">
                <a:latin typeface="Arial"/>
                <a:ea typeface="Arial"/>
                <a:cs typeface="Arial"/>
                <a:sym typeface="Arial"/>
              </a:rPr>
              <a:t>Desde un punto de vista práctico, puede dividir la visión artificial en dos áreas distintas: análisis de imágenes y análisis de video</a:t>
            </a:r>
            <a:endParaRPr/>
          </a:p>
          <a:p>
            <a:pPr indent="-171450" lvl="1" marL="628650" rtl="0" algn="l">
              <a:spcBef>
                <a:spcPts val="0"/>
              </a:spcBef>
              <a:spcAft>
                <a:spcPts val="0"/>
              </a:spcAft>
              <a:buClr>
                <a:schemeClr val="dk1"/>
              </a:buClr>
              <a:buSzPts val="1100"/>
              <a:buFont typeface="Arial"/>
              <a:buChar char="•"/>
            </a:pPr>
            <a:r>
              <a:rPr b="0" lang="es-419">
                <a:latin typeface="Arial"/>
                <a:ea typeface="Arial"/>
                <a:cs typeface="Arial"/>
                <a:sym typeface="Arial"/>
              </a:rPr>
              <a:t>El análisis de imágenes incluye clasificación, detección y segmentación de objetos</a:t>
            </a:r>
            <a:endParaRPr/>
          </a:p>
          <a:p>
            <a:pPr indent="-171450" lvl="1" marL="628650" rtl="0" algn="l">
              <a:spcBef>
                <a:spcPts val="0"/>
              </a:spcBef>
              <a:spcAft>
                <a:spcPts val="0"/>
              </a:spcAft>
              <a:buClr>
                <a:schemeClr val="dk1"/>
              </a:buClr>
              <a:buSzPts val="1100"/>
              <a:buFont typeface="Arial"/>
              <a:buChar char="•"/>
            </a:pPr>
            <a:r>
              <a:rPr b="0" lang="es-419">
                <a:latin typeface="Arial"/>
                <a:ea typeface="Arial"/>
                <a:cs typeface="Arial"/>
                <a:sym typeface="Arial"/>
              </a:rPr>
              <a:t>El análisis de video incluye seguimiento de instancias, reconocimiento de acciones y estimación de movimiento</a:t>
            </a:r>
            <a:endParaRPr/>
          </a:p>
          <a:p>
            <a:pPr indent="-101600" lvl="0" marL="171450" rtl="0" algn="l">
              <a:spcBef>
                <a:spcPts val="0"/>
              </a:spcBef>
              <a:spcAft>
                <a:spcPts val="0"/>
              </a:spcAft>
              <a:buClr>
                <a:schemeClr val="dk1"/>
              </a:buClr>
              <a:buSzPts val="1100"/>
              <a:buFont typeface="Arial"/>
              <a:buNone/>
            </a:pPr>
            <a:r>
              <a:t/>
            </a:r>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d628dc353c_4_3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g2d628dc353c_4_3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sz="1100">
                <a:latin typeface="Arial"/>
                <a:ea typeface="Arial"/>
                <a:cs typeface="Arial"/>
                <a:sym typeface="Arial"/>
              </a:rPr>
              <a:t>Presentación de la Sección 2: Análisis de imágenes y videos.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d628dc353c_4_3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g2d628dc353c_4_311:notes"/>
          <p:cNvSpPr txBox="1"/>
          <p:nvPr>
            <p:ph idx="1" type="body"/>
          </p:nvPr>
        </p:nvSpPr>
        <p:spPr>
          <a:xfrm>
            <a:off x="685800" y="4400550"/>
            <a:ext cx="5486400" cy="45148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Amazon Rekognition es un servicio de visión artificial basado en el aprendizaje profundo. Puede usarlo para agregar análisis de imagen y video a sus aplicaciones.</a:t>
            </a:r>
            <a:endParaRPr/>
          </a:p>
          <a:p>
            <a:pPr indent="0" lvl="0" marL="0" rtl="0" algn="l">
              <a:spcBef>
                <a:spcPts val="0"/>
              </a:spcBef>
              <a:spcAft>
                <a:spcPts val="0"/>
              </a:spcAft>
              <a:buNone/>
            </a:pPr>
            <a:r>
              <a:t/>
            </a:r>
            <a:endParaRPr b="0" u="none">
              <a:latin typeface="Arial"/>
              <a:ea typeface="Arial"/>
              <a:cs typeface="Arial"/>
              <a:sym typeface="Arial"/>
            </a:endParaRPr>
          </a:p>
          <a:p>
            <a:pPr indent="0" lvl="0" marL="0" rtl="0" algn="l">
              <a:spcBef>
                <a:spcPts val="0"/>
              </a:spcBef>
              <a:spcAft>
                <a:spcPts val="0"/>
              </a:spcAft>
              <a:buNone/>
            </a:pPr>
            <a:r>
              <a:rPr b="0" lang="es-419" u="none">
                <a:latin typeface="Arial"/>
                <a:ea typeface="Arial"/>
                <a:cs typeface="Arial"/>
                <a:sym typeface="Arial"/>
              </a:rPr>
              <a:t>Amazon Rekognition le permite realizar los siguientes tipos de análisis:</a:t>
            </a:r>
            <a:endParaRPr b="0" u="none">
              <a:latin typeface="Arial"/>
              <a:ea typeface="Arial"/>
              <a:cs typeface="Arial"/>
              <a:sym typeface="Arial"/>
            </a:endParaRPr>
          </a:p>
          <a:p>
            <a:pPr indent="0" lvl="0" marL="0" rtl="0" algn="l">
              <a:spcBef>
                <a:spcPts val="0"/>
              </a:spcBef>
              <a:spcAft>
                <a:spcPts val="0"/>
              </a:spcAft>
              <a:buNone/>
            </a:pPr>
            <a:r>
              <a:t/>
            </a:r>
            <a:endParaRPr b="1" u="sng">
              <a:latin typeface="Arial"/>
              <a:ea typeface="Arial"/>
              <a:cs typeface="Arial"/>
              <a:sym typeface="Arial"/>
            </a:endParaRPr>
          </a:p>
          <a:p>
            <a:pPr indent="-171450" lvl="0" marL="171450" rtl="0" algn="l">
              <a:spcBef>
                <a:spcPts val="0"/>
              </a:spcBef>
              <a:spcAft>
                <a:spcPts val="0"/>
              </a:spcAft>
              <a:buClr>
                <a:schemeClr val="dk1"/>
              </a:buClr>
              <a:buSzPts val="1100"/>
              <a:buFont typeface="Arial"/>
              <a:buChar char="•"/>
            </a:pPr>
            <a:r>
              <a:rPr b="1" lang="es-419">
                <a:latin typeface="Arial"/>
                <a:ea typeface="Arial"/>
                <a:cs typeface="Arial"/>
                <a:sym typeface="Arial"/>
              </a:rPr>
              <a:t>Bibliotecas de imágenes y videos con capacidad de búsqueda</a:t>
            </a:r>
            <a:r>
              <a:rPr lang="es-419">
                <a:latin typeface="Arial"/>
                <a:ea typeface="Arial"/>
                <a:cs typeface="Arial"/>
                <a:sym typeface="Arial"/>
              </a:rPr>
              <a:t>: Amazon Rekognition permite buscar imágenes y videos almacenados para que pueda descubrir los objetos y escenas que aparecen en ellos. </a:t>
            </a:r>
            <a:endParaRPr/>
          </a:p>
          <a:p>
            <a:pPr indent="-171450" lvl="0" marL="171450" rtl="0" algn="l">
              <a:spcBef>
                <a:spcPts val="0"/>
              </a:spcBef>
              <a:spcAft>
                <a:spcPts val="0"/>
              </a:spcAft>
              <a:buClr>
                <a:schemeClr val="dk1"/>
              </a:buClr>
              <a:buSzPts val="1100"/>
              <a:buFont typeface="Arial"/>
              <a:buChar char="•"/>
            </a:pPr>
            <a:r>
              <a:rPr b="1" lang="es-419">
                <a:latin typeface="Arial"/>
                <a:ea typeface="Arial"/>
                <a:cs typeface="Arial"/>
                <a:sym typeface="Arial"/>
              </a:rPr>
              <a:t>Verificación del usuario basada en el rostro</a:t>
            </a:r>
            <a:r>
              <a:rPr lang="es-419">
                <a:latin typeface="Arial"/>
                <a:ea typeface="Arial"/>
                <a:cs typeface="Arial"/>
                <a:sym typeface="Arial"/>
              </a:rPr>
              <a:t>: Amazon Rekognition permite que sus aplicaciones confirmen las identidades de los usuarios comparando su imagen en vivo con una imagen de referencia. </a:t>
            </a:r>
            <a:endParaRPr/>
          </a:p>
          <a:p>
            <a:pPr indent="-171450" lvl="0" marL="171450" rtl="0" algn="l">
              <a:spcBef>
                <a:spcPts val="0"/>
              </a:spcBef>
              <a:spcAft>
                <a:spcPts val="0"/>
              </a:spcAft>
              <a:buClr>
                <a:schemeClr val="dk1"/>
              </a:buClr>
              <a:buSzPts val="1100"/>
              <a:buFont typeface="Arial"/>
              <a:buChar char="•"/>
            </a:pPr>
            <a:r>
              <a:rPr b="1" lang="es-419">
                <a:latin typeface="Arial"/>
                <a:ea typeface="Arial"/>
                <a:cs typeface="Arial"/>
                <a:sym typeface="Arial"/>
              </a:rPr>
              <a:t>Sentimiento y análisis demográfico:</a:t>
            </a:r>
            <a:r>
              <a:rPr lang="es-419">
                <a:latin typeface="Arial"/>
                <a:ea typeface="Arial"/>
                <a:cs typeface="Arial"/>
                <a:sym typeface="Arial"/>
              </a:rPr>
              <a:t> Amazon Rekognition interpreta expresiones emocionales, como feliz, triste o sorpresa. También puede interpretar la información demográfica de imágenes faciales, como el género.</a:t>
            </a:r>
            <a:endParaRPr/>
          </a:p>
          <a:p>
            <a:pPr indent="-171450" lvl="0" marL="171450" rtl="0" algn="l">
              <a:spcBef>
                <a:spcPts val="0"/>
              </a:spcBef>
              <a:spcAft>
                <a:spcPts val="0"/>
              </a:spcAft>
              <a:buClr>
                <a:schemeClr val="dk1"/>
              </a:buClr>
              <a:buSzPts val="1100"/>
              <a:buFont typeface="Arial"/>
              <a:buChar char="•"/>
            </a:pPr>
            <a:r>
              <a:rPr b="1" lang="es-419">
                <a:latin typeface="Arial"/>
                <a:ea typeface="Arial"/>
                <a:cs typeface="Arial"/>
                <a:sym typeface="Arial"/>
              </a:rPr>
              <a:t>Detección de contenido no seguro</a:t>
            </a:r>
            <a:r>
              <a:rPr lang="es-419">
                <a:latin typeface="Arial"/>
                <a:ea typeface="Arial"/>
                <a:cs typeface="Arial"/>
                <a:sym typeface="Arial"/>
              </a:rPr>
              <a:t>: Amazon Rekognition puede detectar contenido inapropiado en imágenes y videos almacenados</a:t>
            </a:r>
            <a:endParaRPr/>
          </a:p>
          <a:p>
            <a:pPr indent="-171450" lvl="0" marL="171450" rtl="0" algn="l">
              <a:spcBef>
                <a:spcPts val="0"/>
              </a:spcBef>
              <a:spcAft>
                <a:spcPts val="0"/>
              </a:spcAft>
              <a:buClr>
                <a:schemeClr val="dk1"/>
              </a:buClr>
              <a:buSzPts val="1100"/>
              <a:buFont typeface="Arial"/>
              <a:buChar char="•"/>
            </a:pPr>
            <a:r>
              <a:rPr b="1" lang="es-419">
                <a:latin typeface="Arial"/>
                <a:ea typeface="Arial"/>
                <a:cs typeface="Arial"/>
                <a:sym typeface="Arial"/>
              </a:rPr>
              <a:t>Detección de texto</a:t>
            </a:r>
            <a:r>
              <a:rPr lang="es-419">
                <a:latin typeface="Arial"/>
                <a:ea typeface="Arial"/>
                <a:cs typeface="Arial"/>
                <a:sym typeface="Arial"/>
              </a:rPr>
              <a:t>: Amazon Rekognition Text in Image le permite reconocer y extraer contenido de texto de las imágenes.</a:t>
            </a:r>
            <a:endParaRPr/>
          </a:p>
          <a:p>
            <a:pPr indent="0" lvl="0" marL="0" rtl="0" algn="l">
              <a:spcBef>
                <a:spcPts val="0"/>
              </a:spcBef>
              <a:spcAft>
                <a:spcPts val="0"/>
              </a:spcAft>
              <a:buNone/>
            </a:pPr>
            <a:r>
              <a:t/>
            </a:r>
            <a:endParaRPr b="1" u="sng">
              <a:latin typeface="Arial"/>
              <a:ea typeface="Arial"/>
              <a:cs typeface="Arial"/>
              <a:sym typeface="Arial"/>
            </a:endParaRPr>
          </a:p>
          <a:p>
            <a:pPr indent="0" lvl="0" marL="0" rtl="0" algn="l">
              <a:spcBef>
                <a:spcPts val="0"/>
              </a:spcBef>
              <a:spcAft>
                <a:spcPts val="0"/>
              </a:spcAft>
              <a:buNone/>
            </a:pPr>
            <a:r>
              <a:rPr b="0" lang="es-419">
                <a:latin typeface="Arial"/>
                <a:ea typeface="Arial"/>
                <a:cs typeface="Arial"/>
                <a:sym typeface="Arial"/>
              </a:rPr>
              <a:t>Debe comprobar si las aplicaciones que cree con Amazon Rekognition caen bajo cualquier restricción reglamentaria definida en su campo o país. La seguridad y la conformidad de Amazon Rekognition son una responsabilidad compartida entre AWS y el cliente. Para obtener más información, consulte la página AWS Compliance (https://aws.amazon.com/compliance/)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d628dc353c_4_3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g2d628dc353c_4_3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Amazon Rekognition es un servicio gestionado por AWS que le permite integrar el análisis de imágenes y videos en sus aplicaciones. Debido a que se trata de un servicio administrado, Amazon Rekognition aloja los modelos de aprendizaje automático, mantiene una API y se amplía para satisfacer su demanda. También se beneficia de un conjunto de modelos que aprenden y mejoran constantemente. Se integra con otros servicios de AWS, como Amazon S3 para almacenamiento y AWS Identity and Access Management (IAM) para autenticación y autorización. Solo necesita centrarse en crear aplicaciones que utilicen la API y, opcionalmente, capacitar al servicio para que comprenda sus requisitos empresariales únicos.</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Amazon Rekognition proporciona API, SDK y comandos de AWS Command Line Interface (CLI de AWS). Puede utilizar estos recursos para acceder e interactuar con Amazon Rekognition. Los lenguajes que admiten los SDK incluyen JavaScript, Python, PHP, .NET, Ruby, Java, GO, Node.js y C++.</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d628dc353c_4_3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g2d628dc353c_4_3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s-419" sz="1100">
                <a:solidFill>
                  <a:schemeClr val="dk1"/>
                </a:solidFill>
                <a:latin typeface="Arial"/>
                <a:ea typeface="Arial"/>
                <a:cs typeface="Arial"/>
                <a:sym typeface="Arial"/>
              </a:rPr>
              <a:t>El diagrama ilustra una función de búsqueda de imágenes en la que los usuarios pueden tomar fotografías y recibir información sobre las propiedades inmobiliarias que están viendo.</a:t>
            </a:r>
            <a:endParaRPr/>
          </a:p>
          <a:p>
            <a:pPr indent="0" lvl="0" marL="0" rtl="0" algn="l">
              <a:spcBef>
                <a:spcPts val="0"/>
              </a:spcBef>
              <a:spcAft>
                <a:spcPts val="0"/>
              </a:spcAft>
              <a:buNone/>
            </a:pPr>
            <a:r>
              <a:t/>
            </a:r>
            <a:endParaRPr b="0" i="0" sz="1100">
              <a:solidFill>
                <a:schemeClr val="dk1"/>
              </a:solidFill>
              <a:latin typeface="Arial"/>
              <a:ea typeface="Arial"/>
              <a:cs typeface="Arial"/>
              <a:sym typeface="Arial"/>
            </a:endParaRPr>
          </a:p>
          <a:p>
            <a:pPr indent="-228600" lvl="0" marL="228600" rtl="0" algn="l">
              <a:spcBef>
                <a:spcPts val="0"/>
              </a:spcBef>
              <a:spcAft>
                <a:spcPts val="0"/>
              </a:spcAft>
              <a:buClr>
                <a:schemeClr val="dk1"/>
              </a:buClr>
              <a:buSzPts val="1100"/>
              <a:buFont typeface="Arial"/>
              <a:buAutoNum type="arabicPeriod"/>
            </a:pPr>
            <a:r>
              <a:rPr b="0" i="0" lang="es-419" sz="1100">
                <a:solidFill>
                  <a:schemeClr val="dk1"/>
                </a:solidFill>
                <a:latin typeface="Arial"/>
                <a:ea typeface="Arial"/>
                <a:cs typeface="Arial"/>
                <a:sym typeface="Arial"/>
              </a:rPr>
              <a:t>El usuario toma una foto usando su dispositivo móvil. A continuación, el usuario inicia una búsqueda, lo que hace que la aplicación se cargue a Amazon S3.</a:t>
            </a:r>
            <a:endParaRPr/>
          </a:p>
          <a:p>
            <a:pPr indent="-228600" lvl="0" marL="228600" rtl="0" algn="l">
              <a:spcBef>
                <a:spcPts val="0"/>
              </a:spcBef>
              <a:spcAft>
                <a:spcPts val="0"/>
              </a:spcAft>
              <a:buClr>
                <a:schemeClr val="dk1"/>
              </a:buClr>
              <a:buSzPts val="1100"/>
              <a:buFont typeface="Arial"/>
              <a:buAutoNum type="arabicPeriod"/>
            </a:pPr>
            <a:r>
              <a:rPr b="0" i="0" lang="es-419" sz="1100">
                <a:solidFill>
                  <a:schemeClr val="dk1"/>
                </a:solidFill>
                <a:latin typeface="Arial"/>
                <a:ea typeface="Arial"/>
                <a:cs typeface="Arial"/>
                <a:sym typeface="Arial"/>
              </a:rPr>
              <a:t>Amazon S3 está configurado para llamar a otros servicios cuando se produce un evento de escritura. En este caso, el bucket pasa la ruta S3 del nuevo objeto a AWS Lambda.</a:t>
            </a:r>
            <a:endParaRPr/>
          </a:p>
          <a:p>
            <a:pPr indent="-228600" lvl="0" marL="228600" rtl="0" algn="l">
              <a:spcBef>
                <a:spcPts val="0"/>
              </a:spcBef>
              <a:spcAft>
                <a:spcPts val="0"/>
              </a:spcAft>
              <a:buClr>
                <a:schemeClr val="dk1"/>
              </a:buClr>
              <a:buSzPts val="1100"/>
              <a:buFont typeface="Arial"/>
              <a:buAutoNum type="arabicPeriod"/>
            </a:pPr>
            <a:r>
              <a:rPr b="0" i="0" lang="es-419" sz="1100">
                <a:solidFill>
                  <a:schemeClr val="dk1"/>
                </a:solidFill>
                <a:latin typeface="Arial"/>
                <a:ea typeface="Arial"/>
                <a:cs typeface="Arial"/>
                <a:sym typeface="Arial"/>
              </a:rPr>
              <a:t>Cuando se llama a la función Lambda, utiliza el SDK de Amazon Rekognition para llamar al servicio. </a:t>
            </a:r>
            <a:endParaRPr/>
          </a:p>
          <a:p>
            <a:pPr indent="-228600" lvl="0" marL="228600" rtl="0" algn="l">
              <a:spcBef>
                <a:spcPts val="0"/>
              </a:spcBef>
              <a:spcAft>
                <a:spcPts val="0"/>
              </a:spcAft>
              <a:buClr>
                <a:schemeClr val="dk1"/>
              </a:buClr>
              <a:buSzPts val="1100"/>
              <a:buFont typeface="Arial"/>
              <a:buAutoNum type="arabicPeriod"/>
            </a:pPr>
            <a:r>
              <a:rPr b="0" i="0" lang="es-419" sz="1100">
                <a:solidFill>
                  <a:schemeClr val="dk1"/>
                </a:solidFill>
                <a:latin typeface="Arial"/>
                <a:ea typeface="Arial"/>
                <a:cs typeface="Arial"/>
                <a:sym typeface="Arial"/>
              </a:rPr>
              <a:t>Amazon Rekognition analiza la imagen, detecta aspectos de la propiedad, crea etiquetas y devuelve la información a Lambda como objeto de notación de objetos JavaScript (JSON).</a:t>
            </a:r>
            <a:endParaRPr/>
          </a:p>
          <a:p>
            <a:pPr indent="-228600" lvl="0" marL="228600" rtl="0" algn="l">
              <a:spcBef>
                <a:spcPts val="0"/>
              </a:spcBef>
              <a:spcAft>
                <a:spcPts val="0"/>
              </a:spcAft>
              <a:buClr>
                <a:schemeClr val="dk1"/>
              </a:buClr>
              <a:buSzPts val="1100"/>
              <a:buFont typeface="Arial"/>
              <a:buAutoNum type="arabicPeriod"/>
            </a:pPr>
            <a:r>
              <a:rPr b="0" i="0" lang="es-419" sz="1100">
                <a:solidFill>
                  <a:schemeClr val="dk1"/>
                </a:solidFill>
                <a:latin typeface="Arial"/>
                <a:ea typeface="Arial"/>
                <a:cs typeface="Arial"/>
                <a:sym typeface="Arial"/>
              </a:rPr>
              <a:t>A continuación, Lambda almacena las etiquetas y la puntuación de confianza en Amazon Elastic Search. </a:t>
            </a:r>
            <a:endParaRPr/>
          </a:p>
          <a:p>
            <a:pPr indent="-228600" lvl="0" marL="228600" rtl="0" algn="l">
              <a:spcBef>
                <a:spcPts val="0"/>
              </a:spcBef>
              <a:spcAft>
                <a:spcPts val="0"/>
              </a:spcAft>
              <a:buClr>
                <a:schemeClr val="dk1"/>
              </a:buClr>
              <a:buSzPts val="1100"/>
              <a:buFont typeface="Arial"/>
              <a:buAutoNum type="arabicPeriod"/>
            </a:pPr>
            <a:r>
              <a:rPr b="0" i="0" lang="es-419" sz="1100">
                <a:solidFill>
                  <a:schemeClr val="dk1"/>
                </a:solidFill>
                <a:latin typeface="Arial"/>
                <a:ea typeface="Arial"/>
                <a:cs typeface="Arial"/>
                <a:sym typeface="Arial"/>
              </a:rPr>
              <a:t>Los usuarios de la aplicación ahora pueden identificar aspectos de una propiedad mediante los objetos que se detectan en la imagen.</a:t>
            </a:r>
            <a:endParaRPr/>
          </a:p>
          <a:p>
            <a:pPr indent="0" lvl="0" marL="0" rtl="0" algn="l">
              <a:spcBef>
                <a:spcPts val="0"/>
              </a:spcBef>
              <a:spcAft>
                <a:spcPts val="0"/>
              </a:spcAft>
              <a:buNone/>
            </a:pPr>
            <a:r>
              <a:t/>
            </a:r>
            <a:endParaRPr b="0" i="0" sz="1100">
              <a:solidFill>
                <a:schemeClr val="dk1"/>
              </a:solidFill>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2d628dc353c_4_3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g2d628dc353c_4_3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En esta arquitectura de ejemplo, el sistema comprueba si hay contenido inapropiado en las imágenes cargadas. Al igual que en el ejemplo anterior, el procesamiento comienza cuando el usuario carga contenido.</a:t>
            </a:r>
            <a:endParaRPr/>
          </a:p>
          <a:p>
            <a:pPr indent="0" lvl="0" marL="0" rtl="0" algn="l">
              <a:spcBef>
                <a:spcPts val="0"/>
              </a:spcBef>
              <a:spcAft>
                <a:spcPts val="0"/>
              </a:spcAft>
              <a:buNone/>
            </a:pPr>
            <a:r>
              <a:t/>
            </a:r>
            <a:endParaRPr>
              <a:latin typeface="Arial"/>
              <a:ea typeface="Arial"/>
              <a:cs typeface="Arial"/>
              <a:sym typeface="Arial"/>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El usuario carga una imagen a Amazon S3.</a:t>
            </a:r>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El bucket de S3 está configurado para llamar a una función Lambda cuando se escribe un objeto en el bucket.</a:t>
            </a:r>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Lambda llama a Amazon Rekognition a través del SDK. Amazon Rekognition analiza las imágenes en busca de contenido inapropiado y envía la respuesta a Lambda.</a:t>
            </a:r>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Si el contenido es apropiado, se aprueba el contenido.</a:t>
            </a:r>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Si el contenido no es adecuado, el contenido puede enviarse para su inspección manual.</a:t>
            </a:r>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Si no se aprueba, se envía una notificación al usuario.</a:t>
            </a:r>
            <a:endParaRPr>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2d628dc353c_4_4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g2d628dc353c_4_4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En este caso de uso final, el sistema analiza una fuente de video para el análisis de sentimientos.</a:t>
            </a:r>
            <a:endParaRPr/>
          </a:p>
          <a:p>
            <a:pPr indent="0" lvl="0" marL="0" rtl="0" algn="l">
              <a:spcBef>
                <a:spcPts val="0"/>
              </a:spcBef>
              <a:spcAft>
                <a:spcPts val="0"/>
              </a:spcAft>
              <a:buNone/>
            </a:pPr>
            <a:r>
              <a:rPr lang="es-419">
                <a:latin typeface="Arial"/>
                <a:ea typeface="Arial"/>
                <a:cs typeface="Arial"/>
                <a:sym typeface="Arial"/>
              </a:rPr>
              <a:t>.</a:t>
            </a:r>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Una cámara en la tienda captura video que se envía a un área de operaciones o a una aplicación basada en la nube.  Normalmente, una aplicación como esta utilizará Amazon Kinesis para transmitir el video.</a:t>
            </a:r>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La aplicación utiliza el SDK de Amazon Rekognition para enviar el video a Amazon Rekognition para su posterior análisis. Se extrae el sentimiento visual, junto con otros atributos como la edad, el género visual, etc.</a:t>
            </a:r>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Los atributos descubiertos se envían a Amazon Kinesis.</a:t>
            </a:r>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Una función Lambda extrae los datos de la transmisión.</a:t>
            </a:r>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Los datos se escriben en S3.</a:t>
            </a:r>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Periódicamente, los datos se cargan en Redshift.</a:t>
            </a:r>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Se pueden generar informes a partir de los datos en herramientas como Amazon QuickSight.</a:t>
            </a:r>
            <a:endParaRPr>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d628dc353c_4_4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g2d628dc353c_4_4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Amazon Rekognition está diseñado para integrarse en sus aplicaciones a través de la API y los SDK.</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Las operaciones de API se proporcionan para detectar etiquetas, rostros, reconocer celebridades y detectar imágenes no seguras.</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Para realizar una predicción, debe proporcionarle al servicio un objeto de imagen en Amazon S3 o cargar una transmisión de bytes de una imagen. Las imágenes pueden ser formatos JPEG o PNG.</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Amazon Rekognition procesa la imagen, realiza la predicción y devuelve un objeto JSON con los resultados.</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2d628dc353c_4_5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g2d628dc353c_4_5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es-419" sz="1100">
                <a:solidFill>
                  <a:schemeClr val="dk1"/>
                </a:solidFill>
                <a:latin typeface="Arial"/>
                <a:ea typeface="Arial"/>
                <a:cs typeface="Arial"/>
                <a:sym typeface="Arial"/>
              </a:rPr>
              <a:t>Cuando Amazon Rekognition realiza predicciones, suele devolver varias etiquetas. Cada etiqueta tiene un nivel de confianza. Este nivel de confianza indica la probabilidad de que se haya encontrado la etiqueta en la imagen.</a:t>
            </a:r>
            <a:endParaRPr/>
          </a:p>
          <a:p>
            <a:pPr indent="0" lvl="0" marL="0" rtl="0" algn="l">
              <a:spcBef>
                <a:spcPts val="0"/>
              </a:spcBef>
              <a:spcAft>
                <a:spcPts val="0"/>
              </a:spcAft>
              <a:buNone/>
            </a:pPr>
            <a:r>
              <a:t/>
            </a:r>
            <a:endParaRPr b="0" sz="1100">
              <a:solidFill>
                <a:schemeClr val="dk1"/>
              </a:solidFill>
              <a:latin typeface="Arial"/>
              <a:ea typeface="Arial"/>
              <a:cs typeface="Arial"/>
              <a:sym typeface="Arial"/>
            </a:endParaRPr>
          </a:p>
          <a:p>
            <a:pPr indent="0" lvl="0" marL="0" rtl="0" algn="l">
              <a:spcBef>
                <a:spcPts val="0"/>
              </a:spcBef>
              <a:spcAft>
                <a:spcPts val="0"/>
              </a:spcAft>
              <a:buNone/>
            </a:pPr>
            <a:r>
              <a:rPr b="0" lang="es-419" sz="1100">
                <a:solidFill>
                  <a:schemeClr val="dk1"/>
                </a:solidFill>
                <a:latin typeface="Arial"/>
                <a:ea typeface="Arial"/>
                <a:cs typeface="Arial"/>
                <a:sym typeface="Arial"/>
              </a:rPr>
              <a:t>Como se muestra en este ejemplo, las etiquetas también pueden tener jerarquías. </a:t>
            </a:r>
            <a:endParaRPr b="0" sz="11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2d628dc353c_4_5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g2d628dc353c_4_5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es-419" sz="1100">
                <a:solidFill>
                  <a:schemeClr val="dk1"/>
                </a:solidFill>
                <a:latin typeface="Arial"/>
                <a:ea typeface="Arial"/>
                <a:cs typeface="Arial"/>
                <a:sym typeface="Arial"/>
              </a:rPr>
              <a:t>Cuando encuentre instancias de objetos, debe comprender dónde está el objeto detectado en la imagen. Los resultados de Amazon Rekognition para cada instancia incluyen un cuadro delimitador que contiene la coordenada inicial (</a:t>
            </a:r>
            <a:r>
              <a:rPr b="0" i="1" lang="es-419" sz="1100">
                <a:solidFill>
                  <a:schemeClr val="dk1"/>
                </a:solidFill>
                <a:latin typeface="Arial"/>
                <a:ea typeface="Arial"/>
                <a:cs typeface="Arial"/>
                <a:sym typeface="Arial"/>
              </a:rPr>
              <a:t>Arriba</a:t>
            </a:r>
            <a:r>
              <a:rPr b="0" lang="es-419" sz="1100">
                <a:solidFill>
                  <a:schemeClr val="dk1"/>
                </a:solidFill>
                <a:latin typeface="Arial"/>
                <a:ea typeface="Arial"/>
                <a:cs typeface="Arial"/>
                <a:sym typeface="Arial"/>
              </a:rPr>
              <a:t>, </a:t>
            </a:r>
            <a:r>
              <a:rPr b="0" i="1" lang="es-419" sz="1100">
                <a:solidFill>
                  <a:schemeClr val="dk1"/>
                </a:solidFill>
                <a:latin typeface="Arial"/>
                <a:ea typeface="Arial"/>
                <a:cs typeface="Arial"/>
                <a:sym typeface="Arial"/>
              </a:rPr>
              <a:t>Izquierda</a:t>
            </a:r>
            <a:r>
              <a:rPr b="0" lang="es-419" sz="1100">
                <a:solidFill>
                  <a:schemeClr val="dk1"/>
                </a:solidFill>
                <a:latin typeface="Arial"/>
                <a:ea typeface="Arial"/>
                <a:cs typeface="Arial"/>
                <a:sym typeface="Arial"/>
              </a:rPr>
              <a:t>) y las dimensiones del cuadro (</a:t>
            </a:r>
            <a:r>
              <a:rPr b="0" i="1" lang="es-419" sz="1100" u="none">
                <a:solidFill>
                  <a:schemeClr val="dk1"/>
                </a:solidFill>
                <a:latin typeface="Arial"/>
                <a:ea typeface="Arial"/>
                <a:cs typeface="Arial"/>
                <a:sym typeface="Arial"/>
              </a:rPr>
              <a:t>Ancho</a:t>
            </a:r>
            <a:r>
              <a:rPr b="0" lang="es-419" sz="1100">
                <a:solidFill>
                  <a:schemeClr val="dk1"/>
                </a:solidFill>
                <a:latin typeface="Arial"/>
                <a:ea typeface="Arial"/>
                <a:cs typeface="Arial"/>
                <a:sym typeface="Arial"/>
              </a:rPr>
              <a:t>, </a:t>
            </a:r>
            <a:r>
              <a:rPr b="0" i="1" lang="es-419" sz="1100">
                <a:solidFill>
                  <a:schemeClr val="dk1"/>
                </a:solidFill>
                <a:latin typeface="Arial"/>
                <a:ea typeface="Arial"/>
                <a:cs typeface="Arial"/>
                <a:sym typeface="Arial"/>
              </a:rPr>
              <a:t>Altura</a:t>
            </a:r>
            <a:r>
              <a:rPr b="0" lang="es-419" sz="1100">
                <a:solidFill>
                  <a:schemeClr val="dk1"/>
                </a:solidFill>
                <a:latin typeface="Arial"/>
                <a:ea typeface="Arial"/>
                <a:cs typeface="Arial"/>
                <a:sym typeface="Arial"/>
              </a:rPr>
              <a:t>). Al igual que en el ejemplo, puede utilizar esta información para determinar la ubicación del objeto detectado en la imagen.</a:t>
            </a:r>
            <a:endParaRPr/>
          </a:p>
          <a:p>
            <a:pPr indent="0" lvl="0" marL="0" rtl="0" algn="l">
              <a:spcBef>
                <a:spcPts val="0"/>
              </a:spcBef>
              <a:spcAft>
                <a:spcPts val="0"/>
              </a:spcAft>
              <a:buNone/>
            </a:pPr>
            <a:r>
              <a:t/>
            </a:r>
            <a:endParaRPr b="0" sz="1100">
              <a:solidFill>
                <a:schemeClr val="dk1"/>
              </a:solidFill>
              <a:latin typeface="Arial"/>
              <a:ea typeface="Arial"/>
              <a:cs typeface="Arial"/>
              <a:sym typeface="Arial"/>
            </a:endParaRPr>
          </a:p>
          <a:p>
            <a:pPr indent="0" lvl="0" marL="0" rtl="0" algn="l">
              <a:spcBef>
                <a:spcPts val="0"/>
              </a:spcBef>
              <a:spcAft>
                <a:spcPts val="0"/>
              </a:spcAft>
              <a:buNone/>
            </a:pPr>
            <a:r>
              <a:rPr b="0" lang="es-419" sz="1100">
                <a:solidFill>
                  <a:schemeClr val="dk1"/>
                </a:solidFill>
                <a:latin typeface="Arial"/>
                <a:ea typeface="Arial"/>
                <a:cs typeface="Arial"/>
                <a:sym typeface="Arial"/>
              </a:rPr>
              <a:t>Es importante tener en cuenta que todos los hallazgos contienen una puntuación de confianza. Puede utilizar la puntuación de confianza de sus aplicaciones para ajustar su respuesta a las predicciones. Con una puntuación más alta, es más probable que el objeto haya sido etiquetado correctamente.</a:t>
            </a:r>
            <a:endParaRPr b="0" sz="11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2d628dc353c_4_5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1" name="Google Shape;621;g2d628dc353c_4_548:notes"/>
          <p:cNvSpPr txBox="1"/>
          <p:nvPr>
            <p:ph idx="1" type="body"/>
          </p:nvPr>
        </p:nvSpPr>
        <p:spPr>
          <a:xfrm>
            <a:off x="685800" y="4400550"/>
            <a:ext cx="5486400" cy="410765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es-419">
                <a:latin typeface="Arial"/>
                <a:ea typeface="Arial"/>
                <a:cs typeface="Arial"/>
                <a:sym typeface="Arial"/>
              </a:rPr>
              <a:t>La detección facial utiliza un modelo que se optimizó para realizar predicciones específicas para detectar rostros y rasgos faciales, incluyendo:</a:t>
            </a:r>
            <a:endParaRPr/>
          </a:p>
          <a:p>
            <a:pPr indent="0" lvl="0" marL="0" rtl="0" algn="l">
              <a:spcBef>
                <a:spcPts val="0"/>
              </a:spcBef>
              <a:spcAft>
                <a:spcPts val="0"/>
              </a:spcAft>
              <a:buNone/>
            </a:pPr>
            <a:r>
              <a:t/>
            </a:r>
            <a:endParaRPr b="0">
              <a:latin typeface="Arial"/>
              <a:ea typeface="Arial"/>
              <a:cs typeface="Arial"/>
              <a:sym typeface="Arial"/>
            </a:endParaRPr>
          </a:p>
          <a:p>
            <a:pPr indent="-171450" lvl="0" marL="171450" rtl="0" algn="l">
              <a:spcBef>
                <a:spcPts val="0"/>
              </a:spcBef>
              <a:spcAft>
                <a:spcPts val="0"/>
              </a:spcAft>
              <a:buClr>
                <a:schemeClr val="dk1"/>
              </a:buClr>
              <a:buSzPts val="1100"/>
              <a:buFont typeface="Arial"/>
              <a:buChar char="•"/>
            </a:pPr>
            <a:r>
              <a:rPr b="1" lang="es-419">
                <a:latin typeface="Arial"/>
                <a:ea typeface="Arial"/>
                <a:cs typeface="Arial"/>
                <a:sym typeface="Arial"/>
              </a:rPr>
              <a:t>Cuadro delimitador</a:t>
            </a:r>
            <a:r>
              <a:rPr lang="es-419">
                <a:latin typeface="Arial"/>
                <a:ea typeface="Arial"/>
                <a:cs typeface="Arial"/>
                <a:sym typeface="Arial"/>
              </a:rPr>
              <a:t>: las coordenadas del cuadro delimitador que rodea el rostro. </a:t>
            </a:r>
            <a:endParaRPr/>
          </a:p>
          <a:p>
            <a:pPr indent="-171450" lvl="0" marL="171450" rtl="0" algn="l">
              <a:spcBef>
                <a:spcPts val="0"/>
              </a:spcBef>
              <a:spcAft>
                <a:spcPts val="0"/>
              </a:spcAft>
              <a:buClr>
                <a:schemeClr val="dk1"/>
              </a:buClr>
              <a:buSzPts val="1100"/>
              <a:buFont typeface="Arial"/>
              <a:buChar char="•"/>
            </a:pPr>
            <a:r>
              <a:rPr b="1" lang="es-419">
                <a:latin typeface="Arial"/>
                <a:ea typeface="Arial"/>
                <a:cs typeface="Arial"/>
                <a:sym typeface="Arial"/>
              </a:rPr>
              <a:t>Confianza</a:t>
            </a:r>
            <a:r>
              <a:rPr lang="es-419">
                <a:latin typeface="Arial"/>
                <a:ea typeface="Arial"/>
                <a:cs typeface="Arial"/>
                <a:sym typeface="Arial"/>
              </a:rPr>
              <a:t>: grado de confianza de que el cuadro delimitador contiene un rostro. </a:t>
            </a:r>
            <a:endParaRPr/>
          </a:p>
          <a:p>
            <a:pPr indent="-171450" lvl="0" marL="171450" rtl="0" algn="l">
              <a:spcBef>
                <a:spcPts val="0"/>
              </a:spcBef>
              <a:spcAft>
                <a:spcPts val="0"/>
              </a:spcAft>
              <a:buClr>
                <a:schemeClr val="dk1"/>
              </a:buClr>
              <a:buSzPts val="1100"/>
              <a:buFont typeface="Arial"/>
              <a:buChar char="•"/>
            </a:pPr>
            <a:r>
              <a:rPr b="1" lang="es-419">
                <a:latin typeface="Arial"/>
                <a:ea typeface="Arial"/>
                <a:cs typeface="Arial"/>
                <a:sym typeface="Arial"/>
              </a:rPr>
              <a:t>Referencias faciales</a:t>
            </a:r>
            <a:r>
              <a:rPr lang="es-419">
                <a:latin typeface="Arial"/>
                <a:ea typeface="Arial"/>
                <a:cs typeface="Arial"/>
                <a:sym typeface="Arial"/>
              </a:rPr>
              <a:t>: una matriz de referencias faciales. Para cada referencia (como el ojo izquierdo, el ojo derecho y la boca), la respuesta proporciona las coordenadas x, y. </a:t>
            </a:r>
            <a:endParaRPr/>
          </a:p>
          <a:p>
            <a:pPr indent="-171450" lvl="0" marL="171450" rtl="0" algn="l">
              <a:spcBef>
                <a:spcPts val="0"/>
              </a:spcBef>
              <a:spcAft>
                <a:spcPts val="0"/>
              </a:spcAft>
              <a:buClr>
                <a:schemeClr val="dk1"/>
              </a:buClr>
              <a:buSzPts val="1100"/>
              <a:buFont typeface="Arial"/>
              <a:buChar char="•"/>
            </a:pPr>
            <a:r>
              <a:rPr b="1" lang="es-419">
                <a:latin typeface="Arial"/>
                <a:ea typeface="Arial"/>
                <a:cs typeface="Arial"/>
                <a:sym typeface="Arial"/>
              </a:rPr>
              <a:t>Atributos faciales</a:t>
            </a:r>
            <a:r>
              <a:rPr lang="es-419">
                <a:latin typeface="Arial"/>
                <a:ea typeface="Arial"/>
                <a:cs typeface="Arial"/>
                <a:sym typeface="Arial"/>
              </a:rPr>
              <a:t>: conjunto de atributos faciales; por ejemplo, si el rostro tiene barba. Para cada atributo, la respuesta proporciona un valor. El valor puede ser de diferentes tipos, como un tipo booleano (si una persona lleva gafas), una cadena (si la persona es un hombre o una mujer), etc. Para la mayoría de los atributos la respuesta proporciona también una puntuación de confianza en el valor detectado para el atributo. </a:t>
            </a:r>
            <a:endParaRPr/>
          </a:p>
          <a:p>
            <a:pPr indent="-171450" lvl="0" marL="171450" rtl="0" algn="l">
              <a:spcBef>
                <a:spcPts val="0"/>
              </a:spcBef>
              <a:spcAft>
                <a:spcPts val="0"/>
              </a:spcAft>
              <a:buClr>
                <a:schemeClr val="dk1"/>
              </a:buClr>
              <a:buSzPts val="1100"/>
              <a:buFont typeface="Arial"/>
              <a:buChar char="•"/>
            </a:pPr>
            <a:r>
              <a:rPr b="1" lang="es-419">
                <a:latin typeface="Arial"/>
                <a:ea typeface="Arial"/>
                <a:cs typeface="Arial"/>
                <a:sym typeface="Arial"/>
              </a:rPr>
              <a:t>Calidad</a:t>
            </a:r>
            <a:r>
              <a:rPr lang="es-419">
                <a:latin typeface="Arial"/>
                <a:ea typeface="Arial"/>
                <a:cs typeface="Arial"/>
                <a:sym typeface="Arial"/>
              </a:rPr>
              <a:t>: describe el brillo y la nitidez del rostro. </a:t>
            </a:r>
            <a:endParaRPr/>
          </a:p>
          <a:p>
            <a:pPr indent="-171450" lvl="0" marL="171450" rtl="0" algn="l">
              <a:spcBef>
                <a:spcPts val="0"/>
              </a:spcBef>
              <a:spcAft>
                <a:spcPts val="0"/>
              </a:spcAft>
              <a:buClr>
                <a:schemeClr val="dk1"/>
              </a:buClr>
              <a:buSzPts val="1100"/>
              <a:buFont typeface="Arial"/>
              <a:buChar char="•"/>
            </a:pPr>
            <a:r>
              <a:rPr b="1" lang="es-419">
                <a:latin typeface="Arial"/>
                <a:ea typeface="Arial"/>
                <a:cs typeface="Arial"/>
                <a:sym typeface="Arial"/>
              </a:rPr>
              <a:t>Postura</a:t>
            </a:r>
            <a:r>
              <a:rPr lang="es-419">
                <a:latin typeface="Arial"/>
                <a:ea typeface="Arial"/>
                <a:cs typeface="Arial"/>
                <a:sym typeface="Arial"/>
              </a:rPr>
              <a:t>: describe la rotación del rostro dentro de la imagen. </a:t>
            </a:r>
            <a:endParaRPr/>
          </a:p>
          <a:p>
            <a:pPr indent="-171450" lvl="0" marL="171450" rtl="0" algn="l">
              <a:spcBef>
                <a:spcPts val="0"/>
              </a:spcBef>
              <a:spcAft>
                <a:spcPts val="0"/>
              </a:spcAft>
              <a:buClr>
                <a:schemeClr val="dk1"/>
              </a:buClr>
              <a:buSzPts val="1100"/>
              <a:buFont typeface="Arial"/>
              <a:buChar char="•"/>
            </a:pPr>
            <a:r>
              <a:rPr b="1" lang="es-419">
                <a:latin typeface="Arial"/>
                <a:ea typeface="Arial"/>
                <a:cs typeface="Arial"/>
                <a:sym typeface="Arial"/>
              </a:rPr>
              <a:t>Emociones</a:t>
            </a:r>
            <a:r>
              <a:rPr lang="es-419">
                <a:latin typeface="Arial"/>
                <a:ea typeface="Arial"/>
                <a:cs typeface="Arial"/>
                <a:sym typeface="Arial"/>
              </a:rPr>
              <a:t>: un conjunto de emociones con confianza en el análisis.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Una vez más, la confianza es una característica aquí, y se proporciona para cada característica que se detectó. La predicción de características se basa únicamente en la observación visual. </a:t>
            </a:r>
            <a:endParaRPr>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2d628dc353c_4_5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g2d628dc353c_4_5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Con Amazon Rekognition, puede comparar dos imágenes para determinar si contienen a la misma persona. Las comparaciones requieren tanto una imagen de origen como de destino. Los resultados incluirán todos los rostros encontrados e incluirán información sobre rostros coincidentes y no coincidentes. Nuevamente, las puntuaciones de confianza indican cuán probable es cada predicción.</a:t>
            </a:r>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2d628dc353c_4_5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g2d628dc353c_4_5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Amazon Rekognition también puede buscar rostros conocidos. Para utilizar esta función, debe entrenar el modelo proporcionando una colección de imágenes para utilizar. Después de entrenar el modelo, puede detectar a esas personas en las imágenes que proporcione.</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Para buscar rostros conocidos, primero debe crear una colección y, a continuación, agregar rostros a la colección. Amazon Rekognition realizará el reconocimiento facial de las imágenes que proporcione y devolverá información típica, como las coordenadas del cuadro delimitador o la puntuación de confianza.</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Para asociar rostros a una imagen, debe especificar un ID de imagen en el parámetro de solicitud</a:t>
            </a:r>
            <a:r>
              <a:rPr i="0" lang="es-419">
                <a:latin typeface="Arial"/>
                <a:ea typeface="Arial"/>
                <a:cs typeface="Arial"/>
                <a:sym typeface="Arial"/>
              </a:rPr>
              <a:t>ExternalImageId</a:t>
            </a:r>
            <a:r>
              <a:rPr lang="es-419">
                <a:latin typeface="Arial"/>
                <a:ea typeface="Arial"/>
                <a:cs typeface="Arial"/>
                <a:sym typeface="Arial"/>
              </a:rPr>
              <a:t>. Puede ser el nombre de archivo de la imagen u otro ID que usted cree.</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2d628dc353c_4_5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2" name="Google Shape;662;g2d628dc353c_4_5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Después de crear la colección, puede utilizar la operación SearchFacesByImage para buscar rostros de la colección.</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Los datos devueltos contienen una matriz de todos los rostros que coinciden. La información incluye cuadros delimitadores, puntuaciones de confianza y el valor ExternalImageId (que puede usar para volver a vincular a la imagen de origen). </a:t>
            </a:r>
            <a:endParaRPr>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2d628dc353c_4_6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7" name="Google Shape;677;g2d628dc353c_4_6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Cuando Amazon Rekognition detecta un rostro humano, captura un cuadro delimitador que indica dónde se encontró el rostro en el video. También puede detectar atributos como la posición de los ojos, la nariz y la boca. Puede detectar la emoción, la calidad de la detección y cualquier punto de referencia que pueda aparecer.</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Todos estos elementos tendrán una puntuación de confianza asociada. Una puntuación más alta indica que el modelo tiene mayor confianza en la detección.</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El género se infiere de la imagen. No se infiere de la identidad. Del mismo modo, la emoción también se determina en base a la imagen y puede que no refleje el estado emocional real del sujeto.</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b="1" lang="es-419">
                <a:latin typeface="Arial"/>
                <a:ea typeface="Arial"/>
                <a:cs typeface="Arial"/>
                <a:sym typeface="Arial"/>
              </a:rPr>
              <a:t>* ¿Cómo debería utilizar el reconocimiento facial de manera responsable?</a:t>
            </a:r>
            <a:endParaRPr/>
          </a:p>
          <a:p>
            <a:pPr indent="0" lvl="0" marL="0" rtl="0" algn="l">
              <a:spcBef>
                <a:spcPts val="0"/>
              </a:spcBef>
              <a:spcAft>
                <a:spcPts val="0"/>
              </a:spcAft>
              <a:buNone/>
            </a:pPr>
            <a:r>
              <a:rPr lang="es-419">
                <a:latin typeface="Arial"/>
                <a:ea typeface="Arial"/>
                <a:cs typeface="Arial"/>
                <a:sym typeface="Arial"/>
              </a:rPr>
              <a:t>El reconocimiento facial nunca debe utilizarse de manera que viole los derechos de una persona, incluido el derecho a la intimidad. Tampoco se debe usar para tomar decisiones autónomas para situaciones que requieren análisis por parte de un humano. Por ejemplo, considere un banco que utilice herramientas como Amazon Rekognition para verificar la identidad de sus clientes en una aplicación financiera. El banco siempre debe revelar claramente su uso de la tecnología y pedir al cliente su aprobación de los términos y condiciones. En cuanto a la seguridad pública y el cumplimiento de la ley, creemos que los gobiernos pueden colaborar con las fuerzas del orden para desarrollar políticas de uso de tecnologías de reconocimiento facial aceptables que protejan los derechos de los ciudadanos y permitan a las autoridades proteger la seguridad pública.</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En todas las situaciones de seguridad pública y cumplimiento de la ley, la tecnología como Amazon Rekognition solo debería utilizarse para reducir los posibles resultados. Las respuestas de Amazon Rekognition permiten a los oficiales obtener un conjunto de rostros de manera rápida para su posterior análisis por personas. Dada la gravedad de los casos de uso de seguridad pública, es necesario complementar el reconocimiento facial con una evaluación realizada por personas. El software de reconocimiento facial no debería usarse de manera autónoma.</a:t>
            </a:r>
            <a:endParaRPr/>
          </a:p>
          <a:p>
            <a:pPr indent="0" lvl="0" marL="0" rtl="0" algn="l">
              <a:spcBef>
                <a:spcPts val="0"/>
              </a:spcBef>
              <a:spcAft>
                <a:spcPts val="0"/>
              </a:spcAft>
              <a:buNone/>
            </a:pPr>
            <a:r>
              <a:t/>
            </a:r>
            <a:endParaRPr>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lang="es-419" sz="1100">
                <a:solidFill>
                  <a:schemeClr val="dk1"/>
                </a:solidFill>
                <a:latin typeface="Arial"/>
                <a:ea typeface="Arial"/>
                <a:cs typeface="Arial"/>
                <a:sym typeface="Arial"/>
              </a:rPr>
              <a:t>Para obtener más información, consulte la página web de AWS: </a:t>
            </a:r>
            <a:r>
              <a:rPr b="0" lang="es-419" sz="1100">
                <a:solidFill>
                  <a:schemeClr val="dk1"/>
                </a:solidFill>
                <a:latin typeface="Arial"/>
                <a:ea typeface="Arial"/>
                <a:cs typeface="Arial"/>
                <a:sym typeface="Arial"/>
              </a:rPr>
              <a:t>https://aws.amazon.com/rekognition/the-facts-on-facial-recognition-with-artificial-intelligence/</a:t>
            </a:r>
            <a:endParaRPr b="0">
              <a:solidFill>
                <a:schemeClr val="dk1"/>
              </a:solidFill>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2d628dc353c_4_6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3" name="Google Shape;683;g2d628dc353c_4_6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Su instructor ahora demostrará Amazon Rekognition o le proporcionará acceso a una demostración grabada</a:t>
            </a:r>
            <a:r>
              <a:rPr lang="es-419" sz="1100">
                <a:latin typeface="Arial"/>
                <a:ea typeface="Arial"/>
                <a:cs typeface="Arial"/>
                <a:sym typeface="Arial"/>
              </a:rPr>
              <a: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2d628dc353c_4_6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g2d628dc353c_4_611:notes"/>
          <p:cNvSpPr txBox="1"/>
          <p:nvPr>
            <p:ph idx="1" type="body"/>
          </p:nvPr>
        </p:nvSpPr>
        <p:spPr>
          <a:xfrm>
            <a:off x="685800" y="4400550"/>
            <a:ext cx="5486400" cy="41290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Puede realizar el procesamiento de video tanto en videos almacenados como en secuencias de video.</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Los videos almacenados deben almacenarse en un bucket de S3.</a:t>
            </a:r>
            <a:endParaRPr/>
          </a:p>
          <a:p>
            <a:pPr indent="0" lvl="0" marL="0" rtl="0" algn="l">
              <a:spcBef>
                <a:spcPts val="0"/>
              </a:spcBef>
              <a:spcAft>
                <a:spcPts val="0"/>
              </a:spcAft>
              <a:buNone/>
            </a:pPr>
            <a:r>
              <a:t/>
            </a:r>
            <a:endParaRPr>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lang="es-419">
                <a:latin typeface="Arial"/>
                <a:ea typeface="Arial"/>
                <a:cs typeface="Arial"/>
                <a:sym typeface="Arial"/>
              </a:rPr>
              <a:t>Cada tipo de detección tiene su propia operación de inicio. Puede buscar personas, rostros, etiquetas, celebridades, texto y contenido inapropiado.</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Amazon Rekognition publica el estado de finalización en un tema de Amazon Simple Notification Service (Amazon SNS). A continuación, Amazon SNS puede enrutar estos mensajes a los suscriptores. Es recomendable enrutar mensajes a una cola de mensajes de Amazon Simple Queue Service (Amazon SQS) para mayor durabilidad. Su aplicación debe supervisar la cola SQS para completarla.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Cada operación Start (inicio) tiene una operación Get (obtención) correspondiente para recuperar los resultados.</a:t>
            </a:r>
            <a:endParaRPr/>
          </a:p>
          <a:p>
            <a:pPr indent="0" lvl="0" marL="0" rtl="0" algn="l">
              <a:spcBef>
                <a:spcPts val="0"/>
              </a:spcBef>
              <a:spcAft>
                <a:spcPts val="0"/>
              </a:spcAft>
              <a:buNone/>
            </a:pPr>
            <a:r>
              <a:t/>
            </a:r>
            <a:endParaRPr>
              <a:latin typeface="Arial"/>
              <a:ea typeface="Arial"/>
              <a:cs typeface="Arial"/>
              <a:sym typeface="Arial"/>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Personas: StartPersonTracking / GetPersonTracking</a:t>
            </a:r>
            <a:endParaRPr>
              <a:latin typeface="Arial"/>
              <a:ea typeface="Arial"/>
              <a:cs typeface="Arial"/>
              <a:sym typeface="Arial"/>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Rostros: StartFaceDetection / GetFaceDetection</a:t>
            </a:r>
            <a:endParaRPr>
              <a:latin typeface="Arial"/>
              <a:ea typeface="Arial"/>
              <a:cs typeface="Arial"/>
              <a:sym typeface="Arial"/>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Etiquetas: StartLabelDetection / GetLabelDetection</a:t>
            </a:r>
            <a:endParaRPr>
              <a:latin typeface="Arial"/>
              <a:ea typeface="Arial"/>
              <a:cs typeface="Arial"/>
              <a:sym typeface="Arial"/>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Celebridades: StartCelebrityRecognition / GetCelebrityRecognition</a:t>
            </a:r>
            <a:endParaRPr>
              <a:latin typeface="Arial"/>
              <a:ea typeface="Arial"/>
              <a:cs typeface="Arial"/>
              <a:sym typeface="Arial"/>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Contenido para adultos explícito o sugerente: StartContentModeration / GetContentModeration</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Al llamar a Get Detection Results (Obtener resultados de detección) devuelve una matriz de etiquetas que contienen información sobre las etiquetas que se encontraron en el video. La información de la etiqueta incluye las mismas etiquetas que la detección de imágenes, junto con una marca de tiempo donde se detectó la etiqueta en milisegundos desde el inicio del video.</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2d628dc353c_4_6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2d628dc353c_4_676:notes"/>
          <p:cNvSpPr txBox="1"/>
          <p:nvPr>
            <p:ph idx="1" type="body"/>
          </p:nvPr>
        </p:nvSpPr>
        <p:spPr>
          <a:xfrm>
            <a:off x="685800" y="4400550"/>
            <a:ext cx="5486400" cy="3843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Puede utilizar Amazon Rekognition Video para detectar y reconocer rostros en la transmisión de video. Un caso de uso típico es cuando se desea detectar un rostro conocido en una transmisión de video. Amazon Rekognition Video utiliza Amazon Kinesis Video Streams para recibir y procesar una transmisión de video. Los resultados del análisis pasan de Amazon Rekognition Video a una transmisión de datos de Kinesis y, luego, la aplicación de su cliente los lee. Amazon Rekognition Video proporciona un procesador de transmisiones (CreateStreamProcessor) que puede utilizar para iniciar y gestionar el análisis de la transmisión de video.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Para utilizar Amazon Rekognition Video con transmisión de video, la aplicación debe implementar los siguientes recursos: </a:t>
            </a:r>
            <a:endParaRPr/>
          </a:p>
          <a:p>
            <a:pPr indent="0" lvl="0" marL="0" rtl="0" algn="l">
              <a:spcBef>
                <a:spcPts val="0"/>
              </a:spcBef>
              <a:spcAft>
                <a:spcPts val="0"/>
              </a:spcAft>
              <a:buNone/>
            </a:pPr>
            <a:r>
              <a:t/>
            </a:r>
            <a:endParaRPr>
              <a:latin typeface="Arial"/>
              <a:ea typeface="Arial"/>
              <a:cs typeface="Arial"/>
              <a:sym typeface="Arial"/>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Un flujo de video de Kinesis para enviar transmisión de video a Amazon Rekognition Video</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Un procesador de transmisión de Amazon Rekognition Video para administrar el análisis de la transmisión de video</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Un consumidor de flujo de datos de Kinesis para leer los resultados de análisis que Amazon Rekognition Video envía al flujo de datos de Kinesis</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Para encontrar un rostro, debe crear una colección. Este proceso es el mismo que para crear una colección cuando se trabaja con imágenes.</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Amazon Rekognition Video coloca un registro de fotograma de JSON para cada fotograma analizado en el flujo de salida de Kinesis. Amazon Rekognition Video no analiza todos los fotogramas que se le pasan a través de la transmisión de video de Kinesis.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Un registro de fotogramas que se envía a una secuencia de datos de Kinesis contiene información sobre el fragmento de secuencia de video de Kinesis en el que se encuentra el fotograma y las caras que se reconocen en el fotograma. También incluye información de estado para el procesador de secuencias.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2d628dc353c_4_6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0" name="Google Shape;780;g2d628dc353c_4_6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s-419" sz="1200">
                <a:latin typeface="Arial"/>
                <a:ea typeface="Arial"/>
                <a:cs typeface="Arial"/>
                <a:sym typeface="Arial"/>
              </a:rPr>
              <a:t>Estos son algunos de los aprendizajes clave de esta sección del módulo:</a:t>
            </a:r>
            <a:endParaRPr sz="1200">
              <a:solidFill>
                <a:srgbClr val="000000"/>
              </a:solidFill>
              <a:latin typeface="Arial"/>
              <a:ea typeface="Arial"/>
              <a:cs typeface="Arial"/>
              <a:sym typeface="Arial"/>
            </a:endParaRPr>
          </a:p>
          <a:p>
            <a:pPr indent="-101600" lvl="0" marL="171450" rtl="0" algn="l">
              <a:spcBef>
                <a:spcPts val="0"/>
              </a:spcBef>
              <a:spcAft>
                <a:spcPts val="0"/>
              </a:spcAft>
              <a:buClr>
                <a:schemeClr val="dk1"/>
              </a:buClr>
              <a:buSzPts val="1100"/>
              <a:buFont typeface="Arial"/>
              <a:buNone/>
            </a:pPr>
            <a:r>
              <a:t/>
            </a:r>
            <a:endParaRPr>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100"/>
              <a:buFont typeface="Arial"/>
              <a:buChar char="•"/>
            </a:pPr>
            <a:r>
              <a:rPr lang="es-419">
                <a:latin typeface="Arial"/>
                <a:ea typeface="Arial"/>
                <a:cs typeface="Arial"/>
                <a:sym typeface="Arial"/>
              </a:rPr>
              <a:t>Amazon Rekognition es un servicio de visión artificial basado en el aprendizaje profundo. Agregue fácilmente imágenes inteligentes y análisis de video a sus aplicaciones.</a:t>
            </a:r>
            <a:endParaRPr/>
          </a:p>
          <a:p>
            <a:pPr indent="-171450" lvl="0" marL="171450" marR="0" rtl="0" algn="l">
              <a:lnSpc>
                <a:spcPct val="100000"/>
              </a:lnSpc>
              <a:spcBef>
                <a:spcPts val="0"/>
              </a:spcBef>
              <a:spcAft>
                <a:spcPts val="0"/>
              </a:spcAft>
              <a:buClr>
                <a:schemeClr val="dk1"/>
              </a:buClr>
              <a:buSzPts val="1100"/>
              <a:buFont typeface="Arial"/>
              <a:buChar char="•"/>
            </a:pPr>
            <a:r>
              <a:rPr lang="es-419">
                <a:latin typeface="Arial"/>
                <a:ea typeface="Arial"/>
                <a:cs typeface="Arial"/>
                <a:sym typeface="Arial"/>
              </a:rPr>
              <a:t>Amazon Rekognition proporciona detección de imágenes y videos de rostros, sentimientos, texto, contenido no seguro y búsqueda en bibliotecas.</a:t>
            </a:r>
            <a:endParaRPr/>
          </a:p>
          <a:p>
            <a:pPr indent="-171450" lvl="0" marL="171450" marR="0" rtl="0" algn="l">
              <a:lnSpc>
                <a:spcPct val="100000"/>
              </a:lnSpc>
              <a:spcBef>
                <a:spcPts val="0"/>
              </a:spcBef>
              <a:spcAft>
                <a:spcPts val="0"/>
              </a:spcAft>
              <a:buClr>
                <a:schemeClr val="dk1"/>
              </a:buClr>
              <a:buSzPts val="1100"/>
              <a:buFont typeface="Arial"/>
              <a:buChar char="•"/>
            </a:pPr>
            <a:r>
              <a:rPr lang="es-419">
                <a:latin typeface="Arial"/>
                <a:ea typeface="Arial"/>
                <a:cs typeface="Arial"/>
                <a:sym typeface="Arial"/>
              </a:rPr>
              <a:t>Amazon Rekognition está integrado en otros servicios de AWS.</a:t>
            </a:r>
            <a:endParaRPr>
              <a:latin typeface="Arial"/>
              <a:ea typeface="Arial"/>
              <a:cs typeface="Arial"/>
              <a:sym typeface="Arial"/>
            </a:endParaRPr>
          </a:p>
          <a:p>
            <a:pPr indent="-101600" lvl="0" marL="171450" marR="0" rtl="0" algn="l">
              <a:lnSpc>
                <a:spcPct val="100000"/>
              </a:lnSpc>
              <a:spcBef>
                <a:spcPts val="0"/>
              </a:spcBef>
              <a:spcAft>
                <a:spcPts val="0"/>
              </a:spcAft>
              <a:buClr>
                <a:schemeClr val="dk1"/>
              </a:buClr>
              <a:buSzPts val="1100"/>
              <a:buFont typeface="Arial"/>
              <a:buNone/>
            </a:pPr>
            <a:r>
              <a:t/>
            </a:r>
            <a:endParaRPr>
              <a:latin typeface="Arial"/>
              <a:ea typeface="Arial"/>
              <a:cs typeface="Arial"/>
              <a:sym typeface="Arial"/>
            </a:endParaRPr>
          </a:p>
          <a:p>
            <a:pPr indent="-101600" lvl="0" marL="171450" marR="0" rtl="0" algn="l">
              <a:lnSpc>
                <a:spcPct val="100000"/>
              </a:lnSpc>
              <a:spcBef>
                <a:spcPts val="0"/>
              </a:spcBef>
              <a:spcAft>
                <a:spcPts val="0"/>
              </a:spcAft>
              <a:buClr>
                <a:schemeClr val="dk1"/>
              </a:buClr>
              <a:buSzPts val="1100"/>
              <a:buFont typeface="Arial"/>
              <a:buNone/>
            </a:pPr>
            <a:r>
              <a:t/>
            </a:r>
            <a:endParaRPr>
              <a:latin typeface="Arial"/>
              <a:ea typeface="Arial"/>
              <a:cs typeface="Arial"/>
              <a:sym typeface="Arial"/>
            </a:endParaRPr>
          </a:p>
          <a:p>
            <a:pPr indent="-101600" lvl="0" marL="171450" rtl="0" algn="l">
              <a:spcBef>
                <a:spcPts val="0"/>
              </a:spcBef>
              <a:spcAft>
                <a:spcPts val="0"/>
              </a:spcAft>
              <a:buClr>
                <a:schemeClr val="dk1"/>
              </a:buClr>
              <a:buSzPts val="1100"/>
              <a:buFont typeface="Arial"/>
              <a:buNone/>
            </a:pPr>
            <a:r>
              <a:t/>
            </a:r>
            <a:endParaRPr>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2d628dc353c_4_7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7" name="Google Shape;787;g2d628dc353c_4_7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sz="1100">
                <a:latin typeface="Arial"/>
                <a:ea typeface="Arial"/>
                <a:cs typeface="Arial"/>
                <a:sym typeface="Arial"/>
              </a:rPr>
              <a:t>Introducción a la Sección 3: Preparación de conjuntos de datos personalizados para la visión artificial.</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2d628dc353c_4_7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3" name="Google Shape;793;g2d628dc353c_4_7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lang="es-419">
                <a:latin typeface="Arial"/>
                <a:ea typeface="Arial"/>
                <a:cs typeface="Arial"/>
                <a:sym typeface="Arial"/>
              </a:rPr>
              <a:t>Puede ver estos videos:</a:t>
            </a:r>
            <a:endParaRPr sz="1100" u="sng">
              <a:solidFill>
                <a:schemeClr val="dk1"/>
              </a:solidFill>
              <a:latin typeface="Arial"/>
              <a:ea typeface="Arial"/>
              <a:cs typeface="Arial"/>
              <a:sym typeface="Arial"/>
            </a:endParaRPr>
          </a:p>
          <a:p>
            <a:pPr indent="0" lvl="0" marL="0" rtl="0" algn="l">
              <a:spcBef>
                <a:spcPts val="0"/>
              </a:spcBef>
              <a:spcAft>
                <a:spcPts val="0"/>
              </a:spcAft>
              <a:buNone/>
            </a:pPr>
            <a:r>
              <a:t/>
            </a:r>
            <a:endParaRPr sz="1100" u="sng">
              <a:solidFill>
                <a:schemeClr val="dk1"/>
              </a:solidFill>
              <a:latin typeface="Arial"/>
              <a:ea typeface="Arial"/>
              <a:cs typeface="Arial"/>
              <a:sym typeface="Arial"/>
            </a:endParaRPr>
          </a:p>
          <a:p>
            <a:pPr indent="-171450" lvl="0" marL="171450" rtl="0" algn="l">
              <a:spcBef>
                <a:spcPts val="0"/>
              </a:spcBef>
              <a:spcAft>
                <a:spcPts val="0"/>
              </a:spcAft>
              <a:buClr>
                <a:schemeClr val="dk1"/>
              </a:buClr>
              <a:buSzPts val="1100"/>
              <a:buFont typeface="Arial"/>
              <a:buChar char="•"/>
            </a:pPr>
            <a:r>
              <a:rPr lang="es-419" sz="1100" u="sng">
                <a:solidFill>
                  <a:schemeClr val="hlink"/>
                </a:solidFill>
                <a:latin typeface="Arial"/>
                <a:ea typeface="Arial"/>
                <a:cs typeface="Arial"/>
                <a:sym typeface="Arial"/>
                <a:hlinkClick r:id="rId2"/>
              </a:rPr>
              <a:t>Solapa de gatos con tecnología AWS DeepLens</a:t>
            </a:r>
            <a:endParaRPr sz="1100" u="sng">
              <a:solidFill>
                <a:schemeClr val="dk1"/>
              </a:solidFill>
              <a:latin typeface="Arial"/>
              <a:ea typeface="Arial"/>
              <a:cs typeface="Arial"/>
              <a:sym typeface="Arial"/>
            </a:endParaRPr>
          </a:p>
          <a:p>
            <a:pPr indent="-171450" lvl="0" marL="171450" rtl="0" algn="l">
              <a:spcBef>
                <a:spcPts val="0"/>
              </a:spcBef>
              <a:spcAft>
                <a:spcPts val="0"/>
              </a:spcAft>
              <a:buClr>
                <a:schemeClr val="dk1"/>
              </a:buClr>
              <a:buSzPts val="1100"/>
              <a:buFont typeface="Arial"/>
              <a:buChar char="•"/>
            </a:pPr>
            <a:r>
              <a:rPr lang="es-419" sz="1100" u="sng">
                <a:solidFill>
                  <a:schemeClr val="hlink"/>
                </a:solidFill>
                <a:latin typeface="Arial"/>
                <a:ea typeface="Arial"/>
                <a:cs typeface="Arial"/>
                <a:sym typeface="Arial"/>
                <a:hlinkClick r:id="rId3"/>
              </a:rPr>
              <a:t>Presentación de Ignite de Ben Hamm sobre el sistema que creó</a:t>
            </a:r>
            <a:endParaRPr sz="1100">
              <a:solidFill>
                <a:schemeClr val="dk1"/>
              </a:solidFill>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2d628dc353c_4_7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0" name="Google Shape;800;g2d628dc353c_4_7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Un desafío de usar un modelo preconstruido es que solo encontrará imágenes para las que fue entrenado. Aunque Amazon Rekognition fue entrenado con decenas de millones de imágenes, no puede detectar objetos en los que no fue entrenado.</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Por ejemplo, considere la carta del ocho de corazones. Si ejecuta esta carta a través de Amazon Rekognition, los resultados muestran varios atributos. Sin embargo, ninguna de las etiquetas es </a:t>
            </a:r>
            <a:r>
              <a:rPr i="1" lang="es-419">
                <a:latin typeface="Arial"/>
                <a:ea typeface="Arial"/>
                <a:cs typeface="Arial"/>
                <a:sym typeface="Arial"/>
              </a:rPr>
              <a:t>carta </a:t>
            </a:r>
            <a:r>
              <a:rPr lang="es-419">
                <a:latin typeface="Arial"/>
                <a:ea typeface="Arial"/>
                <a:cs typeface="Arial"/>
                <a:sym typeface="Arial"/>
              </a:rPr>
              <a:t>u </a:t>
            </a:r>
            <a:r>
              <a:rPr i="1" lang="es-419">
                <a:latin typeface="Arial"/>
                <a:ea typeface="Arial"/>
                <a:cs typeface="Arial"/>
                <a:sym typeface="Arial"/>
              </a:rPr>
              <a:t>ocho de corazones</a:t>
            </a:r>
            <a:r>
              <a:rPr lang="es-419">
                <a:latin typeface="Arial"/>
                <a:ea typeface="Arial"/>
                <a:cs typeface="Arial"/>
                <a:sym typeface="Arial"/>
              </a:rPr>
              <a:t>. Si desea que Amazon Rekognition detecte imágenes en su dominio problemático, debe entrenar al modelo con sus imágenes.</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En esta sección, aprenderá a entrenar a Amazon Rekognition con imágenes de su dominio problemático. Aunque aprenderá específicamente acerca de Amazon Rekognition, el proceso será similar si utiliza otros modelos preentrenados.</a:t>
            </a:r>
            <a:endParaRPr>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2d628dc353c_4_7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8" name="Google Shape;808;g2d628dc353c_4_723:notes"/>
          <p:cNvSpPr txBox="1"/>
          <p:nvPr>
            <p:ph idx="1" type="body"/>
          </p:nvPr>
        </p:nvSpPr>
        <p:spPr>
          <a:xfrm>
            <a:off x="685800" y="4400550"/>
            <a:ext cx="5486400" cy="382190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Al igual que con otros procesos de aprendizaje automático, debe entrenar a Amazon Rekognition para que reconozca escenas y objetos que se encuentran en un dominio. Por lo tanto, necesita un conjunto de datos de entrenamiento y un conjunto de datos de prueba que contenga imágenes etiquetadas. Amazon Rekognition Custom Labels puede ser útil para estas tareas.</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Puede utilizar Amazon Rekognition Custom Labels para buscar objetos y escenas que sean exclusivos de sus necesidades empresariales. Por ejemplo, puede utilizarlo para clasificar imágenes (predicciones a nivel de imagen) o detectar imágenes (predicciones a nivel de objeto o de cuadro delimitador). Por ejemplo, si desea identificar piezas específicas de la máquina, como un turbocompresor o un convertidor de par, puede recopilar imágenes de cada pieza y utilizarlas para entrenar un modelo.</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Muchos problemas de aprendizaje automático hoy en día se pueden resolver mediante el entrenamiento de modelos existentes. El entrenamiento de un algoritmo de visión artificial para reconocer imágenes requiere un gran conjunto de datos de entrada, lo cual no es práctico para la mayoría de las organizaciones.</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Puede utilizar un modelo existente o un servicio administrado como Amazon Rekognition Custom Labels para:</a:t>
            </a:r>
            <a:endParaRPr/>
          </a:p>
          <a:p>
            <a:pPr indent="0" lvl="0" marL="0" rtl="0" algn="l">
              <a:spcBef>
                <a:spcPts val="0"/>
              </a:spcBef>
              <a:spcAft>
                <a:spcPts val="0"/>
              </a:spcAft>
              <a:buNone/>
            </a:pPr>
            <a:r>
              <a:t/>
            </a:r>
            <a:endParaRPr>
              <a:latin typeface="Arial"/>
              <a:ea typeface="Arial"/>
              <a:cs typeface="Arial"/>
              <a:sym typeface="Arial"/>
            </a:endParaRPr>
          </a:p>
          <a:p>
            <a:pPr indent="-171450" lvl="0" marL="171450" rtl="0" algn="l">
              <a:spcBef>
                <a:spcPts val="0"/>
              </a:spcBef>
              <a:spcAft>
                <a:spcPts val="0"/>
              </a:spcAft>
              <a:buClr>
                <a:schemeClr val="dk1"/>
              </a:buClr>
              <a:buSzPts val="1100"/>
              <a:buFont typeface="Arial"/>
              <a:buChar char="•"/>
            </a:pPr>
            <a:r>
              <a:rPr b="1" lang="es-419">
                <a:latin typeface="Arial"/>
                <a:ea typeface="Arial"/>
                <a:cs typeface="Arial"/>
                <a:sym typeface="Arial"/>
              </a:rPr>
              <a:t>Simplificar el etiquetado de datos</a:t>
            </a:r>
            <a:r>
              <a:rPr lang="es-419">
                <a:latin typeface="Arial"/>
                <a:ea typeface="Arial"/>
                <a:cs typeface="Arial"/>
                <a:sym typeface="Arial"/>
              </a:rPr>
              <a:t>: Amazon Rekognition Custom Labels proporciona una interfaz de usuario para etiquetar imágenes, incluida la definición de cuadros delimitadores. </a:t>
            </a:r>
            <a:endParaRPr/>
          </a:p>
          <a:p>
            <a:pPr indent="-171450" lvl="0" marL="171450" rtl="0" algn="l">
              <a:spcBef>
                <a:spcPts val="0"/>
              </a:spcBef>
              <a:spcAft>
                <a:spcPts val="0"/>
              </a:spcAft>
              <a:buClr>
                <a:schemeClr val="dk1"/>
              </a:buClr>
              <a:buSzPts val="1100"/>
              <a:buFont typeface="Arial"/>
              <a:buChar char="•"/>
            </a:pPr>
            <a:r>
              <a:rPr b="1" lang="es-419">
                <a:latin typeface="Arial"/>
                <a:ea typeface="Arial"/>
                <a:cs typeface="Arial"/>
                <a:sym typeface="Arial"/>
              </a:rPr>
              <a:t>Proporcionar aprendizaje automático automatizado</a:t>
            </a:r>
            <a:r>
              <a:rPr lang="es-419">
                <a:latin typeface="Arial"/>
                <a:ea typeface="Arial"/>
                <a:cs typeface="Arial"/>
                <a:sym typeface="Arial"/>
              </a:rPr>
              <a:t>: Amazon Rekognition Custom Labels incluye capacidades de aprendizaje automático automatizado que administran el proceso de aprendizaje automático por usted. Cuando se han suministrado las imágenes de entrenamiento, Amazon Rekognition Custom Labels puede cargar y examinar automáticamente los datos, seleccionar los algoritmos adecuados de aprendizaje automático, entrenar un modelo y proporcionar las métricas de rendimiento del modelo.</a:t>
            </a:r>
            <a:endParaRPr/>
          </a:p>
          <a:p>
            <a:pPr indent="-171450" lvl="0" marL="171450" rtl="0" algn="l">
              <a:spcBef>
                <a:spcPts val="0"/>
              </a:spcBef>
              <a:spcAft>
                <a:spcPts val="0"/>
              </a:spcAft>
              <a:buClr>
                <a:schemeClr val="dk1"/>
              </a:buClr>
              <a:buSzPts val="1100"/>
              <a:buFont typeface="Arial"/>
              <a:buChar char="•"/>
            </a:pPr>
            <a:r>
              <a:rPr b="1" lang="es-419">
                <a:latin typeface="Arial"/>
                <a:ea typeface="Arial"/>
                <a:cs typeface="Arial"/>
                <a:sym typeface="Arial"/>
              </a:rPr>
              <a:t>Proporcionar evaluación, inferencia y retroalimentación de modelos simplificados</a:t>
            </a:r>
            <a:r>
              <a:rPr lang="es-419">
                <a:latin typeface="Arial"/>
                <a:ea typeface="Arial"/>
                <a:cs typeface="Arial"/>
                <a:sym typeface="Arial"/>
              </a:rPr>
              <a:t>: usted evalúa el rendimiento de su modelo personalizado en su conjunto de pruebas. Para cada imagen en el conjunto de prueba, puede ver la comparación en paralelo de la predicción del modelo frente a la etiqueta asignada. También puedes revisar las métricas de rendimiento detalladas. Puede empezar a usar su modelo inmediatamente para el análisis de imágenes o puede realizar iteraciones y volver a entrenar nuevas versiones con más imágenes para mejorar el rendimiento.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Una vez haya empezado a usar su modelo, puede hacer un seguimiento de sus predicciones, corregir cualquier error y usar los datos de retorno para volver a entrenar nuevas versiones del modelo y mejorar el rendimiento.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2d628dc353c_4_7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4" name="Google Shape;814;g2d628dc353c_4_7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El diagrama muestra un proceso típico de entrenamiento de un modelo de visión artificial, que incluye la función Amazon Rekognition Custom Labels.</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b="1" lang="es-419">
                <a:latin typeface="Arial"/>
                <a:ea typeface="Arial"/>
                <a:cs typeface="Arial"/>
                <a:sym typeface="Arial"/>
              </a:rPr>
              <a:t>Paso 1: </a:t>
            </a:r>
            <a:r>
              <a:rPr lang="es-419">
                <a:latin typeface="Arial"/>
                <a:ea typeface="Arial"/>
                <a:cs typeface="Arial"/>
                <a:sym typeface="Arial"/>
              </a:rPr>
              <a:t>Recopile imágenes que contienen los objetos o escenas que desea encontrar.</a:t>
            </a:r>
            <a:endParaRPr/>
          </a:p>
          <a:p>
            <a:pPr indent="0" lvl="0" marL="0" rtl="0" algn="l">
              <a:spcBef>
                <a:spcPts val="0"/>
              </a:spcBef>
              <a:spcAft>
                <a:spcPts val="0"/>
              </a:spcAft>
              <a:buNone/>
            </a:pPr>
            <a:r>
              <a:rPr b="1" lang="es-419">
                <a:latin typeface="Arial"/>
                <a:ea typeface="Arial"/>
                <a:cs typeface="Arial"/>
                <a:sym typeface="Arial"/>
              </a:rPr>
              <a:t>Paso 2: </a:t>
            </a:r>
            <a:r>
              <a:rPr lang="es-419">
                <a:latin typeface="Arial"/>
                <a:ea typeface="Arial"/>
                <a:cs typeface="Arial"/>
                <a:sym typeface="Arial"/>
              </a:rPr>
              <a:t>Cargue y etiquete imágenes desde su equipo o Amazon S3, o importe un archivo de manifiesto de Amazon SageMaker Ground Truth para las imágenes ya etiquetadas.</a:t>
            </a:r>
            <a:endParaRPr/>
          </a:p>
          <a:p>
            <a:pPr indent="0" lvl="0" marL="0" rtl="0" algn="l">
              <a:spcBef>
                <a:spcPts val="0"/>
              </a:spcBef>
              <a:spcAft>
                <a:spcPts val="0"/>
              </a:spcAft>
              <a:buNone/>
            </a:pPr>
            <a:r>
              <a:rPr b="1" lang="es-419">
                <a:latin typeface="Arial"/>
                <a:ea typeface="Arial"/>
                <a:cs typeface="Arial"/>
                <a:sym typeface="Arial"/>
              </a:rPr>
              <a:t>Paso 3: </a:t>
            </a:r>
            <a:r>
              <a:rPr lang="es-419">
                <a:latin typeface="Arial"/>
                <a:ea typeface="Arial"/>
                <a:cs typeface="Arial"/>
                <a:sym typeface="Arial"/>
              </a:rPr>
              <a:t>Cree un conjunto de datos para evaluar el rendimiento de su modelo, seleccione un conjunto de datos existente o divida el conjunto de datos de entrenamiento para probarlo.</a:t>
            </a:r>
            <a:endParaRPr/>
          </a:p>
          <a:p>
            <a:pPr indent="0" lvl="0" marL="0" rtl="0" algn="l">
              <a:spcBef>
                <a:spcPts val="0"/>
              </a:spcBef>
              <a:spcAft>
                <a:spcPts val="0"/>
              </a:spcAft>
              <a:buNone/>
            </a:pPr>
            <a:r>
              <a:rPr b="1" lang="es-419">
                <a:latin typeface="Arial"/>
                <a:ea typeface="Arial"/>
                <a:cs typeface="Arial"/>
                <a:sym typeface="Arial"/>
              </a:rPr>
              <a:t>Paso 4: </a:t>
            </a:r>
            <a:r>
              <a:rPr lang="es-419">
                <a:latin typeface="Arial"/>
                <a:ea typeface="Arial"/>
                <a:cs typeface="Arial"/>
                <a:sym typeface="Arial"/>
              </a:rPr>
              <a:t>Entrene su modelo personalizado utilizando sus conjuntos de datos de entrenamiento. Las mejores técnicas de aprendizaje automático se seleccionarán automáticamente.</a:t>
            </a:r>
            <a:endParaRPr/>
          </a:p>
          <a:p>
            <a:pPr indent="0" lvl="0" marL="0" rtl="0" algn="l">
              <a:spcBef>
                <a:spcPts val="0"/>
              </a:spcBef>
              <a:spcAft>
                <a:spcPts val="0"/>
              </a:spcAft>
              <a:buNone/>
            </a:pPr>
            <a:r>
              <a:rPr b="1" lang="es-419">
                <a:latin typeface="Arial"/>
                <a:ea typeface="Arial"/>
                <a:cs typeface="Arial"/>
                <a:sym typeface="Arial"/>
              </a:rPr>
              <a:t>Paso 5:</a:t>
            </a:r>
            <a:r>
              <a:rPr lang="es-419">
                <a:latin typeface="Arial"/>
                <a:ea typeface="Arial"/>
                <a:cs typeface="Arial"/>
                <a:sym typeface="Arial"/>
              </a:rPr>
              <a:t> Evalúe el rendimiento del modelo en su conjunto de datos de prueba. Mejore su modelo agregando imágenes al conjunto de datos de entrenamiento.</a:t>
            </a:r>
            <a:endParaRPr/>
          </a:p>
          <a:p>
            <a:pPr indent="0" lvl="0" marL="0" rtl="0" algn="l">
              <a:spcBef>
                <a:spcPts val="0"/>
              </a:spcBef>
              <a:spcAft>
                <a:spcPts val="0"/>
              </a:spcAft>
              <a:buNone/>
            </a:pPr>
            <a:r>
              <a:rPr b="1" lang="es-419">
                <a:latin typeface="Arial"/>
                <a:ea typeface="Arial"/>
                <a:cs typeface="Arial"/>
                <a:sym typeface="Arial"/>
              </a:rPr>
              <a:t>Paso 6: </a:t>
            </a:r>
            <a:r>
              <a:rPr lang="es-419">
                <a:latin typeface="Arial"/>
                <a:ea typeface="Arial"/>
                <a:cs typeface="Arial"/>
                <a:sym typeface="Arial"/>
              </a:rPr>
              <a:t>Utilice su modelo de cliente para analizar imágenes con una operación de API.</a:t>
            </a:r>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2d628dc353c_4_7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7" name="Google Shape;837;g2d628dc353c_4_750:notes"/>
          <p:cNvSpPr txBox="1"/>
          <p:nvPr>
            <p:ph idx="1" type="body"/>
          </p:nvPr>
        </p:nvSpPr>
        <p:spPr>
          <a:xfrm>
            <a:off x="685800" y="4400549"/>
            <a:ext cx="5486400" cy="398621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El proceso de desarrollo de un modelo personalizado para analizar imágenes requiere tiempo, experiencia y recursos. A menudo, demora meses en completarse. Además, puede requerir miles o decenas de miles de imágenes etiquetadas manualmente para suministrar al modelo suficientes datos para que pueda tomar decisiones con precisión. Puede llevar meses generar y recopilar estos datos, y puede requerir grandes equipos de etiquetadores para prepararlos para su uso en el aprendizaje automático.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Amazon Rekognition Custom Labels se basa en las capacidades existentes de Amazon Rekognition, que ya están entrenadas con decenas de millones de imágenes de muchas categorías. En lugar de miles de imágenes, puede cargar un pequeño conjunto de imágenes de entrenamiento específicas para su caso de uso. Normalmente se utilizan unos cientos de imágenes o menos. Puede cargar imágenes de entrenamiento mediante la consola. Si las imágenes ya están etiquetadas, Amazon Rekognition Custom Labels pueden comenzar a entrenar un modelo en poco tiempo. De lo contrario, puede etiquetar las imágenes directamente en la interfaz de etiquetado o puede usar Amazon SageMaker Ground Truth para que las etiquete por usted.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Amazon Rekognition Custom Labels funciona mejor cuando se utilizan diferentes modelos para diferentes dominios. Por ejemplo, si debe detectar las piezas de la máquina y la salud de la planta, utilizará dos modelos diferentes.</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Las imágenes que seleccione para el entrenamiento deben ser similares a las imágenes que se usarán para inferencia. Debe utilizar imágenes que utilicen diversas condiciones de iluminación, fondos y resoluciones idealmente que reflejen imágenes en las que desee realizar la detección. Si puede usar el mismo origen, tal como lo haría en producción, eso funciona mejor.</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La documentación incluye directrices adicionales sobre el tipo de imagen (JPEG o PNG), el tamaño de la imagen, la resolución y otras propiedades.</a:t>
            </a:r>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2d628dc353c_4_7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0" name="Google Shape;860;g2d628dc353c_4_772:notes"/>
          <p:cNvSpPr txBox="1"/>
          <p:nvPr>
            <p:ph idx="1" type="body"/>
          </p:nvPr>
        </p:nvSpPr>
        <p:spPr>
          <a:xfrm>
            <a:off x="685800" y="4400549"/>
            <a:ext cx="5486400" cy="42219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Los conjuntos de datos contienen información sobre imágenes, etiquetas y cuadros delimitadores que se necesita para entrenar y probar un modelo de Amazon Rekognition Custom Labels.</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Puede utilizar imágenes de Amazon S3 o cargarlas desde su equipo a Amazon S3 como parte del proceso.</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Para entrenar un modelo, el conjunto de datos debe tener al menos dos etiquetas, con un mínimo de 10 imágenes por etiqueta. Cada imagen del conjunto de datos debe estar etiquetada. Puede utilizar la consola de Amazon Rekognition Custom Labels o utilizar Amazon SageMaker Ground Truth.</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Amazon SageMaker Ground Truth le permite utilizar trabajadores de su propia plantilla, Amazon Mechanical Turk o una empresa proveedora para etiquetar las imágenes. Puede importar los resultados de estos esfuerzos de etiquetado en un conjunto de datos de Amazon Rekognition Custom Labels.</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Si tiene imágenes que ya están etiquetadas, debe convertir las etiquetas en un archivo de manifiesto de Amazon SageMaker Ground Truth. </a:t>
            </a:r>
            <a:r>
              <a:rPr lang="es-419" sz="1100">
                <a:solidFill>
                  <a:schemeClr val="dk1"/>
                </a:solidFill>
                <a:latin typeface="Arial"/>
                <a:ea typeface="Arial"/>
                <a:cs typeface="Arial"/>
                <a:sym typeface="Arial"/>
              </a:rPr>
              <a:t>Para obtener más información sobre el formato, consulte </a:t>
            </a:r>
            <a:r>
              <a:rPr lang="es-419" u="sng">
                <a:solidFill>
                  <a:schemeClr val="hlink"/>
                </a:solidFill>
                <a:latin typeface="Arial"/>
                <a:ea typeface="Arial"/>
                <a:cs typeface="Arial"/>
                <a:sym typeface="Arial"/>
                <a:hlinkClick r:id="rId2"/>
              </a:rPr>
              <a:t>https://docs.aws.amazon.com/rekognition/latest/customlabels-dg/cd-manifest-files.html</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2d628dc353c_4_7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3" name="Google Shape;883;g2d628dc353c_4_7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Para entrenar un modelo de Amazon Rekognition Custom Labels, se deben etiquetar las imágenes. Una etiqueta indica que una imagen contiene un objeto, una escena o un concepto.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Un conjunto de datos necesita al menos dos etiquetas definidas. Cada imagen debe tener al menos una etiqueta asignada que identifique el objeto, la escena o el concepto de la imagen.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b="1" lang="es-419">
                <a:latin typeface="Arial"/>
                <a:ea typeface="Arial"/>
                <a:cs typeface="Arial"/>
                <a:sym typeface="Arial"/>
              </a:rPr>
              <a:t>Escenas y conceptos</a:t>
            </a:r>
            <a:endParaRPr/>
          </a:p>
          <a:p>
            <a:pPr indent="0" lvl="0" marL="0" rtl="0" algn="l">
              <a:spcBef>
                <a:spcPts val="0"/>
              </a:spcBef>
              <a:spcAft>
                <a:spcPts val="0"/>
              </a:spcAft>
              <a:buNone/>
            </a:pPr>
            <a:r>
              <a:rPr lang="es-419">
                <a:latin typeface="Arial"/>
                <a:ea typeface="Arial"/>
                <a:cs typeface="Arial"/>
                <a:sym typeface="Arial"/>
              </a:rPr>
              <a:t>Puede aplicar etiquetas a una imagen como un todo. Estas etiquetas se conocen como </a:t>
            </a:r>
            <a:r>
              <a:rPr i="0" lang="es-419" u="none">
                <a:latin typeface="Arial"/>
                <a:ea typeface="Arial"/>
                <a:cs typeface="Arial"/>
                <a:sym typeface="Arial"/>
              </a:rPr>
              <a:t>etiquetas de nivel de imagen</a:t>
            </a:r>
            <a:r>
              <a:rPr lang="es-419">
                <a:latin typeface="Arial"/>
                <a:ea typeface="Arial"/>
                <a:cs typeface="Arial"/>
                <a:sym typeface="Arial"/>
              </a:rPr>
              <a:t>. Son útiles para identificar escenas o conceptos que desea detectar. Por ejemplo, la siguiente imagen muestra una escena de playa de Ko Olina de la isla de Oahu en el estado estadounidense de Hawái. Para entrenar a un modelo para detectar playas, debe agregar una etiqueta de </a:t>
            </a:r>
            <a:r>
              <a:rPr i="1" lang="es-419">
                <a:latin typeface="Arial"/>
                <a:ea typeface="Arial"/>
                <a:cs typeface="Arial"/>
                <a:sym typeface="Arial"/>
              </a:rPr>
              <a:t>playa</a:t>
            </a:r>
            <a:r>
              <a:rPr lang="es-419">
                <a:latin typeface="Arial"/>
                <a:ea typeface="Arial"/>
                <a:cs typeface="Arial"/>
                <a:sym typeface="Arial"/>
              </a:rPr>
              <a:t> que se aplique a toda la imagen.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b="1" lang="es-419">
                <a:latin typeface="Arial"/>
                <a:ea typeface="Arial"/>
                <a:cs typeface="Arial"/>
                <a:sym typeface="Arial"/>
              </a:rPr>
              <a:t>Objetos con cuadros delimitadores</a:t>
            </a:r>
            <a:endParaRPr b="1">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Las etiquetas se pueden aplicar a áreas de una imagen que contienen un objeto que desea detectar. Por ejemplo, si desea que su modelo detecte dispositivos de Amazon Echo, debe identificar los tipos de dispositivos de Echo que se encuentran en una imagen. El modelo necesita información sobre dónde se encuentran los dispositivos en la imagen y una etiqueta correspondiente que identifique el tipo de dispositivo. Esta información se conoce como información de localización. La ubicación del dispositivo se expresa como un cuadro delimitador. La imagen de ejemplo </a:t>
            </a:r>
            <a:r>
              <a:rPr i="1" lang="es-419">
                <a:latin typeface="Arial"/>
                <a:ea typeface="Arial"/>
                <a:cs typeface="Arial"/>
                <a:sym typeface="Arial"/>
              </a:rPr>
              <a:t>Objetos con cuadros delimitadores </a:t>
            </a:r>
            <a:r>
              <a:rPr lang="es-419">
                <a:latin typeface="Arial"/>
                <a:ea typeface="Arial"/>
                <a:cs typeface="Arial"/>
                <a:sym typeface="Arial"/>
              </a:rPr>
              <a:t>muestra un cuadro delimitador que rodea un punto de Amazon Echo. La imagen también contiene un Amazon Echo sin un cuadro delimitador. </a:t>
            </a:r>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2d628dc353c_4_8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4" name="Google Shape;894;g2d628dc353c_4_8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El archivo de manifiesto de una etiqueta de nivel de imagen normalmente contendrá la etiqueta, o </a:t>
            </a:r>
            <a:r>
              <a:rPr i="1" lang="es-419">
                <a:latin typeface="Arial"/>
                <a:ea typeface="Arial"/>
                <a:cs typeface="Arial"/>
                <a:sym typeface="Arial"/>
              </a:rPr>
              <a:t>nombre de clase</a:t>
            </a:r>
            <a:r>
              <a:rPr lang="es-419">
                <a:latin typeface="Arial"/>
                <a:ea typeface="Arial"/>
                <a:cs typeface="Arial"/>
                <a:sym typeface="Arial"/>
              </a:rPr>
              <a:t>, junto con algunos metadatos sobre cómo se etiquetó la imagen.</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2d628dc353c_4_8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2" name="Google Shape;902;g2d628dc353c_4_8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Para la detección de objetos, el manifiesto contendrá información sobre cada imagen etiquetada. El cuadro delimitador identifica dónde se encuentra el objeto en la imagen, junto con la etiqueta a la que pertenece el cuadro delimitador.</a:t>
            </a:r>
            <a:endParaRPr>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2d628dc353c_4_8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5" name="Google Shape;915;g2d628dc353c_4_8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Amazon SageMaker Ground Truth le permite crear conjuntos de datos de entrenamiento de alta calidad para sus modelos de aprendizaje automático. Como se mencionó anteriormente, puede utilizar trabajadores de Amazon Mechanical Turk, una empresa proveedora o un personal interno con aprendizaje automático para crear un conjunto de datos etiquetado. Puede utilizar la salida del conjunto de datos etiquetados de Ground Truth para entrenar sus propios modelos. También puede utilizar el conjunto de datos etiquetado para Amazon Rekognition Custom Labels.</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Ground Truth puede utilizar el aprendizaje activo para automatizar el etiquetado de los datos de entrada. El </a:t>
            </a:r>
            <a:r>
              <a:rPr i="1" lang="es-419">
                <a:latin typeface="Arial"/>
                <a:ea typeface="Arial"/>
                <a:cs typeface="Arial"/>
                <a:sym typeface="Arial"/>
              </a:rPr>
              <a:t>aprendizaje activo</a:t>
            </a:r>
            <a:r>
              <a:rPr lang="es-419">
                <a:latin typeface="Arial"/>
                <a:ea typeface="Arial"/>
                <a:cs typeface="Arial"/>
                <a:sym typeface="Arial"/>
              </a:rPr>
              <a:t> es una técnica de aprendizaje automático que identifica los datos que los empleados deben etiquetar. En Ground Truth, esta funcionalidad se denomina etiquetado automatizado de datos. El etiquetado automatizado de datos puede reducir los costos y el tiempo necesarios para etiquetar el conjunto de datos en comparación a cuando esta tarea la realizan exclusivamente humanos. Cuando utiliza el etiquetado automatizado, incurre en costos de entrenamiento e inferencia de Amazon SageMaker. </a:t>
            </a:r>
            <a:endParaRPr/>
          </a:p>
          <a:p>
            <a:pPr indent="0" lvl="0" marL="0" rtl="0" algn="l">
              <a:spcBef>
                <a:spcPts val="0"/>
              </a:spcBef>
              <a:spcAft>
                <a:spcPts val="0"/>
              </a:spcAft>
              <a:buNone/>
            </a:pPr>
            <a:r>
              <a:t/>
            </a:r>
            <a:endParaRPr>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lang="es-419">
                <a:latin typeface="Arial"/>
                <a:ea typeface="Arial"/>
                <a:cs typeface="Arial"/>
                <a:sym typeface="Arial"/>
              </a:rPr>
              <a:t>Se recomienda utilizar el etiquetado automatizado de datos en conjuntos de datos grandes. Las redes neuronales que se utilizan con el aprendizaje activo necesitan una gran cantidad de datos para cada nuevo conjunto de datos. Normalmente, el potencial de predicciones altamente precisas aumenta cuando se proporcionan más datos. Los datos solo se etiquetarán automáticamente si la red neuronal utilizada en el modelo de etiquetado automatizado puede alcanzar un nivel de precisión aceptablemente alto. </a:t>
            </a:r>
            <a:r>
              <a:rPr lang="es-419" sz="1100">
                <a:solidFill>
                  <a:schemeClr val="dk1"/>
                </a:solidFill>
                <a:latin typeface="Arial"/>
                <a:ea typeface="Arial"/>
                <a:cs typeface="Arial"/>
                <a:sym typeface="Arial"/>
              </a:rPr>
              <a:t>Los datos se etiquetarán automáticamente solo si la red neuronal utilizada en el modelo de etiquetado automatizado puede alcanzar un nivel de precisión aceptablemente alto. Con un conjunto de datos más grande, la red neuronal tiene más potencial para lograr una precisión de nivel suficientemente alto para el etiquetado automático. </a:t>
            </a:r>
            <a:r>
              <a:rPr lang="es-419">
                <a:latin typeface="Arial"/>
                <a:ea typeface="Arial"/>
                <a:cs typeface="Arial"/>
                <a:sym typeface="Arial"/>
              </a:rPr>
              <a:t>El etiquetado automatizado de datos resulta más apropiado cuando se tienen miles de objetos de datos. El número mínimo de objetos permitidos para el etiquetado automatizado de datos es de 1250. Sin embargo, sugerimos encarecidamente proporcionar un mínimo de 5000 objetos.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El etiquetado de datos automatizado se habilita cuando se crea un trabajo de etiquetado. Este proceso describe cómo funciona: </a:t>
            </a:r>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Cuando Ground Truth inicia un trabajo de etiquetado de datos automatizado, selecciona una muestra aleatoria de datos de entrada (objetos) y los envía a empleados humanos. </a:t>
            </a:r>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Cuando se devuelven los datos etiquetados, Ground Truth utiliza estos datos (los datos de validación) para validar los modelos que se entrenaron para el etiquetado automatizado de datos. </a:t>
            </a:r>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Ground Truth ejecuta un trabajo de transformación por lotes utilizando el modelo validado para inferencia en los datos de validación. La inferencia por lotes produce una puntuación de confianza y una métrica de calidad para cada objeto de los datos de validación. </a:t>
            </a:r>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El componente de etiquetado automático utiliza estas métricas de calidad y estas puntuaciones de confianza para crear un umbral de puntuación de confianza diseñado para soportar la calidad de las etiquetas. </a:t>
            </a:r>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Ground Truth ejecuta un trabajo de transformación por lotes en los datos sin etiquetar del conjunto de datos utilizando el mismo modelo que se validó para la inferencia. Este trabajo generará una puntuación de confianza para cada objeto. </a:t>
            </a:r>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El componente de etiquetado automatizado Ground Truth determina si la puntuación de confianza para cada objeto (que se produjo en el paso 5) cumple el umbral requerido (que se determinó en el paso 4). Si la puntuación de confianza cumple con el umbral, la calidad esperada del etiquetado automático excede el nivel de precisión solicitado. Entonces, se considera que ese objeto está etiquetado automáticamente. </a:t>
            </a:r>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El paso 6 produce un conjunto de datos sin etiquetar con puntuaciones de confianza. Ground Truth selecciona puntos de datos con puntuaciones de confianza bajas de este conjunto de datos y los envía a los trabajadores humanos para su etiquetado adicional.</a:t>
            </a:r>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Ground Truth utiliza los datos existentes identificados por humanos y los datos adicionales etiquetados por humanos para entrenar un nuevo modelo. </a:t>
            </a:r>
            <a:endParaRPr/>
          </a:p>
          <a:p>
            <a:pPr indent="-228600" lvl="0" marL="228600" rtl="0" algn="l">
              <a:spcBef>
                <a:spcPts val="0"/>
              </a:spcBef>
              <a:spcAft>
                <a:spcPts val="0"/>
              </a:spcAft>
              <a:buClr>
                <a:schemeClr val="dk1"/>
              </a:buClr>
              <a:buSzPts val="1100"/>
              <a:buFont typeface="Calibri"/>
              <a:buAutoNum type="arabicPeriod"/>
            </a:pPr>
            <a:r>
              <a:rPr lang="es-419">
                <a:latin typeface="Arial"/>
                <a:ea typeface="Arial"/>
                <a:cs typeface="Arial"/>
                <a:sym typeface="Arial"/>
              </a:rPr>
              <a:t>El proceso se repite hasta que el conjunto de datos está completamente etiquetado o hasta que se cumple otra condición de detención. Por ejemplo, el etiquetado automático puede detenerse cuando se cumple el presupuesto de anotación humana.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g2d628dc353c_4_8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1" name="Google Shape;921;g2d628dc353c_4_8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El último paso antes de entrenar el modelo es identificar un conjunto de datos de prueba. Utilizará este conjunto de datos de prueba para validar y evaluar el rendimiento del modelo mediante la realización de una inferencia en las imágenes que están en el conjunto de datos de prueba. A continuación, comparará los resultados con la información de etiquetado que se encuentra en el conjunto de datos de entrenamiento.</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Puede crear su propio conjunto de datos de prueba. También puede utilizar Amazon Rekognition Custom Labels para dividir el conjunto de datos de entrenamiento en dos conjuntos de datos mediante una división 80/20. Esta división significa que el 80 % de los datos se utiliza para el entrenamiento y el 20 % de los datos se utiliza para las pruebas.</a:t>
            </a:r>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2d628dc353c_4_8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0" name="Google Shape;950;g2d628dc353c_4_8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lang="es-419">
                <a:latin typeface="Arial"/>
                <a:ea typeface="Arial"/>
                <a:cs typeface="Arial"/>
                <a:sym typeface="Arial"/>
              </a:rPr>
              <a:t>Después de definir los conjuntos de datos de entrenamiento y de prueba, Amazon Rekognition Custom Labels puede entrenar automáticamente el modelo por usted. Amazon Rekognition Custom Labels carga y examina automáticamente los datos, selecciona los algoritmos adecuados del aprendizaje automático, entrena un modelo y proporciona las métricas de rendimiento del modelo.</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Se le cobrará la cantidad de tiempo que tarda un modelo en entrenarse. Un conjunto de datos que contenga más imágenes y etiquetas tardará más en entrenarse.</a:t>
            </a:r>
            <a:endParaRPr>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2d628dc353c_4_8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3" name="Google Shape;973;g2d628dc353c_4_8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Cuando se complete el entrenamiento, se evalúa el rendimiento del modelo.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Durante la prueba, Amazon Rekognition Custom Labels predice si una imagen de prueba contiene una etiqueta personalizada. La puntuación de confianza es un valor que cuantifica la certeza de la predicción del modelo.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Dado que se trata de un problema de clasificación, los resultados se pueden asignar a una matriz de confusión:</a:t>
            </a:r>
            <a:endParaRPr>
              <a:latin typeface="Arial"/>
              <a:ea typeface="Arial"/>
              <a:cs typeface="Arial"/>
              <a:sym typeface="Arial"/>
            </a:endParaRPr>
          </a:p>
          <a:p>
            <a:pPr indent="-228600" lvl="0" marL="228600" rtl="0" algn="l">
              <a:spcBef>
                <a:spcPts val="0"/>
              </a:spcBef>
              <a:spcAft>
                <a:spcPts val="0"/>
              </a:spcAft>
              <a:buClr>
                <a:schemeClr val="dk1"/>
              </a:buClr>
              <a:buSzPts val="1100"/>
              <a:buFont typeface="Arial"/>
              <a:buChar char="•"/>
            </a:pPr>
            <a:r>
              <a:rPr i="1" lang="es-419">
                <a:latin typeface="Arial"/>
                <a:ea typeface="Arial"/>
                <a:cs typeface="Arial"/>
                <a:sym typeface="Arial"/>
              </a:rPr>
              <a:t>Verdadero positivo (VP)</a:t>
            </a:r>
            <a:r>
              <a:rPr lang="es-419">
                <a:latin typeface="Arial"/>
                <a:ea typeface="Arial"/>
                <a:cs typeface="Arial"/>
                <a:sym typeface="Arial"/>
              </a:rPr>
              <a:t>: el modelo de Amazon Rekognition Custom Labels predice correctamente la presencia de la etiqueta personalizada en la imagen de prueba. Es decir, la etiqueta prevista es también una etiqueta de </a:t>
            </a:r>
            <a:r>
              <a:rPr i="1" lang="es-419">
                <a:latin typeface="Arial"/>
                <a:ea typeface="Arial"/>
                <a:cs typeface="Arial"/>
                <a:sym typeface="Arial"/>
              </a:rPr>
              <a:t>verdad fundamental </a:t>
            </a:r>
            <a:r>
              <a:rPr lang="es-419">
                <a:latin typeface="Arial"/>
                <a:ea typeface="Arial"/>
                <a:cs typeface="Arial"/>
                <a:sym typeface="Arial"/>
              </a:rPr>
              <a:t>para esa imagen. Por ejemplo, Amazon Rekognition Custom Labels devuelve correctamente una etiqueta de </a:t>
            </a:r>
            <a:r>
              <a:rPr i="1" lang="es-419">
                <a:latin typeface="Arial"/>
                <a:ea typeface="Arial"/>
                <a:cs typeface="Arial"/>
                <a:sym typeface="Arial"/>
              </a:rPr>
              <a:t>gato </a:t>
            </a:r>
            <a:r>
              <a:rPr lang="es-419">
                <a:latin typeface="Arial"/>
                <a:ea typeface="Arial"/>
                <a:cs typeface="Arial"/>
                <a:sym typeface="Arial"/>
              </a:rPr>
              <a:t>cuando un gato está presente en una imagen. </a:t>
            </a:r>
            <a:endParaRPr/>
          </a:p>
          <a:p>
            <a:pPr indent="-228600" lvl="0" marL="228600" rtl="0" algn="l">
              <a:spcBef>
                <a:spcPts val="0"/>
              </a:spcBef>
              <a:spcAft>
                <a:spcPts val="0"/>
              </a:spcAft>
              <a:buClr>
                <a:schemeClr val="dk1"/>
              </a:buClr>
              <a:buSzPts val="1100"/>
              <a:buFont typeface="Arial"/>
              <a:buChar char="•"/>
            </a:pPr>
            <a:r>
              <a:rPr i="1" lang="es-419">
                <a:latin typeface="Arial"/>
                <a:ea typeface="Arial"/>
                <a:cs typeface="Arial"/>
                <a:sym typeface="Arial"/>
              </a:rPr>
              <a:t>Falso positivo</a:t>
            </a:r>
            <a:r>
              <a:rPr lang="es-419">
                <a:latin typeface="Arial"/>
                <a:ea typeface="Arial"/>
                <a:cs typeface="Arial"/>
                <a:sym typeface="Arial"/>
              </a:rPr>
              <a:t> (FP): el modelo de Amazon Rekognition Custom Labels predice incorrectamente la presencia de una etiqueta personalizada en una imagen de prueba. Es decir, la etiqueta prevista no es una etiqueta de verdad fundamental para la imagen. Por ejemplo, Amazon Rekognition Custom Labels devuelve una etiqueta de </a:t>
            </a:r>
            <a:r>
              <a:rPr i="1" lang="es-419">
                <a:latin typeface="Arial"/>
                <a:ea typeface="Arial"/>
                <a:cs typeface="Arial"/>
                <a:sym typeface="Arial"/>
              </a:rPr>
              <a:t>gato </a:t>
            </a:r>
            <a:r>
              <a:rPr lang="es-419">
                <a:latin typeface="Arial"/>
                <a:ea typeface="Arial"/>
                <a:cs typeface="Arial"/>
                <a:sym typeface="Arial"/>
              </a:rPr>
              <a:t>pero no hay ninguna etiqueta de gato en la verdad fundamental para esa imagen. </a:t>
            </a:r>
            <a:endParaRPr/>
          </a:p>
          <a:p>
            <a:pPr indent="-228600" lvl="0" marL="228600" rtl="0" algn="l">
              <a:spcBef>
                <a:spcPts val="0"/>
              </a:spcBef>
              <a:spcAft>
                <a:spcPts val="0"/>
              </a:spcAft>
              <a:buClr>
                <a:schemeClr val="dk1"/>
              </a:buClr>
              <a:buSzPts val="1100"/>
              <a:buFont typeface="Arial"/>
              <a:buChar char="•"/>
            </a:pPr>
            <a:r>
              <a:rPr i="1" lang="es-419">
                <a:latin typeface="Arial"/>
                <a:ea typeface="Arial"/>
                <a:cs typeface="Arial"/>
                <a:sym typeface="Arial"/>
              </a:rPr>
              <a:t>Falso negativo</a:t>
            </a:r>
            <a:r>
              <a:rPr lang="es-419">
                <a:latin typeface="Arial"/>
                <a:ea typeface="Arial"/>
                <a:cs typeface="Arial"/>
                <a:sym typeface="Arial"/>
              </a:rPr>
              <a:t> (FN): el modelo de Amazon Rekognition Custom Labels no predice que haya una etiqueta personalizada en la imagen, pero la verdad fundamental de esa imagen incluye esta etiqueta. Por ejemplo, Amazon Rekognition Custom Labels no devuelve una etiqueta personalizada de </a:t>
            </a:r>
            <a:r>
              <a:rPr i="1" lang="es-419">
                <a:latin typeface="Arial"/>
                <a:ea typeface="Arial"/>
                <a:cs typeface="Arial"/>
                <a:sym typeface="Arial"/>
              </a:rPr>
              <a:t>gato </a:t>
            </a:r>
            <a:r>
              <a:rPr lang="es-419">
                <a:latin typeface="Arial"/>
                <a:ea typeface="Arial"/>
                <a:cs typeface="Arial"/>
                <a:sym typeface="Arial"/>
              </a:rPr>
              <a:t>para una imagen que contiene un gato. </a:t>
            </a:r>
            <a:endParaRPr/>
          </a:p>
          <a:p>
            <a:pPr indent="-228600" lvl="0" marL="228600" rtl="0" algn="l">
              <a:spcBef>
                <a:spcPts val="0"/>
              </a:spcBef>
              <a:spcAft>
                <a:spcPts val="0"/>
              </a:spcAft>
              <a:buClr>
                <a:schemeClr val="dk1"/>
              </a:buClr>
              <a:buSzPts val="1100"/>
              <a:buFont typeface="Arial"/>
              <a:buChar char="•"/>
            </a:pPr>
            <a:r>
              <a:rPr i="1" lang="es-419">
                <a:latin typeface="Arial"/>
                <a:ea typeface="Arial"/>
                <a:cs typeface="Arial"/>
                <a:sym typeface="Arial"/>
              </a:rPr>
              <a:t>Verdadero negativo</a:t>
            </a:r>
            <a:r>
              <a:rPr lang="es-419">
                <a:latin typeface="Arial"/>
                <a:ea typeface="Arial"/>
                <a:cs typeface="Arial"/>
                <a:sym typeface="Arial"/>
              </a:rPr>
              <a:t> (VN): el modelo de Amazon Rekognition Custom Labels predice correctamente que una etiqueta personalizada no está presente en la imagen de prueba. Por ejemplo, Amazon Rekognition Custom Labels no devuelve una etiqueta de </a:t>
            </a:r>
            <a:r>
              <a:rPr i="1" lang="es-419">
                <a:latin typeface="Arial"/>
                <a:ea typeface="Arial"/>
                <a:cs typeface="Arial"/>
                <a:sym typeface="Arial"/>
              </a:rPr>
              <a:t>gato </a:t>
            </a:r>
            <a:r>
              <a:rPr lang="es-419">
                <a:latin typeface="Arial"/>
                <a:ea typeface="Arial"/>
                <a:cs typeface="Arial"/>
                <a:sym typeface="Arial"/>
              </a:rPr>
              <a:t>para una imagen que no contiene un gato. </a:t>
            </a:r>
            <a:endParaRPr/>
          </a:p>
          <a:p>
            <a:pPr indent="-158750" lvl="0" marL="228600" rtl="0" algn="l">
              <a:spcBef>
                <a:spcPts val="0"/>
              </a:spcBef>
              <a:spcAft>
                <a:spcPts val="0"/>
              </a:spcAft>
              <a:buClr>
                <a:schemeClr val="dk1"/>
              </a:buClr>
              <a:buSzPts val="1100"/>
              <a:buFont typeface="Arial"/>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La consola proporciona acceso a valores verdaderos positivos, falsos positivos y falsos negativos para cada imagen del conjunto de datos de prueba.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Estos resultados de predicción se utilizan para calcular las distintas métricas de cada etiqueta y un agregado de métricas para todo el conjunto de pruebas. Las mismas definiciones se aplican a las predicciones que el modelo realiza en el nivel de cuadro delimitador. Con los cuadros delimitadores, todas las métricas se calculan sobre cada cuadro delimitador (ya sea predicción o verdad fundamental) en cada imagen de prueba.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Para ayudarlo, Amazon Rekognition Custom Labels proporciona métricas de resumen y métricas de evaluación para cada etiqueta.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b="1" lang="es-419">
                <a:latin typeface="Arial"/>
                <a:ea typeface="Arial"/>
                <a:cs typeface="Arial"/>
                <a:sym typeface="Arial"/>
              </a:rPr>
              <a:t>Métricas de precisión</a:t>
            </a:r>
            <a:endParaRPr/>
          </a:p>
          <a:p>
            <a:pPr indent="0" lvl="0" marL="0" rtl="0" algn="l">
              <a:spcBef>
                <a:spcPts val="0"/>
              </a:spcBef>
              <a:spcAft>
                <a:spcPts val="0"/>
              </a:spcAft>
              <a:buNone/>
            </a:pPr>
            <a:r>
              <a:rPr lang="es-419">
                <a:latin typeface="Arial"/>
                <a:ea typeface="Arial"/>
                <a:cs typeface="Arial"/>
                <a:sym typeface="Arial"/>
              </a:rPr>
              <a:t>Amazon Rekognition Custom Labels proporciona métricas de precisión para cada etiqueta y una métrica de precisión media para todo el conjunto de datos de prueba. </a:t>
            </a:r>
            <a:endParaRPr/>
          </a:p>
          <a:p>
            <a:pPr indent="0" lvl="0" marL="0" rtl="0" algn="l">
              <a:spcBef>
                <a:spcPts val="0"/>
              </a:spcBef>
              <a:spcAft>
                <a:spcPts val="0"/>
              </a:spcAft>
              <a:buNone/>
            </a:pPr>
            <a:r>
              <a:rPr lang="es-419" sz="1100">
                <a:latin typeface="Arial"/>
                <a:ea typeface="Arial"/>
                <a:cs typeface="Arial"/>
                <a:sym typeface="Arial"/>
              </a:rPr>
              <a:t>La precisión es la proporción de resultados positivos que se clasificaron correctamente</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b="1" lang="es-419">
                <a:latin typeface="Arial"/>
                <a:ea typeface="Arial"/>
                <a:cs typeface="Arial"/>
                <a:sym typeface="Arial"/>
              </a:rPr>
              <a:t>Recuperación de métricas</a:t>
            </a:r>
            <a:endParaRPr/>
          </a:p>
          <a:p>
            <a:pPr indent="0" lvl="0" marL="0" rtl="0" algn="l">
              <a:spcBef>
                <a:spcPts val="0"/>
              </a:spcBef>
              <a:spcAft>
                <a:spcPts val="0"/>
              </a:spcAft>
              <a:buNone/>
            </a:pPr>
            <a:r>
              <a:rPr lang="es-419">
                <a:latin typeface="Arial"/>
                <a:ea typeface="Arial"/>
                <a:cs typeface="Arial"/>
                <a:sym typeface="Arial"/>
              </a:rPr>
              <a:t>Amazon Rekognition Custom Labels proporciona métricas medias de recuperación para cada etiqueta y una métrica de recuperación media para todo el conjunto de datos de prueba. </a:t>
            </a:r>
            <a:endParaRPr/>
          </a:p>
          <a:p>
            <a:pPr indent="0" lvl="0" marL="0" rtl="0" algn="l">
              <a:spcBef>
                <a:spcPts val="0"/>
              </a:spcBef>
              <a:spcAft>
                <a:spcPts val="0"/>
              </a:spcAft>
              <a:buNone/>
            </a:pPr>
            <a:r>
              <a:rPr lang="es-419">
                <a:latin typeface="Arial"/>
                <a:ea typeface="Arial"/>
                <a:cs typeface="Arial"/>
                <a:sym typeface="Arial"/>
              </a:rPr>
              <a:t>La </a:t>
            </a:r>
            <a:r>
              <a:rPr i="1" lang="es-419">
                <a:latin typeface="Arial"/>
                <a:ea typeface="Arial"/>
                <a:cs typeface="Arial"/>
                <a:sym typeface="Arial"/>
              </a:rPr>
              <a:t>Recuperación</a:t>
            </a:r>
            <a:r>
              <a:rPr lang="es-419">
                <a:latin typeface="Arial"/>
                <a:ea typeface="Arial"/>
                <a:cs typeface="Arial"/>
                <a:sym typeface="Arial"/>
              </a:rPr>
              <a:t> es la fracción de las etiquetas del conjunto de pruebas que se clasificó correctamente. En nuestro ejemplo eso sería cuántos gatos se clasificaron correctamente.</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 </a:t>
            </a:r>
            <a:endParaRPr/>
          </a:p>
          <a:p>
            <a:pPr indent="0" lvl="0" marL="0" rtl="0" algn="l">
              <a:spcBef>
                <a:spcPts val="0"/>
              </a:spcBef>
              <a:spcAft>
                <a:spcPts val="0"/>
              </a:spcAft>
              <a:buNone/>
            </a:pPr>
            <a:r>
              <a:rPr b="1" lang="es-419">
                <a:latin typeface="Arial"/>
                <a:ea typeface="Arial"/>
                <a:cs typeface="Arial"/>
                <a:sym typeface="Arial"/>
              </a:rPr>
              <a:t>Rendimiento general del modelo</a:t>
            </a:r>
            <a:endParaRPr/>
          </a:p>
          <a:p>
            <a:pPr indent="0" lvl="0" marL="0" marR="0" rtl="0" algn="l">
              <a:lnSpc>
                <a:spcPct val="100000"/>
              </a:lnSpc>
              <a:spcBef>
                <a:spcPts val="0"/>
              </a:spcBef>
              <a:spcAft>
                <a:spcPts val="0"/>
              </a:spcAft>
              <a:buClr>
                <a:schemeClr val="dk1"/>
              </a:buClr>
              <a:buSzPts val="1100"/>
              <a:buFont typeface="Arial"/>
              <a:buNone/>
            </a:pPr>
            <a:r>
              <a:rPr lang="es-419">
                <a:latin typeface="Arial"/>
                <a:ea typeface="Arial"/>
                <a:cs typeface="Arial"/>
                <a:sym typeface="Arial"/>
              </a:rPr>
              <a:t>Amazon Rekognition Custom Labels proporciona una puntuación promedio de rendimiento del modelo para cada etiqueta y una puntuación promedio de rendimiento del modelo para todo el conjunto de datos de prueba. </a:t>
            </a:r>
            <a:r>
              <a:rPr lang="es-419">
                <a:solidFill>
                  <a:schemeClr val="dk1"/>
                </a:solidFill>
                <a:latin typeface="Arial"/>
                <a:ea typeface="Arial"/>
                <a:cs typeface="Arial"/>
                <a:sym typeface="Arial"/>
              </a:rPr>
              <a:t>La puntuación F1 combina precisión y recuperación para darle un solo número para cuantificar el rendimiento general de un algoritmo de aprendizaje automático en particular. Debe mirar el uso de la puntuación F1 cuando tiene un desequilibrio de clase, pero desea preservar la igualdad entre precisión y sensibilidad. </a:t>
            </a:r>
            <a:r>
              <a:rPr lang="es-419">
                <a:latin typeface="Arial"/>
                <a:ea typeface="Arial"/>
                <a:cs typeface="Arial"/>
                <a:sym typeface="Arial"/>
              </a:rPr>
              <a:t>Un valor más alto significa un mejor rendimiento del modelo tanto para la recuperación como para la precisión. </a:t>
            </a:r>
            <a:endParaRPr/>
          </a:p>
          <a:p>
            <a:pPr indent="0" lvl="0" marL="0" marR="0" rtl="0" algn="l">
              <a:lnSpc>
                <a:spcPct val="100000"/>
              </a:lnSpc>
              <a:spcBef>
                <a:spcPts val="0"/>
              </a:spcBef>
              <a:spcAft>
                <a:spcPts val="0"/>
              </a:spcAft>
              <a:buClr>
                <a:schemeClr val="dk1"/>
              </a:buClr>
              <a:buSzPts val="1100"/>
              <a:buFont typeface="Calibri"/>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Si está satisfecho con la precisión de su modelo, puede empezar a usarlo.</a:t>
            </a:r>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2d628dc353c_4_9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9" name="Google Shape;999;g2d628dc353c_4_9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s-419">
                <a:latin typeface="Arial"/>
                <a:ea typeface="Arial"/>
                <a:cs typeface="Arial"/>
                <a:sym typeface="Arial"/>
              </a:rPr>
              <a:t>Datos</a:t>
            </a:r>
            <a:endParaRPr/>
          </a:p>
          <a:p>
            <a:pPr indent="0" lvl="0" marL="0" rtl="0" algn="l">
              <a:spcBef>
                <a:spcPts val="0"/>
              </a:spcBef>
              <a:spcAft>
                <a:spcPts val="0"/>
              </a:spcAft>
              <a:buNone/>
            </a:pPr>
            <a:r>
              <a:rPr lang="es-419">
                <a:latin typeface="Arial"/>
                <a:ea typeface="Arial"/>
                <a:cs typeface="Arial"/>
                <a:sym typeface="Arial"/>
              </a:rPr>
              <a:t>En general, puede mejorar la calidad de su modelo con mayores cantidades de datos de mejor calidad. Utiliza imágenes de entrenamiento que muestren claramente el objeto o la escena y no incluyan muchas cosas que no le interesan. Para delimitar cuadros alrededor de objetos, utilice imágenes de entrenamiento que muestren el objeto completamente visible y no oculto por otros objetos.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Asegúrese de que los conjuntos de datos de entrenamiento y prueba coinciden con el tipo de imágenes en las que finalmente ejecutará la inferencia. Para los objetos, en los que solo tiene algunos ejemplos de entrenamiento (como logotipos), debe proporcionar cuadros delimitadores alrededor del logotipo en las imágenes de prueba. Estas imágenes representan los escenarios en los que desea localizar el objeto.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b="1" lang="es-419">
                <a:latin typeface="Arial"/>
                <a:ea typeface="Arial"/>
                <a:cs typeface="Arial"/>
                <a:sym typeface="Arial"/>
              </a:rPr>
              <a:t>Reducción de falsos positivos (mejor precisión) </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Primero, compruebe si aumentar el umbral de confianza le permite mantener las predicciones correctas mientras elimina los falsos positivos. Aumentar el umbral de confianza finalmente se traduce en una disminución de las ganancias debido a la compensación entre la precisión y la recuperación de un modelo determinado. </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Es posible que vea que una o más de sus etiquetas personalizadas de interés (A) se confunden consistentemente con la misma clase de objetos (pero no una etiqueta que le interesa) (B). Para ayudar, agregue B como una clase de objeto como etiqueta al conjunto de datos de entrenamiento (junto con las imágenes en las que obtuvo el falso positivo). Efectivamente, está ayudando al modelo a aprender a predecir B y no A a través de las nuevas imágenes de entrenamiento. </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Podría descubrir que el modelo está confundido entre dos de sus etiquetas personalizadas (A y B); la imagen de prueba con la etiqueta A se predice que tiene la etiqueta B y viceversa. En este caso, primero compruebe si hay imágenes mal etiquetadas en los conjuntos de entrenamiento y pruebas. Además, agregar más imágenes de entrenamiento que reflejen esta confusión ayudará a un modelo reentrenado a aprender a discriminar mejor entre A y B.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b="1" lang="es-419">
                <a:latin typeface="Arial"/>
                <a:ea typeface="Arial"/>
                <a:cs typeface="Arial"/>
                <a:sym typeface="Arial"/>
              </a:rPr>
              <a:t>Reducción de falsos negativos (mejor recuperación) </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Reduzca el umbral de confianza para mejorar la recuperación.</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Utilice mejores ejemplos para modelar la variedad tanto del objeto como de las imágenes en las que aparecen. </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Divida su etiqueta en dos clases que son más fáciles de aprender. Por ejemplo, en lugar de </a:t>
            </a:r>
            <a:r>
              <a:rPr i="1" lang="es-419">
                <a:latin typeface="Arial"/>
                <a:ea typeface="Arial"/>
                <a:cs typeface="Arial"/>
                <a:sym typeface="Arial"/>
              </a:rPr>
              <a:t>galletas buenas </a:t>
            </a:r>
            <a:r>
              <a:rPr lang="es-419">
                <a:latin typeface="Arial"/>
                <a:ea typeface="Arial"/>
                <a:cs typeface="Arial"/>
                <a:sym typeface="Arial"/>
              </a:rPr>
              <a:t>y </a:t>
            </a:r>
            <a:r>
              <a:rPr i="1" lang="es-419">
                <a:latin typeface="Arial"/>
                <a:ea typeface="Arial"/>
                <a:cs typeface="Arial"/>
                <a:sym typeface="Arial"/>
              </a:rPr>
              <a:t>galletas malas</a:t>
            </a:r>
            <a:r>
              <a:rPr lang="es-419">
                <a:latin typeface="Arial"/>
                <a:ea typeface="Arial"/>
                <a:cs typeface="Arial"/>
                <a:sym typeface="Arial"/>
              </a:rPr>
              <a:t>, es posible que desee </a:t>
            </a:r>
            <a:r>
              <a:rPr i="1" lang="es-419">
                <a:latin typeface="Arial"/>
                <a:ea typeface="Arial"/>
                <a:cs typeface="Arial"/>
                <a:sym typeface="Arial"/>
              </a:rPr>
              <a:t>galletas buenas</a:t>
            </a:r>
            <a:r>
              <a:rPr lang="es-419">
                <a:latin typeface="Arial"/>
                <a:ea typeface="Arial"/>
                <a:cs typeface="Arial"/>
                <a:sym typeface="Arial"/>
              </a:rPr>
              <a:t>, </a:t>
            </a:r>
            <a:r>
              <a:rPr i="1" lang="es-419">
                <a:latin typeface="Arial"/>
                <a:ea typeface="Arial"/>
                <a:cs typeface="Arial"/>
                <a:sym typeface="Arial"/>
              </a:rPr>
              <a:t>galletas quemadas</a:t>
            </a:r>
            <a:r>
              <a:rPr lang="es-419">
                <a:latin typeface="Arial"/>
                <a:ea typeface="Arial"/>
                <a:cs typeface="Arial"/>
                <a:sym typeface="Arial"/>
              </a:rPr>
              <a:t> y </a:t>
            </a:r>
            <a:r>
              <a:rPr i="1" lang="es-419">
                <a:latin typeface="Arial"/>
                <a:ea typeface="Arial"/>
                <a:cs typeface="Arial"/>
                <a:sym typeface="Arial"/>
              </a:rPr>
              <a:t>galletas rotas </a:t>
            </a:r>
            <a:r>
              <a:rPr lang="es-419">
                <a:latin typeface="Arial"/>
                <a:ea typeface="Arial"/>
                <a:cs typeface="Arial"/>
                <a:sym typeface="Arial"/>
              </a:rPr>
              <a:t>para ayudar al modelo a aprender mejor cada concepto único. </a:t>
            </a:r>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2d628dc353c_4_9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3" name="Google Shape;1023;g2d628dc353c_4_9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Si está satisfecho con el rendimiento de su modelo, puede hacerlo disponible para su uso iniciándolo desde la consola o utilizando código.</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Una vez ejecutado el modelo, puede realizar una inferencia mediante la CLI de AWS o el SDK.</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Cuando llama a la API, especifica:</a:t>
            </a:r>
            <a:endParaRPr/>
          </a:p>
          <a:p>
            <a:pPr indent="0" lvl="0" marL="0" rtl="0" algn="l">
              <a:spcBef>
                <a:spcPts val="0"/>
              </a:spcBef>
              <a:spcAft>
                <a:spcPts val="0"/>
              </a:spcAft>
              <a:buNone/>
            </a:pPr>
            <a:r>
              <a:t/>
            </a:r>
            <a:endParaRPr>
              <a:latin typeface="Arial"/>
              <a:ea typeface="Arial"/>
              <a:cs typeface="Arial"/>
              <a:sym typeface="Arial"/>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El nombre de recurso de Amazon (ARN) del modelo de Amazon Rekognition Custom Labels que desea utilizar. </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La imagen con la que desea que el modelo haga una predicción. Puede proporcionar una imagen de entrada como matriz de bytes de imagen (bytes de imagen con codificación en base64) o como objeto Amazon S3. </a:t>
            </a:r>
            <a:endParaRPr/>
          </a:p>
          <a:p>
            <a:pPr indent="-101600" lvl="0" marL="171450" rtl="0" algn="l">
              <a:spcBef>
                <a:spcPts val="0"/>
              </a:spcBef>
              <a:spcAft>
                <a:spcPts val="0"/>
              </a:spcAft>
              <a:buClr>
                <a:schemeClr val="dk1"/>
              </a:buClr>
              <a:buSzPts val="1100"/>
              <a:buFont typeface="Arial"/>
              <a:buNone/>
            </a:pPr>
            <a:r>
              <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419">
                <a:latin typeface="Arial"/>
                <a:ea typeface="Arial"/>
                <a:cs typeface="Arial"/>
                <a:sym typeface="Arial"/>
              </a:rPr>
              <a:t>Las etiquetas personalizadas se devuelven en una matriz de objetos de </a:t>
            </a:r>
            <a:r>
              <a:rPr lang="es-419" u="sng">
                <a:solidFill>
                  <a:schemeClr val="hlink"/>
                </a:solidFill>
                <a:latin typeface="Arial"/>
                <a:ea typeface="Arial"/>
                <a:cs typeface="Arial"/>
                <a:sym typeface="Arial"/>
                <a:hlinkClick r:id="rId2"/>
              </a:rPr>
              <a:t>etiqueta personalizada</a:t>
            </a:r>
            <a:r>
              <a:rPr lang="es-419">
                <a:latin typeface="Arial"/>
                <a:ea typeface="Arial"/>
                <a:cs typeface="Arial"/>
                <a:sym typeface="Arial"/>
              </a:rPr>
              <a:t>. Cada etiqueta personalizada representa un único objeto, escena o concepto que se encuentra en la imagen. Una etiqueta personalizada incluye: </a:t>
            </a:r>
            <a:endParaRPr/>
          </a:p>
          <a:p>
            <a:pPr indent="0" lvl="0" marL="0" rtl="0" algn="l">
              <a:spcBef>
                <a:spcPts val="0"/>
              </a:spcBef>
              <a:spcAft>
                <a:spcPts val="0"/>
              </a:spcAft>
              <a:buClr>
                <a:schemeClr val="dk1"/>
              </a:buClr>
              <a:buSzPts val="1100"/>
              <a:buFont typeface="Arial"/>
              <a:buNone/>
            </a:pPr>
            <a:r>
              <a:t/>
            </a:r>
            <a:endParaRPr>
              <a:latin typeface="Arial"/>
              <a:ea typeface="Arial"/>
              <a:cs typeface="Arial"/>
              <a:sym typeface="Arial"/>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Una etiqueta para el objeto, la escena o el concepto que se encontró en la imagen.</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Un cuadro delimitador para los objetos que se encontraron en la imagen. Las coordenadas del cuadro delimitador muestran dónde se encuentra el objeto en la imagen de origen. Los valores de coordenadas son una proporción del tamaño total de la imagen. </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La confianza que tiene Amazon Rekognition Custom Labels en la precisión de la etiqueta y el cuadro delimitador. </a:t>
            </a:r>
            <a:endParaRPr/>
          </a:p>
          <a:p>
            <a:pPr indent="-101600" lvl="0" marL="171450" rtl="0" algn="l">
              <a:spcBef>
                <a:spcPts val="0"/>
              </a:spcBef>
              <a:spcAft>
                <a:spcPts val="0"/>
              </a:spcAft>
              <a:buClr>
                <a:schemeClr val="dk1"/>
              </a:buClr>
              <a:buSzPts val="1100"/>
              <a:buFont typeface="Arial"/>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Durante el entrenamiento, un modelo calcula un valor de umbral que determina si una predicción para una etiqueta es verdadera. De forma predeterminada, la operación DetectCustomLabels no devuelve etiquetas con un valor de confianza inferior al valor de umbral calculado del modelo. Para filtrar las etiquetas que se devuelven, especifique un valor para MinConfidence que sea mayor que el umbral calculado del modelo. Puede obtener el umbral calculado del modelo a partir de los resultados de entrenamiento del modelo que se muestran en la consola de Amazon Rekognition Custom Labels. Para obtener todas las etiquetas independientemente de la confianza, especifique un valor de MinConfidence de </a:t>
            </a:r>
            <a:r>
              <a:rPr i="1" lang="es-419">
                <a:latin typeface="Arial"/>
                <a:ea typeface="Arial"/>
                <a:cs typeface="Arial"/>
                <a:sym typeface="Arial"/>
              </a:rPr>
              <a:t>0</a:t>
            </a:r>
            <a:r>
              <a:rPr lang="es-419">
                <a:latin typeface="Arial"/>
                <a:ea typeface="Arial"/>
                <a:cs typeface="Arial"/>
                <a:sym typeface="Arial"/>
              </a:rPr>
              <a:t>.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s-419">
                <a:latin typeface="Arial"/>
                <a:ea typeface="Arial"/>
                <a:cs typeface="Arial"/>
                <a:sym typeface="Arial"/>
              </a:rPr>
              <a:t>Si considera que los valores de confianza devueltos por la operación DetectCustomLabels son demasiado bajos, considere la posibilidad de volver a entrenar el modelo. Puede restringir el número de etiquetas personalizadas que se devuelven desde la operación DetectCustomLabels especificando el parámetro de entrada MaxResults. Los resultados devueltos se ordenan desde la confianza más alta a la confianza más baja.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2d628dc353c_4_9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8" name="Google Shape;1048;g2d628dc353c_4_9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Su instructor demostrará ahora cómo etiquetar las imágenes con Amazon SageMaker Ground Truth o le proporcionará acceso a una demostración grabada.</a:t>
            </a:r>
            <a:endParaRPr sz="1100">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2d628dc353c_4_9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5" name="Google Shape;1055;g2d628dc353c_4_9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s-419" sz="1200">
                <a:latin typeface="Arial"/>
                <a:ea typeface="Arial"/>
                <a:cs typeface="Arial"/>
                <a:sym typeface="Arial"/>
              </a:rPr>
              <a:t>Estos son algunos de los aprendizajes clave de esta sección del módulo:</a:t>
            </a:r>
            <a:endParaRPr sz="1200">
              <a:solidFill>
                <a:srgbClr val="000000"/>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a:latin typeface="Arial"/>
              <a:ea typeface="Arial"/>
              <a:cs typeface="Arial"/>
              <a:sym typeface="Arial"/>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Los modelos se deben entrenar para el dominio específico que desea analizar</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Puede establecer el etiquetado personalizado para el caso de negocio específico </a:t>
            </a:r>
            <a:endParaRPr/>
          </a:p>
          <a:p>
            <a:pPr indent="-171450" lvl="1" marL="628650" rtl="0" algn="l">
              <a:spcBef>
                <a:spcPts val="0"/>
              </a:spcBef>
              <a:spcAft>
                <a:spcPts val="0"/>
              </a:spcAft>
              <a:buClr>
                <a:schemeClr val="dk1"/>
              </a:buClr>
              <a:buSzPts val="1100"/>
              <a:buFont typeface="Arial"/>
              <a:buChar char="•"/>
            </a:pPr>
            <a:r>
              <a:rPr lang="es-419">
                <a:latin typeface="Arial"/>
                <a:ea typeface="Arial"/>
                <a:cs typeface="Arial"/>
                <a:sym typeface="Arial"/>
              </a:rPr>
              <a:t>Flujo de trabajo de etiquetado personalizado</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Debe etiquetar las imágenes y crear cuadros delimitadores para los objetos</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Puede utilizar Amazon SageMaker Ground Truth para crear conjuntos de datos de entrenamiento para sus modelos</a:t>
            </a:r>
            <a:endParaRPr/>
          </a:p>
          <a:p>
            <a:pPr indent="0" lvl="0" marL="0" rtl="0" algn="l">
              <a:spcBef>
                <a:spcPts val="0"/>
              </a:spcBef>
              <a:spcAft>
                <a:spcPts val="0"/>
              </a:spcAft>
              <a:buClr>
                <a:schemeClr val="dk1"/>
              </a:buClr>
              <a:buSzPts val="1100"/>
              <a:buFont typeface="Arial"/>
              <a:buNone/>
            </a:pPr>
            <a:r>
              <a:t/>
            </a:r>
            <a:endParaRPr>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2d628dc353c_4_9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2" name="Google Shape;1062;g2d628dc353c_4_9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sz="1100">
                <a:latin typeface="Arial"/>
                <a:ea typeface="Arial"/>
                <a:cs typeface="Arial"/>
                <a:sym typeface="Arial"/>
              </a:rPr>
              <a:t>Ahora completará el Módulo 5 — Laboratorio guiado: Reconocimiento facial.</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2d628dc353c_4_9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8" name="Google Shape;1068;g2d628dc353c_4_9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Ahora es el momento de revisar el módulo y terminar con una evaluación de conocimientos.</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2d628dc353c_4_9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4" name="Google Shape;1074;g2d628dc353c_4_9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sz="1100">
                <a:latin typeface="Arial"/>
                <a:ea typeface="Arial"/>
                <a:cs typeface="Arial"/>
                <a:sym typeface="Arial"/>
              </a:rPr>
              <a:t>En resumen, en este módulo, aprendió a hacer lo siguiente:</a:t>
            </a:r>
            <a:endParaRPr/>
          </a:p>
          <a:p>
            <a:pPr indent="0" lvl="0" marL="0" rtl="0" algn="l">
              <a:spcBef>
                <a:spcPts val="0"/>
              </a:spcBef>
              <a:spcAft>
                <a:spcPts val="0"/>
              </a:spcAft>
              <a:buNone/>
            </a:pPr>
            <a:r>
              <a:t/>
            </a:r>
            <a:endParaRPr sz="1100">
              <a:latin typeface="Arial"/>
              <a:ea typeface="Arial"/>
              <a:cs typeface="Arial"/>
              <a:sym typeface="Arial"/>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Casos de uso para la visión artificial</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Describir los servicios de aprendizaje automático administrado de AWS para el análisis de imágenes y video.</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Enumerar los pasos necesarios para preparar un conjunto de datos personalizado para la detección de objetos </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Describir cómo se puede utilizar Amazon SageMaker Ground Truth para preparar un conjunto de datos personalizado </a:t>
            </a:r>
            <a:endParaRPr/>
          </a:p>
          <a:p>
            <a:pPr indent="-171450" lvl="0" marL="171450" rtl="0" algn="l">
              <a:spcBef>
                <a:spcPts val="0"/>
              </a:spcBef>
              <a:spcAft>
                <a:spcPts val="0"/>
              </a:spcAft>
              <a:buClr>
                <a:schemeClr val="dk1"/>
              </a:buClr>
              <a:buSzPts val="1100"/>
              <a:buFont typeface="Arial"/>
              <a:buChar char="•"/>
            </a:pPr>
            <a:r>
              <a:rPr lang="es-419">
                <a:latin typeface="Arial"/>
                <a:ea typeface="Arial"/>
                <a:cs typeface="Arial"/>
                <a:sym typeface="Arial"/>
              </a:rPr>
              <a:t>Utilizar Amazon Rekognition para llevar a cabo la detección facial</a:t>
            </a:r>
            <a:endParaRPr/>
          </a:p>
          <a:p>
            <a:pPr indent="0" lvl="0" marL="0" rtl="0" algn="l">
              <a:spcBef>
                <a:spcPts val="0"/>
              </a:spcBef>
              <a:spcAft>
                <a:spcPts val="0"/>
              </a:spcAft>
              <a:buNone/>
            </a:pPr>
            <a:r>
              <a:t/>
            </a:r>
            <a:endParaRPr sz="1100">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2d628dc353c_4_9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0" name="Google Shape;1080;g2d628dc353c_4_9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latin typeface="Arial"/>
                <a:ea typeface="Arial"/>
                <a:cs typeface="Arial"/>
                <a:sym typeface="Arial"/>
              </a:rPr>
              <a:t>Ha llegado el momento de completar la evaluación de conocimientos de este módulo.</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2d628dc353c_4_9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6" name="Google Shape;1086;g2d628dc353c_4_9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lang="es-419" sz="1100">
                <a:latin typeface="Arial"/>
                <a:ea typeface="Arial"/>
                <a:cs typeface="Arial"/>
                <a:sym typeface="Arial"/>
              </a:rPr>
              <a:t>Si desea obtener más información acerca de los temas que se trataron en este módulo, puede que le resulten útiles los siguientes recursos adicionales:</a:t>
            </a:r>
            <a:endParaRPr/>
          </a:p>
          <a:p>
            <a:pPr indent="0" lvl="0" marL="0" marR="0" rtl="0" algn="l">
              <a:lnSpc>
                <a:spcPct val="100000"/>
              </a:lnSpc>
              <a:spcBef>
                <a:spcPts val="0"/>
              </a:spcBef>
              <a:spcAft>
                <a:spcPts val="0"/>
              </a:spcAft>
              <a:buClr>
                <a:schemeClr val="dk1"/>
              </a:buClr>
              <a:buSzPts val="1100"/>
              <a:buFont typeface="Calibri"/>
              <a:buNone/>
            </a:pPr>
            <a:r>
              <a:t/>
            </a:r>
            <a:endParaRPr sz="1100">
              <a:latin typeface="Arial"/>
              <a:ea typeface="Arial"/>
              <a:cs typeface="Arial"/>
              <a:sym typeface="Arial"/>
            </a:endParaRPr>
          </a:p>
          <a:p>
            <a:pPr indent="-171450" lvl="0" marL="171450" rtl="0" algn="l">
              <a:spcBef>
                <a:spcPts val="0"/>
              </a:spcBef>
              <a:spcAft>
                <a:spcPts val="0"/>
              </a:spcAft>
              <a:buClr>
                <a:schemeClr val="dk1"/>
              </a:buClr>
              <a:buSzPts val="1100"/>
              <a:buFont typeface="Arial"/>
              <a:buChar char="•"/>
            </a:pPr>
            <a:r>
              <a:rPr lang="es-419" u="sng">
                <a:solidFill>
                  <a:schemeClr val="hlink"/>
                </a:solidFill>
                <a:latin typeface="Arial"/>
                <a:ea typeface="Arial"/>
                <a:cs typeface="Arial"/>
                <a:sym typeface="Arial"/>
                <a:hlinkClick r:id="rId2"/>
              </a:rPr>
              <a:t>¿Qué es Amazon Rekognition?</a:t>
            </a:r>
            <a:endParaRPr u="sng">
              <a:solidFill>
                <a:schemeClr val="hlink"/>
              </a:solidFill>
              <a:latin typeface="Arial"/>
              <a:ea typeface="Arial"/>
              <a:cs typeface="Arial"/>
              <a:sym typeface="Arial"/>
              <a:hlinkClick r:id="rId3"/>
            </a:endParaRPr>
          </a:p>
          <a:p>
            <a:pPr indent="-171450" lvl="0" marL="171450" rtl="0" algn="l">
              <a:spcBef>
                <a:spcPts val="0"/>
              </a:spcBef>
              <a:spcAft>
                <a:spcPts val="0"/>
              </a:spcAft>
              <a:buClr>
                <a:schemeClr val="dk1"/>
              </a:buClr>
              <a:buSzPts val="1100"/>
              <a:buFont typeface="Arial"/>
              <a:buChar char="•"/>
            </a:pPr>
            <a:r>
              <a:rPr lang="es-419" u="sng">
                <a:solidFill>
                  <a:schemeClr val="hlink"/>
                </a:solidFill>
                <a:latin typeface="Arial"/>
                <a:ea typeface="Arial"/>
                <a:cs typeface="Arial"/>
                <a:sym typeface="Arial"/>
                <a:hlinkClick r:id="rId4"/>
              </a:rPr>
              <a:t>Bienvenida de Amazon Rekognition Video: Reconocimiento de video basado en aprendizaje profundo</a:t>
            </a:r>
            <a:endParaRPr>
              <a:latin typeface="Arial"/>
              <a:ea typeface="Arial"/>
              <a:cs typeface="Arial"/>
              <a:sym typeface="Arial"/>
            </a:endParaRPr>
          </a:p>
          <a:p>
            <a:pPr indent="-171450" lvl="0" marL="171450" rtl="0" algn="l">
              <a:spcBef>
                <a:spcPts val="0"/>
              </a:spcBef>
              <a:spcAft>
                <a:spcPts val="0"/>
              </a:spcAft>
              <a:buClr>
                <a:schemeClr val="dk1"/>
              </a:buClr>
              <a:buSzPts val="1100"/>
              <a:buFont typeface="Arial"/>
              <a:buChar char="•"/>
            </a:pPr>
            <a:r>
              <a:rPr lang="es-419" u="sng">
                <a:solidFill>
                  <a:schemeClr val="hlink"/>
                </a:solidFill>
                <a:latin typeface="Arial"/>
                <a:ea typeface="Arial"/>
                <a:cs typeface="Arial"/>
                <a:sym typeface="Arial"/>
                <a:hlinkClick r:id="rId5"/>
              </a:rPr>
              <a:t>Clasifique un gran número de imágenes con Amazon Rekognition y AWS Batch</a:t>
            </a:r>
            <a:endParaRPr>
              <a:latin typeface="Arial"/>
              <a:ea typeface="Arial"/>
              <a:cs typeface="Arial"/>
              <a:sym typeface="Arial"/>
            </a:endParaRPr>
          </a:p>
          <a:p>
            <a:pPr indent="-101600" lvl="0" marL="171450" rtl="0" algn="l">
              <a:spcBef>
                <a:spcPts val="0"/>
              </a:spcBef>
              <a:spcAft>
                <a:spcPts val="0"/>
              </a:spcAft>
              <a:buClr>
                <a:schemeClr val="dk1"/>
              </a:buClr>
              <a:buSzPts val="1100"/>
              <a:buFont typeface="Arial"/>
              <a:buNone/>
            </a:pPr>
            <a:r>
              <a:t/>
            </a:r>
            <a:endParaRPr>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g2d628dc353c_4_9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2" name="Google Shape;1092;g2d628dc353c_4_9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sz="1100">
                <a:latin typeface="Arial"/>
                <a:ea typeface="Arial"/>
                <a:cs typeface="Arial"/>
                <a:sym typeface="Arial"/>
              </a:rPr>
              <a:t>Gracias por participar.</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 Id="rId3"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 Id="rId3"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5" name="Shape 55"/>
        <p:cNvGrpSpPr/>
        <p:nvPr/>
      </p:nvGrpSpPr>
      <p:grpSpPr>
        <a:xfrm>
          <a:off x="0" y="0"/>
          <a:ext cx="0" cy="0"/>
          <a:chOff x="0" y="0"/>
          <a:chExt cx="0" cy="0"/>
        </a:xfrm>
      </p:grpSpPr>
      <p:pic>
        <p:nvPicPr>
          <p:cNvPr id="56" name="Google Shape;56;p14"/>
          <p:cNvPicPr preferRelativeResize="0"/>
          <p:nvPr/>
        </p:nvPicPr>
        <p:blipFill rotWithShape="1">
          <a:blip r:embed="rId2">
            <a:alphaModFix/>
          </a:blip>
          <a:srcRect b="0" l="0" r="0" t="0"/>
          <a:stretch/>
        </p:blipFill>
        <p:spPr>
          <a:xfrm>
            <a:off x="-60767" y="-35939"/>
            <a:ext cx="9271321" cy="5218637"/>
          </a:xfrm>
          <a:prstGeom prst="rect">
            <a:avLst/>
          </a:prstGeom>
          <a:noFill/>
          <a:ln>
            <a:noFill/>
          </a:ln>
        </p:spPr>
      </p:pic>
      <p:pic>
        <p:nvPicPr>
          <p:cNvPr id="57" name="Google Shape;57;p14"/>
          <p:cNvPicPr preferRelativeResize="0"/>
          <p:nvPr/>
        </p:nvPicPr>
        <p:blipFill rotWithShape="1">
          <a:blip r:embed="rId3">
            <a:alphaModFix/>
          </a:blip>
          <a:srcRect b="0" l="0" r="0" t="0"/>
          <a:stretch/>
        </p:blipFill>
        <p:spPr>
          <a:xfrm>
            <a:off x="7448324" y="4567379"/>
            <a:ext cx="1329492" cy="336805"/>
          </a:xfrm>
          <a:prstGeom prst="rect">
            <a:avLst/>
          </a:prstGeom>
          <a:noFill/>
          <a:ln>
            <a:noFill/>
          </a:ln>
        </p:spPr>
      </p:pic>
      <p:sp>
        <p:nvSpPr>
          <p:cNvPr id="58" name="Google Shape;58;p14"/>
          <p:cNvSpPr txBox="1"/>
          <p:nvPr>
            <p:ph idx="1" type="body"/>
          </p:nvPr>
        </p:nvSpPr>
        <p:spPr>
          <a:xfrm>
            <a:off x="314325" y="1915767"/>
            <a:ext cx="6044804" cy="366374"/>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500"/>
              <a:buNone/>
              <a:defRPr b="0" sz="1500">
                <a:solidFill>
                  <a:schemeClr val="lt1"/>
                </a:solidFill>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17500" lvl="4" marL="2286000" algn="l">
              <a:lnSpc>
                <a:spcPct val="90000"/>
              </a:lnSpc>
              <a:spcBef>
                <a:spcPts val="400"/>
              </a:spcBef>
              <a:spcAft>
                <a:spcPts val="0"/>
              </a:spcAft>
              <a:buClr>
                <a:schemeClr val="lt1"/>
              </a:buClr>
              <a:buSzPts val="14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 name="Google Shape;59;p14"/>
          <p:cNvSpPr txBox="1"/>
          <p:nvPr>
            <p:ph type="title"/>
          </p:nvPr>
        </p:nvSpPr>
        <p:spPr>
          <a:xfrm>
            <a:off x="314325" y="2393955"/>
            <a:ext cx="8515350" cy="355589"/>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4500"/>
              <a:buFont typeface="Arial"/>
              <a:buNone/>
              <a:defRPr sz="45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extLst>
    <p:ext uri="{DCECCB84-F9BA-43D5-87BE-67443E8EF086}">
      <p15:sldGuideLst>
        <p15:guide id="1" orient="horz" pos="16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Two Column">
    <p:spTree>
      <p:nvGrpSpPr>
        <p:cNvPr id="60" name="Shape 60"/>
        <p:cNvGrpSpPr/>
        <p:nvPr/>
      </p:nvGrpSpPr>
      <p:grpSpPr>
        <a:xfrm>
          <a:off x="0" y="0"/>
          <a:ext cx="0" cy="0"/>
          <a:chOff x="0" y="0"/>
          <a:chExt cx="0" cy="0"/>
        </a:xfrm>
      </p:grpSpPr>
      <p:pic>
        <p:nvPicPr>
          <p:cNvPr id="61" name="Google Shape;61;p15"/>
          <p:cNvPicPr preferRelativeResize="0"/>
          <p:nvPr/>
        </p:nvPicPr>
        <p:blipFill rotWithShape="1">
          <a:blip r:embed="rId2">
            <a:alphaModFix/>
          </a:blip>
          <a:srcRect b="0" l="0" r="0" t="0"/>
          <a:stretch/>
        </p:blipFill>
        <p:spPr>
          <a:xfrm>
            <a:off x="1852" y="4"/>
            <a:ext cx="9141714" cy="857250"/>
          </a:xfrm>
          <a:prstGeom prst="rect">
            <a:avLst/>
          </a:prstGeom>
          <a:noFill/>
          <a:ln>
            <a:noFill/>
          </a:ln>
        </p:spPr>
      </p:pic>
      <p:sp>
        <p:nvSpPr>
          <p:cNvPr id="62" name="Google Shape;62;p15"/>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63" name="Google Shape;63;p15"/>
          <p:cNvPicPr preferRelativeResize="0"/>
          <p:nvPr/>
        </p:nvPicPr>
        <p:blipFill rotWithShape="1">
          <a:blip r:embed="rId3">
            <a:alphaModFix/>
          </a:blip>
          <a:srcRect b="0" l="0" r="0" t="0"/>
          <a:stretch/>
        </p:blipFill>
        <p:spPr>
          <a:xfrm>
            <a:off x="7431899" y="273844"/>
            <a:ext cx="1329492" cy="336805"/>
          </a:xfrm>
          <a:prstGeom prst="rect">
            <a:avLst/>
          </a:prstGeom>
          <a:noFill/>
          <a:ln>
            <a:noFill/>
          </a:ln>
        </p:spPr>
      </p:pic>
      <p:sp>
        <p:nvSpPr>
          <p:cNvPr id="64" name="Google Shape;64;p15"/>
          <p:cNvSpPr txBox="1"/>
          <p:nvPr>
            <p:ph idx="1" type="body"/>
          </p:nvPr>
        </p:nvSpPr>
        <p:spPr>
          <a:xfrm>
            <a:off x="314325" y="1146131"/>
            <a:ext cx="4128516" cy="3486591"/>
          </a:xfrm>
          <a:prstGeom prst="rect">
            <a:avLst/>
          </a:prstGeom>
          <a:noFill/>
          <a:ln>
            <a:noFill/>
          </a:ln>
        </p:spPr>
        <p:txBody>
          <a:bodyPr anchorCtr="0" anchor="t" bIns="34275" lIns="68575"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solidFill>
                  <a:schemeClr val="dk1"/>
                </a:solidFill>
              </a:defRPr>
            </a:lvl1pPr>
            <a:lvl2pPr indent="-342900" lvl="1" marL="914400" algn="l">
              <a:lnSpc>
                <a:spcPct val="90000"/>
              </a:lnSpc>
              <a:spcBef>
                <a:spcPts val="400"/>
              </a:spcBef>
              <a:spcAft>
                <a:spcPts val="0"/>
              </a:spcAft>
              <a:buClr>
                <a:schemeClr val="dk1"/>
              </a:buClr>
              <a:buSzPts val="1800"/>
              <a:buChar char="•"/>
              <a:defRPr>
                <a:solidFill>
                  <a:schemeClr val="dk1"/>
                </a:solidFill>
              </a:defRPr>
            </a:lvl2pPr>
            <a:lvl3pPr indent="-323850" lvl="2" marL="1371600" algn="l">
              <a:lnSpc>
                <a:spcPct val="90000"/>
              </a:lnSpc>
              <a:spcBef>
                <a:spcPts val="400"/>
              </a:spcBef>
              <a:spcAft>
                <a:spcPts val="0"/>
              </a:spcAft>
              <a:buClr>
                <a:schemeClr val="dk1"/>
              </a:buClr>
              <a:buSzPts val="1500"/>
              <a:buChar char="•"/>
              <a:defRPr>
                <a:solidFill>
                  <a:schemeClr val="dk1"/>
                </a:solidFill>
              </a:defRPr>
            </a:lvl3pPr>
            <a:lvl4pPr indent="-317500" lvl="3" marL="1828800" algn="l">
              <a:lnSpc>
                <a:spcPct val="90000"/>
              </a:lnSpc>
              <a:spcBef>
                <a:spcPts val="400"/>
              </a:spcBef>
              <a:spcAft>
                <a:spcPts val="0"/>
              </a:spcAft>
              <a:buClr>
                <a:schemeClr val="dk1"/>
              </a:buClr>
              <a:buSzPts val="1400"/>
              <a:buChar char="•"/>
              <a:defRPr>
                <a:solidFill>
                  <a:schemeClr val="dk1"/>
                </a:solidFill>
              </a:defRPr>
            </a:lvl4pPr>
            <a:lvl5pPr indent="-317500" lvl="4" marL="2286000" algn="l">
              <a:lnSpc>
                <a:spcPct val="90000"/>
              </a:lnSpc>
              <a:spcBef>
                <a:spcPts val="400"/>
              </a:spcBef>
              <a:spcAft>
                <a:spcPts val="0"/>
              </a:spcAft>
              <a:buClr>
                <a:schemeClr val="dk1"/>
              </a:buClr>
              <a:buSzPts val="1400"/>
              <a:buChar char="•"/>
              <a:defRPr>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5"/>
          <p:cNvSpPr txBox="1"/>
          <p:nvPr>
            <p:ph idx="2" type="body"/>
          </p:nvPr>
        </p:nvSpPr>
        <p:spPr>
          <a:xfrm>
            <a:off x="4684734" y="1143171"/>
            <a:ext cx="4128516" cy="3486591"/>
          </a:xfrm>
          <a:prstGeom prst="rect">
            <a:avLst/>
          </a:prstGeom>
          <a:noFill/>
          <a:ln>
            <a:noFill/>
          </a:ln>
        </p:spPr>
        <p:txBody>
          <a:bodyPr anchorCtr="0" anchor="t" bIns="34275" lIns="68575"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solidFill>
                  <a:schemeClr val="dk1"/>
                </a:solidFill>
              </a:defRPr>
            </a:lvl1pPr>
            <a:lvl2pPr indent="-342900" lvl="1" marL="914400" algn="l">
              <a:lnSpc>
                <a:spcPct val="90000"/>
              </a:lnSpc>
              <a:spcBef>
                <a:spcPts val="400"/>
              </a:spcBef>
              <a:spcAft>
                <a:spcPts val="0"/>
              </a:spcAft>
              <a:buClr>
                <a:schemeClr val="dk1"/>
              </a:buClr>
              <a:buSzPts val="1800"/>
              <a:buChar char="•"/>
              <a:defRPr>
                <a:solidFill>
                  <a:schemeClr val="dk1"/>
                </a:solidFill>
              </a:defRPr>
            </a:lvl2pPr>
            <a:lvl3pPr indent="-323850" lvl="2" marL="1371600" algn="l">
              <a:lnSpc>
                <a:spcPct val="90000"/>
              </a:lnSpc>
              <a:spcBef>
                <a:spcPts val="400"/>
              </a:spcBef>
              <a:spcAft>
                <a:spcPts val="0"/>
              </a:spcAft>
              <a:buClr>
                <a:schemeClr val="dk1"/>
              </a:buClr>
              <a:buSzPts val="1500"/>
              <a:buChar char="•"/>
              <a:defRPr>
                <a:solidFill>
                  <a:schemeClr val="dk1"/>
                </a:solidFill>
              </a:defRPr>
            </a:lvl3pPr>
            <a:lvl4pPr indent="-317500" lvl="3" marL="1828800" algn="l">
              <a:lnSpc>
                <a:spcPct val="90000"/>
              </a:lnSpc>
              <a:spcBef>
                <a:spcPts val="400"/>
              </a:spcBef>
              <a:spcAft>
                <a:spcPts val="0"/>
              </a:spcAft>
              <a:buClr>
                <a:schemeClr val="dk1"/>
              </a:buClr>
              <a:buSzPts val="1400"/>
              <a:buChar char="•"/>
              <a:defRPr>
                <a:solidFill>
                  <a:schemeClr val="dk1"/>
                </a:solidFill>
              </a:defRPr>
            </a:lvl4pPr>
            <a:lvl5pPr indent="-317500" lvl="4" marL="2286000" algn="l">
              <a:lnSpc>
                <a:spcPct val="90000"/>
              </a:lnSpc>
              <a:spcBef>
                <a:spcPts val="400"/>
              </a:spcBef>
              <a:spcAft>
                <a:spcPts val="0"/>
              </a:spcAft>
              <a:buClr>
                <a:schemeClr val="dk1"/>
              </a:buClr>
              <a:buSzPts val="1400"/>
              <a:buChar char="•"/>
              <a:defRPr>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6" name="Google Shape;66;p15"/>
          <p:cNvSpPr txBox="1"/>
          <p:nvPr>
            <p:ph idx="11" type="ftr"/>
          </p:nvPr>
        </p:nvSpPr>
        <p:spPr>
          <a:xfrm>
            <a:off x="314325" y="4767263"/>
            <a:ext cx="280159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700">
                <a:solidFill>
                  <a:srgbClr val="888888"/>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772275"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ype="obj">
  <p:cSld name="OBJECT">
    <p:spTree>
      <p:nvGrpSpPr>
        <p:cNvPr id="68" name="Shape 68"/>
        <p:cNvGrpSpPr/>
        <p:nvPr/>
      </p:nvGrpSpPr>
      <p:grpSpPr>
        <a:xfrm>
          <a:off x="0" y="0"/>
          <a:ext cx="0" cy="0"/>
          <a:chOff x="0" y="0"/>
          <a:chExt cx="0" cy="0"/>
        </a:xfrm>
      </p:grpSpPr>
      <p:pic>
        <p:nvPicPr>
          <p:cNvPr id="69" name="Google Shape;69;p16"/>
          <p:cNvPicPr preferRelativeResize="0"/>
          <p:nvPr/>
        </p:nvPicPr>
        <p:blipFill rotWithShape="1">
          <a:blip r:embed="rId2">
            <a:alphaModFix/>
          </a:blip>
          <a:srcRect b="0" l="0" r="0" t="0"/>
          <a:stretch/>
        </p:blipFill>
        <p:spPr>
          <a:xfrm>
            <a:off x="1852" y="4"/>
            <a:ext cx="9141714" cy="857250"/>
          </a:xfrm>
          <a:prstGeom prst="rect">
            <a:avLst/>
          </a:prstGeom>
          <a:noFill/>
          <a:ln>
            <a:noFill/>
          </a:ln>
        </p:spPr>
      </p:pic>
      <p:sp>
        <p:nvSpPr>
          <p:cNvPr id="70" name="Google Shape;70;p16"/>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71" name="Google Shape;71;p16"/>
          <p:cNvPicPr preferRelativeResize="0"/>
          <p:nvPr/>
        </p:nvPicPr>
        <p:blipFill rotWithShape="1">
          <a:blip r:embed="rId3">
            <a:alphaModFix/>
          </a:blip>
          <a:srcRect b="0" l="0" r="0" t="0"/>
          <a:stretch/>
        </p:blipFill>
        <p:spPr>
          <a:xfrm>
            <a:off x="7431899" y="273844"/>
            <a:ext cx="1329492" cy="336805"/>
          </a:xfrm>
          <a:prstGeom prst="rect">
            <a:avLst/>
          </a:prstGeom>
          <a:noFill/>
          <a:ln>
            <a:noFill/>
          </a:ln>
        </p:spPr>
      </p:pic>
      <p:sp>
        <p:nvSpPr>
          <p:cNvPr id="72" name="Google Shape;72;p16"/>
          <p:cNvSpPr txBox="1"/>
          <p:nvPr>
            <p:ph idx="1" type="body"/>
          </p:nvPr>
        </p:nvSpPr>
        <p:spPr>
          <a:xfrm>
            <a:off x="314325" y="1146131"/>
            <a:ext cx="8515350" cy="3486591"/>
          </a:xfrm>
          <a:prstGeom prst="rect">
            <a:avLst/>
          </a:prstGeom>
          <a:noFill/>
          <a:ln>
            <a:noFill/>
          </a:ln>
        </p:spPr>
        <p:txBody>
          <a:bodyPr anchorCtr="0" anchor="t" bIns="34275" lIns="68575"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solidFill>
                  <a:schemeClr val="dk1"/>
                </a:solidFill>
              </a:defRPr>
            </a:lvl1pPr>
            <a:lvl2pPr indent="-342900" lvl="1" marL="914400" algn="l">
              <a:lnSpc>
                <a:spcPct val="90000"/>
              </a:lnSpc>
              <a:spcBef>
                <a:spcPts val="400"/>
              </a:spcBef>
              <a:spcAft>
                <a:spcPts val="0"/>
              </a:spcAft>
              <a:buClr>
                <a:schemeClr val="dk1"/>
              </a:buClr>
              <a:buSzPts val="1800"/>
              <a:buChar char="•"/>
              <a:defRPr>
                <a:solidFill>
                  <a:schemeClr val="dk1"/>
                </a:solidFill>
              </a:defRPr>
            </a:lvl2pPr>
            <a:lvl3pPr indent="-323850" lvl="2" marL="1371600" algn="l">
              <a:lnSpc>
                <a:spcPct val="90000"/>
              </a:lnSpc>
              <a:spcBef>
                <a:spcPts val="400"/>
              </a:spcBef>
              <a:spcAft>
                <a:spcPts val="0"/>
              </a:spcAft>
              <a:buClr>
                <a:schemeClr val="dk1"/>
              </a:buClr>
              <a:buSzPts val="1500"/>
              <a:buChar char="•"/>
              <a:defRPr>
                <a:solidFill>
                  <a:schemeClr val="dk1"/>
                </a:solidFill>
              </a:defRPr>
            </a:lvl3pPr>
            <a:lvl4pPr indent="-317500" lvl="3" marL="1828800" algn="l">
              <a:lnSpc>
                <a:spcPct val="90000"/>
              </a:lnSpc>
              <a:spcBef>
                <a:spcPts val="400"/>
              </a:spcBef>
              <a:spcAft>
                <a:spcPts val="0"/>
              </a:spcAft>
              <a:buClr>
                <a:schemeClr val="dk1"/>
              </a:buClr>
              <a:buSzPts val="1400"/>
              <a:buChar char="•"/>
              <a:defRPr>
                <a:solidFill>
                  <a:schemeClr val="dk1"/>
                </a:solidFill>
              </a:defRPr>
            </a:lvl4pPr>
            <a:lvl5pPr indent="-317500" lvl="4" marL="2286000" algn="l">
              <a:lnSpc>
                <a:spcPct val="90000"/>
              </a:lnSpc>
              <a:spcBef>
                <a:spcPts val="400"/>
              </a:spcBef>
              <a:spcAft>
                <a:spcPts val="0"/>
              </a:spcAft>
              <a:buClr>
                <a:schemeClr val="dk1"/>
              </a:buClr>
              <a:buSzPts val="1400"/>
              <a:buChar char="•"/>
              <a:defRPr>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3" name="Google Shape;73;p16"/>
          <p:cNvSpPr txBox="1"/>
          <p:nvPr>
            <p:ph idx="11" type="ftr"/>
          </p:nvPr>
        </p:nvSpPr>
        <p:spPr>
          <a:xfrm>
            <a:off x="314325" y="4767263"/>
            <a:ext cx="280159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700">
                <a:solidFill>
                  <a:srgbClr val="888888"/>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4" name="Google Shape;74;p16"/>
          <p:cNvSpPr txBox="1"/>
          <p:nvPr>
            <p:ph idx="12" type="sldNum"/>
          </p:nvPr>
        </p:nvSpPr>
        <p:spPr>
          <a:xfrm>
            <a:off x="6772275"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5" name="Shape 75"/>
        <p:cNvGrpSpPr/>
        <p:nvPr/>
      </p:nvGrpSpPr>
      <p:grpSpPr>
        <a:xfrm>
          <a:off x="0" y="0"/>
          <a:ext cx="0" cy="0"/>
          <a:chOff x="0" y="0"/>
          <a:chExt cx="0" cy="0"/>
        </a:xfrm>
      </p:grpSpPr>
      <p:sp>
        <p:nvSpPr>
          <p:cNvPr id="76" name="Google Shape;76;p17"/>
          <p:cNvSpPr/>
          <p:nvPr/>
        </p:nvSpPr>
        <p:spPr>
          <a:xfrm>
            <a:off x="0" y="0"/>
            <a:ext cx="9144000" cy="5143500"/>
          </a:xfrm>
          <a:prstGeom prst="rect">
            <a:avLst/>
          </a:prstGeom>
          <a:solidFill>
            <a:srgbClr val="232F3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7" name="Google Shape;77;p17"/>
          <p:cNvSpPr txBox="1"/>
          <p:nvPr>
            <p:ph idx="1" type="body"/>
          </p:nvPr>
        </p:nvSpPr>
        <p:spPr>
          <a:xfrm>
            <a:off x="314325" y="1915767"/>
            <a:ext cx="6044804" cy="366374"/>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36C2B4"/>
              </a:buClr>
              <a:buSzPts val="1500"/>
              <a:buNone/>
              <a:defRPr b="0" sz="1500">
                <a:solidFill>
                  <a:srgbClr val="36C2B4"/>
                </a:solidFill>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17500" lvl="4" marL="2286000" algn="l">
              <a:lnSpc>
                <a:spcPct val="90000"/>
              </a:lnSpc>
              <a:spcBef>
                <a:spcPts val="400"/>
              </a:spcBef>
              <a:spcAft>
                <a:spcPts val="0"/>
              </a:spcAft>
              <a:buClr>
                <a:schemeClr val="lt1"/>
              </a:buClr>
              <a:buSzPts val="14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7"/>
          <p:cNvSpPr txBox="1"/>
          <p:nvPr>
            <p:ph type="title"/>
          </p:nvPr>
        </p:nvSpPr>
        <p:spPr>
          <a:xfrm>
            <a:off x="314325" y="2393955"/>
            <a:ext cx="8515350" cy="355589"/>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4500"/>
              <a:buFont typeface="Arial"/>
              <a:buNone/>
              <a:defRPr sz="45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9" name="Google Shape;79;p17"/>
          <p:cNvSpPr txBox="1"/>
          <p:nvPr>
            <p:ph idx="11" type="ftr"/>
          </p:nvPr>
        </p:nvSpPr>
        <p:spPr>
          <a:xfrm>
            <a:off x="314325" y="4767263"/>
            <a:ext cx="280159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700">
                <a:solidFill>
                  <a:schemeClr val="lt1"/>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pic>
        <p:nvPicPr>
          <p:cNvPr id="80" name="Google Shape;80;p17"/>
          <p:cNvPicPr preferRelativeResize="0"/>
          <p:nvPr/>
        </p:nvPicPr>
        <p:blipFill rotWithShape="1">
          <a:blip r:embed="rId2">
            <a:alphaModFix/>
          </a:blip>
          <a:srcRect b="0" l="0" r="0" t="0"/>
          <a:stretch/>
        </p:blipFill>
        <p:spPr>
          <a:xfrm>
            <a:off x="7448324" y="4567379"/>
            <a:ext cx="1329492" cy="33680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1" name="Shape 81"/>
        <p:cNvGrpSpPr/>
        <p:nvPr/>
      </p:nvGrpSpPr>
      <p:grpSpPr>
        <a:xfrm>
          <a:off x="0" y="0"/>
          <a:ext cx="0" cy="0"/>
          <a:chOff x="0" y="0"/>
          <a:chExt cx="0" cy="0"/>
        </a:xfrm>
      </p:grpSpPr>
      <p:pic>
        <p:nvPicPr>
          <p:cNvPr id="82" name="Google Shape;82;p18"/>
          <p:cNvPicPr preferRelativeResize="0"/>
          <p:nvPr/>
        </p:nvPicPr>
        <p:blipFill rotWithShape="1">
          <a:blip r:embed="rId2">
            <a:alphaModFix/>
          </a:blip>
          <a:srcRect b="0" l="0" r="0" t="0"/>
          <a:stretch/>
        </p:blipFill>
        <p:spPr>
          <a:xfrm>
            <a:off x="1852" y="4"/>
            <a:ext cx="9141714" cy="857250"/>
          </a:xfrm>
          <a:prstGeom prst="rect">
            <a:avLst/>
          </a:prstGeom>
          <a:noFill/>
          <a:ln>
            <a:noFill/>
          </a:ln>
        </p:spPr>
      </p:pic>
      <p:sp>
        <p:nvSpPr>
          <p:cNvPr id="83" name="Google Shape;83;p18"/>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84" name="Google Shape;84;p18"/>
          <p:cNvPicPr preferRelativeResize="0"/>
          <p:nvPr/>
        </p:nvPicPr>
        <p:blipFill rotWithShape="1">
          <a:blip r:embed="rId3">
            <a:alphaModFix/>
          </a:blip>
          <a:srcRect b="0" l="0" r="0" t="0"/>
          <a:stretch/>
        </p:blipFill>
        <p:spPr>
          <a:xfrm>
            <a:off x="7431899" y="273844"/>
            <a:ext cx="1329492" cy="336805"/>
          </a:xfrm>
          <a:prstGeom prst="rect">
            <a:avLst/>
          </a:prstGeom>
          <a:noFill/>
          <a:ln>
            <a:noFill/>
          </a:ln>
        </p:spPr>
      </p:pic>
      <p:sp>
        <p:nvSpPr>
          <p:cNvPr id="85" name="Google Shape;85;p18"/>
          <p:cNvSpPr txBox="1"/>
          <p:nvPr>
            <p:ph idx="11" type="ftr"/>
          </p:nvPr>
        </p:nvSpPr>
        <p:spPr>
          <a:xfrm>
            <a:off x="314325" y="4767263"/>
            <a:ext cx="280159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700">
                <a:solidFill>
                  <a:srgbClr val="888888"/>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6" name="Google Shape;86;p18"/>
          <p:cNvSpPr txBox="1"/>
          <p:nvPr>
            <p:ph idx="12" type="sldNum"/>
          </p:nvPr>
        </p:nvSpPr>
        <p:spPr>
          <a:xfrm>
            <a:off x="6772275"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 by Side">
  <p:cSld name="Side by Side">
    <p:spTree>
      <p:nvGrpSpPr>
        <p:cNvPr id="87" name="Shape 87"/>
        <p:cNvGrpSpPr/>
        <p:nvPr/>
      </p:nvGrpSpPr>
      <p:grpSpPr>
        <a:xfrm>
          <a:off x="0" y="0"/>
          <a:ext cx="0" cy="0"/>
          <a:chOff x="0" y="0"/>
          <a:chExt cx="0" cy="0"/>
        </a:xfrm>
      </p:grpSpPr>
      <p:pic>
        <p:nvPicPr>
          <p:cNvPr id="88" name="Google Shape;88;p19"/>
          <p:cNvPicPr preferRelativeResize="0"/>
          <p:nvPr/>
        </p:nvPicPr>
        <p:blipFill rotWithShape="1">
          <a:blip r:embed="rId2">
            <a:alphaModFix/>
          </a:blip>
          <a:srcRect b="0" l="0" r="0" t="0"/>
          <a:stretch/>
        </p:blipFill>
        <p:spPr>
          <a:xfrm>
            <a:off x="7431900" y="273844"/>
            <a:ext cx="1329489" cy="336804"/>
          </a:xfrm>
          <a:prstGeom prst="rect">
            <a:avLst/>
          </a:prstGeom>
          <a:noFill/>
          <a:ln>
            <a:noFill/>
          </a:ln>
        </p:spPr>
      </p:pic>
      <p:sp>
        <p:nvSpPr>
          <p:cNvPr id="89" name="Google Shape;89;p19"/>
          <p:cNvSpPr/>
          <p:nvPr/>
        </p:nvSpPr>
        <p:spPr>
          <a:xfrm>
            <a:off x="-1" y="0"/>
            <a:ext cx="3844322" cy="5156619"/>
          </a:xfrm>
          <a:prstGeom prst="rect">
            <a:avLst/>
          </a:prstGeom>
          <a:solidFill>
            <a:srgbClr val="232F3E"/>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FFFFFF"/>
              </a:solidFill>
              <a:latin typeface="Arial"/>
              <a:ea typeface="Arial"/>
              <a:cs typeface="Arial"/>
              <a:sym typeface="Arial"/>
            </a:endParaRPr>
          </a:p>
        </p:txBody>
      </p:sp>
      <p:pic>
        <p:nvPicPr>
          <p:cNvPr id="90" name="Google Shape;90;p19"/>
          <p:cNvPicPr preferRelativeResize="0"/>
          <p:nvPr/>
        </p:nvPicPr>
        <p:blipFill rotWithShape="1">
          <a:blip r:embed="rId3">
            <a:alphaModFix/>
          </a:blip>
          <a:srcRect b="0" l="0" r="0" t="0"/>
          <a:stretch/>
        </p:blipFill>
        <p:spPr>
          <a:xfrm>
            <a:off x="441534" y="2369520"/>
            <a:ext cx="3402786" cy="2787099"/>
          </a:xfrm>
          <a:prstGeom prst="rect">
            <a:avLst/>
          </a:prstGeom>
          <a:noFill/>
          <a:ln>
            <a:noFill/>
          </a:ln>
        </p:spPr>
      </p:pic>
      <p:sp>
        <p:nvSpPr>
          <p:cNvPr id="91" name="Google Shape;91;p19"/>
          <p:cNvSpPr txBox="1"/>
          <p:nvPr>
            <p:ph type="title"/>
          </p:nvPr>
        </p:nvSpPr>
        <p:spPr>
          <a:xfrm>
            <a:off x="314325" y="883782"/>
            <a:ext cx="3201485"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3000"/>
              <a:buFont typeface="Arial"/>
              <a:buNone/>
              <a:defRPr>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2" name="Google Shape;92;p19"/>
          <p:cNvSpPr txBox="1"/>
          <p:nvPr>
            <p:ph idx="1" type="body"/>
          </p:nvPr>
        </p:nvSpPr>
        <p:spPr>
          <a:xfrm>
            <a:off x="4285856" y="883782"/>
            <a:ext cx="4325709" cy="3611190"/>
          </a:xfrm>
          <a:prstGeom prst="rect">
            <a:avLst/>
          </a:prstGeom>
          <a:noFill/>
          <a:ln>
            <a:noFill/>
          </a:ln>
        </p:spPr>
        <p:txBody>
          <a:bodyPr anchorCtr="0" anchor="t" bIns="34275" lIns="68575"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solidFill>
                  <a:schemeClr val="dk1"/>
                </a:solidFill>
              </a:defRPr>
            </a:lvl1pPr>
            <a:lvl2pPr indent="-342900" lvl="1" marL="914400" algn="l">
              <a:lnSpc>
                <a:spcPct val="90000"/>
              </a:lnSpc>
              <a:spcBef>
                <a:spcPts val="400"/>
              </a:spcBef>
              <a:spcAft>
                <a:spcPts val="0"/>
              </a:spcAft>
              <a:buClr>
                <a:schemeClr val="dk1"/>
              </a:buClr>
              <a:buSzPts val="1800"/>
              <a:buChar char="•"/>
              <a:defRPr>
                <a:solidFill>
                  <a:schemeClr val="dk1"/>
                </a:solidFill>
              </a:defRPr>
            </a:lvl2pPr>
            <a:lvl3pPr indent="-323850" lvl="2" marL="1371600" algn="l">
              <a:lnSpc>
                <a:spcPct val="90000"/>
              </a:lnSpc>
              <a:spcBef>
                <a:spcPts val="400"/>
              </a:spcBef>
              <a:spcAft>
                <a:spcPts val="0"/>
              </a:spcAft>
              <a:buClr>
                <a:schemeClr val="dk1"/>
              </a:buClr>
              <a:buSzPts val="1500"/>
              <a:buChar char="•"/>
              <a:defRPr>
                <a:solidFill>
                  <a:schemeClr val="dk1"/>
                </a:solidFill>
              </a:defRPr>
            </a:lvl3pPr>
            <a:lvl4pPr indent="-317500" lvl="3" marL="1828800" algn="l">
              <a:lnSpc>
                <a:spcPct val="90000"/>
              </a:lnSpc>
              <a:spcBef>
                <a:spcPts val="400"/>
              </a:spcBef>
              <a:spcAft>
                <a:spcPts val="0"/>
              </a:spcAft>
              <a:buClr>
                <a:schemeClr val="dk1"/>
              </a:buClr>
              <a:buSzPts val="1400"/>
              <a:buChar char="•"/>
              <a:defRPr>
                <a:solidFill>
                  <a:schemeClr val="dk1"/>
                </a:solidFill>
              </a:defRPr>
            </a:lvl4pPr>
            <a:lvl5pPr indent="-317500" lvl="4" marL="2286000" algn="l">
              <a:lnSpc>
                <a:spcPct val="90000"/>
              </a:lnSpc>
              <a:spcBef>
                <a:spcPts val="400"/>
              </a:spcBef>
              <a:spcAft>
                <a:spcPts val="0"/>
              </a:spcAft>
              <a:buClr>
                <a:schemeClr val="dk1"/>
              </a:buClr>
              <a:buSzPts val="1400"/>
              <a:buChar char="•"/>
              <a:defRPr>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3" name="Google Shape;93;p19"/>
          <p:cNvSpPr txBox="1"/>
          <p:nvPr>
            <p:ph idx="12" type="sldNum"/>
          </p:nvPr>
        </p:nvSpPr>
        <p:spPr>
          <a:xfrm>
            <a:off x="317743" y="4767263"/>
            <a:ext cx="2057400" cy="273844"/>
          </a:xfrm>
          <a:prstGeom prst="rect">
            <a:avLst/>
          </a:prstGeom>
          <a:noFill/>
          <a:ln>
            <a:noFill/>
          </a:ln>
        </p:spPr>
        <p:txBody>
          <a:bodyPr anchorCtr="0" anchor="ctr" bIns="34275" lIns="68575" spcFirstLastPara="1" rIns="68575" wrap="square" tIns="34275">
            <a:noAutofit/>
          </a:bodyPr>
          <a:lstStyle>
            <a:lvl1pPr indent="0" lvl="0" marL="0" marR="0" algn="l">
              <a:spcBef>
                <a:spcPts val="0"/>
              </a:spcBef>
              <a:buNone/>
              <a:defRPr b="0" i="0" sz="700" u="none" cap="none" strike="noStrike">
                <a:solidFill>
                  <a:schemeClr val="lt1"/>
                </a:solidFill>
                <a:latin typeface="Arial"/>
                <a:ea typeface="Arial"/>
                <a:cs typeface="Arial"/>
                <a:sym typeface="Arial"/>
              </a:defRPr>
            </a:lvl1pPr>
            <a:lvl2pPr indent="0" lvl="1" marL="0" marR="0" algn="l">
              <a:spcBef>
                <a:spcPts val="0"/>
              </a:spcBef>
              <a:buNone/>
              <a:defRPr b="0" i="0" sz="700" u="none" cap="none" strike="noStrike">
                <a:solidFill>
                  <a:schemeClr val="lt1"/>
                </a:solidFill>
                <a:latin typeface="Arial"/>
                <a:ea typeface="Arial"/>
                <a:cs typeface="Arial"/>
                <a:sym typeface="Arial"/>
              </a:defRPr>
            </a:lvl2pPr>
            <a:lvl3pPr indent="0" lvl="2" marL="0" marR="0" algn="l">
              <a:spcBef>
                <a:spcPts val="0"/>
              </a:spcBef>
              <a:buNone/>
              <a:defRPr b="0" i="0" sz="700" u="none" cap="none" strike="noStrike">
                <a:solidFill>
                  <a:schemeClr val="lt1"/>
                </a:solidFill>
                <a:latin typeface="Arial"/>
                <a:ea typeface="Arial"/>
                <a:cs typeface="Arial"/>
                <a:sym typeface="Arial"/>
              </a:defRPr>
            </a:lvl3pPr>
            <a:lvl4pPr indent="0" lvl="3" marL="0" marR="0" algn="l">
              <a:spcBef>
                <a:spcPts val="0"/>
              </a:spcBef>
              <a:buNone/>
              <a:defRPr b="0" i="0" sz="700" u="none" cap="none" strike="noStrike">
                <a:solidFill>
                  <a:schemeClr val="lt1"/>
                </a:solidFill>
                <a:latin typeface="Arial"/>
                <a:ea typeface="Arial"/>
                <a:cs typeface="Arial"/>
                <a:sym typeface="Arial"/>
              </a:defRPr>
            </a:lvl4pPr>
            <a:lvl5pPr indent="0" lvl="4" marL="0" marR="0" algn="l">
              <a:spcBef>
                <a:spcPts val="0"/>
              </a:spcBef>
              <a:buNone/>
              <a:defRPr b="0" i="0" sz="700" u="none" cap="none" strike="noStrike">
                <a:solidFill>
                  <a:schemeClr val="lt1"/>
                </a:solidFill>
                <a:latin typeface="Arial"/>
                <a:ea typeface="Arial"/>
                <a:cs typeface="Arial"/>
                <a:sym typeface="Arial"/>
              </a:defRPr>
            </a:lvl5pPr>
            <a:lvl6pPr indent="0" lvl="5" marL="0" marR="0" algn="l">
              <a:spcBef>
                <a:spcPts val="0"/>
              </a:spcBef>
              <a:buNone/>
              <a:defRPr b="0" i="0" sz="700" u="none" cap="none" strike="noStrike">
                <a:solidFill>
                  <a:schemeClr val="lt1"/>
                </a:solidFill>
                <a:latin typeface="Arial"/>
                <a:ea typeface="Arial"/>
                <a:cs typeface="Arial"/>
                <a:sym typeface="Arial"/>
              </a:defRPr>
            </a:lvl6pPr>
            <a:lvl7pPr indent="0" lvl="6" marL="0" marR="0" algn="l">
              <a:spcBef>
                <a:spcPts val="0"/>
              </a:spcBef>
              <a:buNone/>
              <a:defRPr b="0" i="0" sz="700" u="none" cap="none" strike="noStrike">
                <a:solidFill>
                  <a:schemeClr val="lt1"/>
                </a:solidFill>
                <a:latin typeface="Arial"/>
                <a:ea typeface="Arial"/>
                <a:cs typeface="Arial"/>
                <a:sym typeface="Arial"/>
              </a:defRPr>
            </a:lvl7pPr>
            <a:lvl8pPr indent="0" lvl="7" marL="0" marR="0" algn="l">
              <a:spcBef>
                <a:spcPts val="0"/>
              </a:spcBef>
              <a:buNone/>
              <a:defRPr b="0" i="0" sz="700" u="none" cap="none" strike="noStrike">
                <a:solidFill>
                  <a:schemeClr val="lt1"/>
                </a:solidFill>
                <a:latin typeface="Arial"/>
                <a:ea typeface="Arial"/>
                <a:cs typeface="Arial"/>
                <a:sym typeface="Arial"/>
              </a:defRPr>
            </a:lvl8pPr>
            <a:lvl9pPr indent="0" lvl="8" marL="0" marR="0" algn="l">
              <a:spcBef>
                <a:spcPts val="0"/>
              </a:spcBef>
              <a:buNone/>
              <a:defRPr b="0" i="0" sz="70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419"/>
              <a:t>‹#›</a:t>
            </a:fld>
            <a:endParaRPr/>
          </a:p>
        </p:txBody>
      </p:sp>
      <p:sp>
        <p:nvSpPr>
          <p:cNvPr id="94" name="Google Shape;94;p19"/>
          <p:cNvSpPr txBox="1"/>
          <p:nvPr>
            <p:ph idx="11" type="ftr"/>
          </p:nvPr>
        </p:nvSpPr>
        <p:spPr>
          <a:xfrm>
            <a:off x="5998296" y="4767263"/>
            <a:ext cx="2831379"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p:cSld name="Three Column">
    <p:spTree>
      <p:nvGrpSpPr>
        <p:cNvPr id="95" name="Shape 95"/>
        <p:cNvGrpSpPr/>
        <p:nvPr/>
      </p:nvGrpSpPr>
      <p:grpSpPr>
        <a:xfrm>
          <a:off x="0" y="0"/>
          <a:ext cx="0" cy="0"/>
          <a:chOff x="0" y="0"/>
          <a:chExt cx="0" cy="0"/>
        </a:xfrm>
      </p:grpSpPr>
      <p:pic>
        <p:nvPicPr>
          <p:cNvPr id="96" name="Google Shape;96;p20"/>
          <p:cNvPicPr preferRelativeResize="0"/>
          <p:nvPr/>
        </p:nvPicPr>
        <p:blipFill rotWithShape="1">
          <a:blip r:embed="rId2">
            <a:alphaModFix/>
          </a:blip>
          <a:srcRect b="0" l="0" r="0" t="0"/>
          <a:stretch/>
        </p:blipFill>
        <p:spPr>
          <a:xfrm>
            <a:off x="1852" y="4"/>
            <a:ext cx="9141714" cy="857250"/>
          </a:xfrm>
          <a:prstGeom prst="rect">
            <a:avLst/>
          </a:prstGeom>
          <a:noFill/>
          <a:ln>
            <a:noFill/>
          </a:ln>
        </p:spPr>
      </p:pic>
      <p:sp>
        <p:nvSpPr>
          <p:cNvPr id="97" name="Google Shape;97;p20"/>
          <p:cNvSpPr txBox="1"/>
          <p:nvPr>
            <p:ph type="title"/>
          </p:nvPr>
        </p:nvSpPr>
        <p:spPr>
          <a:xfrm>
            <a:off x="314326" y="273844"/>
            <a:ext cx="6778062" cy="355589"/>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98" name="Google Shape;98;p20"/>
          <p:cNvPicPr preferRelativeResize="0"/>
          <p:nvPr/>
        </p:nvPicPr>
        <p:blipFill rotWithShape="1">
          <a:blip r:embed="rId3">
            <a:alphaModFix/>
          </a:blip>
          <a:srcRect b="0" l="0" r="0" t="0"/>
          <a:stretch/>
        </p:blipFill>
        <p:spPr>
          <a:xfrm>
            <a:off x="7431899" y="273844"/>
            <a:ext cx="1329492" cy="336805"/>
          </a:xfrm>
          <a:prstGeom prst="rect">
            <a:avLst/>
          </a:prstGeom>
          <a:noFill/>
          <a:ln>
            <a:noFill/>
          </a:ln>
        </p:spPr>
      </p:pic>
      <p:sp>
        <p:nvSpPr>
          <p:cNvPr id="99" name="Google Shape;99;p20"/>
          <p:cNvSpPr txBox="1"/>
          <p:nvPr>
            <p:ph idx="1" type="body"/>
          </p:nvPr>
        </p:nvSpPr>
        <p:spPr>
          <a:xfrm>
            <a:off x="314325" y="1146131"/>
            <a:ext cx="2695194" cy="3483864"/>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0" name="Google Shape;100;p20"/>
          <p:cNvSpPr txBox="1"/>
          <p:nvPr>
            <p:ph idx="2" type="body"/>
          </p:nvPr>
        </p:nvSpPr>
        <p:spPr>
          <a:xfrm>
            <a:off x="3235657" y="1146131"/>
            <a:ext cx="2695194" cy="3483864"/>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 name="Google Shape;101;p20"/>
          <p:cNvSpPr txBox="1"/>
          <p:nvPr>
            <p:ph idx="3" type="body"/>
          </p:nvPr>
        </p:nvSpPr>
        <p:spPr>
          <a:xfrm>
            <a:off x="6130265" y="1146131"/>
            <a:ext cx="2695194" cy="3483864"/>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2" name="Google Shape;102;p20"/>
          <p:cNvSpPr txBox="1"/>
          <p:nvPr>
            <p:ph idx="11" type="ftr"/>
          </p:nvPr>
        </p:nvSpPr>
        <p:spPr>
          <a:xfrm>
            <a:off x="314325" y="4767263"/>
            <a:ext cx="280159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700">
                <a:solidFill>
                  <a:srgbClr val="888888"/>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3" name="Google Shape;103;p20"/>
          <p:cNvSpPr txBox="1"/>
          <p:nvPr>
            <p:ph idx="12" type="sldNum"/>
          </p:nvPr>
        </p:nvSpPr>
        <p:spPr>
          <a:xfrm>
            <a:off x="6772275"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2">
  <p:cSld name="Table 2">
    <p:spTree>
      <p:nvGrpSpPr>
        <p:cNvPr id="104" name="Shape 104"/>
        <p:cNvGrpSpPr/>
        <p:nvPr/>
      </p:nvGrpSpPr>
      <p:grpSpPr>
        <a:xfrm>
          <a:off x="0" y="0"/>
          <a:ext cx="0" cy="0"/>
          <a:chOff x="0" y="0"/>
          <a:chExt cx="0" cy="0"/>
        </a:xfrm>
      </p:grpSpPr>
      <p:pic>
        <p:nvPicPr>
          <p:cNvPr id="105" name="Google Shape;105;p21"/>
          <p:cNvPicPr preferRelativeResize="0"/>
          <p:nvPr/>
        </p:nvPicPr>
        <p:blipFill rotWithShape="1">
          <a:blip r:embed="rId2">
            <a:alphaModFix/>
          </a:blip>
          <a:srcRect b="0" l="0" r="0" t="0"/>
          <a:stretch/>
        </p:blipFill>
        <p:spPr>
          <a:xfrm>
            <a:off x="1852" y="4"/>
            <a:ext cx="9141714" cy="857250"/>
          </a:xfrm>
          <a:prstGeom prst="rect">
            <a:avLst/>
          </a:prstGeom>
          <a:noFill/>
          <a:ln>
            <a:noFill/>
          </a:ln>
        </p:spPr>
      </p:pic>
      <p:sp>
        <p:nvSpPr>
          <p:cNvPr id="106" name="Google Shape;106;p21"/>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07" name="Google Shape;107;p21"/>
          <p:cNvPicPr preferRelativeResize="0"/>
          <p:nvPr/>
        </p:nvPicPr>
        <p:blipFill rotWithShape="1">
          <a:blip r:embed="rId3">
            <a:alphaModFix/>
          </a:blip>
          <a:srcRect b="0" l="0" r="0" t="0"/>
          <a:stretch/>
        </p:blipFill>
        <p:spPr>
          <a:xfrm>
            <a:off x="7431899" y="273844"/>
            <a:ext cx="1329492" cy="336805"/>
          </a:xfrm>
          <a:prstGeom prst="rect">
            <a:avLst/>
          </a:prstGeom>
          <a:noFill/>
          <a:ln>
            <a:noFill/>
          </a:ln>
        </p:spPr>
      </p:pic>
      <p:sp>
        <p:nvSpPr>
          <p:cNvPr id="108" name="Google Shape;108;p21"/>
          <p:cNvSpPr txBox="1"/>
          <p:nvPr>
            <p:ph idx="11" type="ftr"/>
          </p:nvPr>
        </p:nvSpPr>
        <p:spPr>
          <a:xfrm>
            <a:off x="314326" y="4767263"/>
            <a:ext cx="280159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700">
                <a:solidFill>
                  <a:srgbClr val="888888"/>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9" name="Google Shape;109;p21"/>
          <p:cNvSpPr txBox="1"/>
          <p:nvPr>
            <p:ph idx="12" type="sldNum"/>
          </p:nvPr>
        </p:nvSpPr>
        <p:spPr>
          <a:xfrm>
            <a:off x="6772275"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Subtitle">
    <p:spTree>
      <p:nvGrpSpPr>
        <p:cNvPr id="110" name="Shape 110"/>
        <p:cNvGrpSpPr/>
        <p:nvPr/>
      </p:nvGrpSpPr>
      <p:grpSpPr>
        <a:xfrm>
          <a:off x="0" y="0"/>
          <a:ext cx="0" cy="0"/>
          <a:chOff x="0" y="0"/>
          <a:chExt cx="0" cy="0"/>
        </a:xfrm>
      </p:grpSpPr>
      <p:pic>
        <p:nvPicPr>
          <p:cNvPr id="111" name="Google Shape;111;p22"/>
          <p:cNvPicPr preferRelativeResize="0"/>
          <p:nvPr/>
        </p:nvPicPr>
        <p:blipFill rotWithShape="1">
          <a:blip r:embed="rId2">
            <a:alphaModFix/>
          </a:blip>
          <a:srcRect b="0" l="0" r="0" t="0"/>
          <a:stretch/>
        </p:blipFill>
        <p:spPr>
          <a:xfrm>
            <a:off x="1852" y="4"/>
            <a:ext cx="9141714" cy="857250"/>
          </a:xfrm>
          <a:prstGeom prst="rect">
            <a:avLst/>
          </a:prstGeom>
          <a:noFill/>
          <a:ln>
            <a:noFill/>
          </a:ln>
        </p:spPr>
      </p:pic>
      <p:sp>
        <p:nvSpPr>
          <p:cNvPr id="112" name="Google Shape;112;p22"/>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13" name="Google Shape;113;p22"/>
          <p:cNvPicPr preferRelativeResize="0"/>
          <p:nvPr/>
        </p:nvPicPr>
        <p:blipFill rotWithShape="1">
          <a:blip r:embed="rId3">
            <a:alphaModFix/>
          </a:blip>
          <a:srcRect b="0" l="0" r="0" t="0"/>
          <a:stretch/>
        </p:blipFill>
        <p:spPr>
          <a:xfrm>
            <a:off x="7431899" y="273844"/>
            <a:ext cx="1329492" cy="336805"/>
          </a:xfrm>
          <a:prstGeom prst="rect">
            <a:avLst/>
          </a:prstGeom>
          <a:noFill/>
          <a:ln>
            <a:noFill/>
          </a:ln>
        </p:spPr>
      </p:pic>
      <p:sp>
        <p:nvSpPr>
          <p:cNvPr id="114" name="Google Shape;114;p22"/>
          <p:cNvSpPr txBox="1"/>
          <p:nvPr>
            <p:ph idx="1" type="body"/>
          </p:nvPr>
        </p:nvSpPr>
        <p:spPr>
          <a:xfrm>
            <a:off x="314325" y="1143000"/>
            <a:ext cx="8501605" cy="388449"/>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2400"/>
              <a:buNone/>
              <a:defRPr b="0" sz="2400">
                <a:solidFill>
                  <a:schemeClr val="dk1"/>
                </a:solidFill>
                <a:latin typeface="Arial"/>
                <a:ea typeface="Arial"/>
                <a:cs typeface="Arial"/>
                <a:sym typeface="Aria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5" name="Google Shape;115;p22"/>
          <p:cNvSpPr txBox="1"/>
          <p:nvPr>
            <p:ph idx="2" type="body"/>
          </p:nvPr>
        </p:nvSpPr>
        <p:spPr>
          <a:xfrm>
            <a:off x="314324" y="1531449"/>
            <a:ext cx="8501605" cy="3098313"/>
          </a:xfrm>
          <a:prstGeom prst="rect">
            <a:avLst/>
          </a:prstGeom>
          <a:noFill/>
          <a:ln>
            <a:noFill/>
          </a:ln>
        </p:spPr>
        <p:txBody>
          <a:bodyPr anchorCtr="0" anchor="t" bIns="34275" lIns="68575"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solidFill>
                  <a:schemeClr val="dk1"/>
                </a:solidFill>
              </a:defRPr>
            </a:lvl1pPr>
            <a:lvl2pPr indent="-342900" lvl="1" marL="914400" algn="l">
              <a:lnSpc>
                <a:spcPct val="90000"/>
              </a:lnSpc>
              <a:spcBef>
                <a:spcPts val="400"/>
              </a:spcBef>
              <a:spcAft>
                <a:spcPts val="0"/>
              </a:spcAft>
              <a:buClr>
                <a:schemeClr val="dk1"/>
              </a:buClr>
              <a:buSzPts val="1800"/>
              <a:buChar char="•"/>
              <a:defRPr>
                <a:solidFill>
                  <a:schemeClr val="dk1"/>
                </a:solidFill>
              </a:defRPr>
            </a:lvl2pPr>
            <a:lvl3pPr indent="-323850" lvl="2" marL="1371600" algn="l">
              <a:lnSpc>
                <a:spcPct val="90000"/>
              </a:lnSpc>
              <a:spcBef>
                <a:spcPts val="400"/>
              </a:spcBef>
              <a:spcAft>
                <a:spcPts val="0"/>
              </a:spcAft>
              <a:buClr>
                <a:schemeClr val="dk1"/>
              </a:buClr>
              <a:buSzPts val="1500"/>
              <a:buChar char="•"/>
              <a:defRPr>
                <a:solidFill>
                  <a:schemeClr val="dk1"/>
                </a:solidFill>
              </a:defRPr>
            </a:lvl3pPr>
            <a:lvl4pPr indent="-317500" lvl="3" marL="1828800" algn="l">
              <a:lnSpc>
                <a:spcPct val="90000"/>
              </a:lnSpc>
              <a:spcBef>
                <a:spcPts val="400"/>
              </a:spcBef>
              <a:spcAft>
                <a:spcPts val="0"/>
              </a:spcAft>
              <a:buClr>
                <a:schemeClr val="dk1"/>
              </a:buClr>
              <a:buSzPts val="1400"/>
              <a:buChar char="•"/>
              <a:defRPr>
                <a:solidFill>
                  <a:schemeClr val="dk1"/>
                </a:solidFill>
              </a:defRPr>
            </a:lvl4pPr>
            <a:lvl5pPr indent="-317500" lvl="4" marL="2286000" algn="l">
              <a:lnSpc>
                <a:spcPct val="90000"/>
              </a:lnSpc>
              <a:spcBef>
                <a:spcPts val="400"/>
              </a:spcBef>
              <a:spcAft>
                <a:spcPts val="0"/>
              </a:spcAft>
              <a:buClr>
                <a:schemeClr val="dk1"/>
              </a:buClr>
              <a:buSzPts val="1400"/>
              <a:buChar char="•"/>
              <a:defRPr>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6" name="Google Shape;116;p22"/>
          <p:cNvSpPr txBox="1"/>
          <p:nvPr>
            <p:ph idx="11" type="ftr"/>
          </p:nvPr>
        </p:nvSpPr>
        <p:spPr>
          <a:xfrm>
            <a:off x="314325" y="4767263"/>
            <a:ext cx="280159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700">
                <a:solidFill>
                  <a:srgbClr val="888888"/>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2"/>
          <p:cNvSpPr txBox="1"/>
          <p:nvPr>
            <p:ph idx="12" type="sldNum"/>
          </p:nvPr>
        </p:nvSpPr>
        <p:spPr>
          <a:xfrm>
            <a:off x="6772275"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118" name="Shape 118"/>
        <p:cNvGrpSpPr/>
        <p:nvPr/>
      </p:nvGrpSpPr>
      <p:grpSpPr>
        <a:xfrm>
          <a:off x="0" y="0"/>
          <a:ext cx="0" cy="0"/>
          <a:chOff x="0" y="0"/>
          <a:chExt cx="0" cy="0"/>
        </a:xfrm>
      </p:grpSpPr>
      <p:pic>
        <p:nvPicPr>
          <p:cNvPr id="119" name="Google Shape;119;p23"/>
          <p:cNvPicPr preferRelativeResize="0"/>
          <p:nvPr/>
        </p:nvPicPr>
        <p:blipFill rotWithShape="1">
          <a:blip r:embed="rId2">
            <a:alphaModFix/>
          </a:blip>
          <a:srcRect b="0" l="0" r="0" t="0"/>
          <a:stretch/>
        </p:blipFill>
        <p:spPr>
          <a:xfrm>
            <a:off x="1852" y="4"/>
            <a:ext cx="9141714" cy="857250"/>
          </a:xfrm>
          <a:prstGeom prst="rect">
            <a:avLst/>
          </a:prstGeom>
          <a:noFill/>
          <a:ln>
            <a:noFill/>
          </a:ln>
        </p:spPr>
      </p:pic>
      <p:sp>
        <p:nvSpPr>
          <p:cNvPr id="120" name="Google Shape;120;p23"/>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21" name="Google Shape;121;p23"/>
          <p:cNvPicPr preferRelativeResize="0"/>
          <p:nvPr/>
        </p:nvPicPr>
        <p:blipFill rotWithShape="1">
          <a:blip r:embed="rId3">
            <a:alphaModFix/>
          </a:blip>
          <a:srcRect b="0" l="0" r="0" t="0"/>
          <a:stretch/>
        </p:blipFill>
        <p:spPr>
          <a:xfrm>
            <a:off x="7431899" y="273844"/>
            <a:ext cx="1329492" cy="336805"/>
          </a:xfrm>
          <a:prstGeom prst="rect">
            <a:avLst/>
          </a:prstGeom>
          <a:noFill/>
          <a:ln>
            <a:noFill/>
          </a:ln>
        </p:spPr>
      </p:pic>
      <p:sp>
        <p:nvSpPr>
          <p:cNvPr id="122" name="Google Shape;122;p23"/>
          <p:cNvSpPr txBox="1"/>
          <p:nvPr>
            <p:ph idx="1" type="body"/>
          </p:nvPr>
        </p:nvSpPr>
        <p:spPr>
          <a:xfrm>
            <a:off x="314326" y="1143000"/>
            <a:ext cx="4128516" cy="388449"/>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2400"/>
              <a:buNone/>
              <a:defRPr b="0" sz="2400">
                <a:solidFill>
                  <a:schemeClr val="dk1"/>
                </a:solidFill>
                <a:latin typeface="Arial"/>
                <a:ea typeface="Arial"/>
                <a:cs typeface="Arial"/>
                <a:sym typeface="Aria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3" name="Google Shape;123;p23"/>
          <p:cNvSpPr txBox="1"/>
          <p:nvPr>
            <p:ph idx="2" type="body"/>
          </p:nvPr>
        </p:nvSpPr>
        <p:spPr>
          <a:xfrm>
            <a:off x="314325" y="1531449"/>
            <a:ext cx="4128516" cy="3098313"/>
          </a:xfrm>
          <a:prstGeom prst="rect">
            <a:avLst/>
          </a:prstGeom>
          <a:noFill/>
          <a:ln>
            <a:noFill/>
          </a:ln>
        </p:spPr>
        <p:txBody>
          <a:bodyPr anchorCtr="0" anchor="t" bIns="34275" lIns="68575"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solidFill>
                  <a:schemeClr val="dk1"/>
                </a:solidFill>
              </a:defRPr>
            </a:lvl1pPr>
            <a:lvl2pPr indent="-342900" lvl="1" marL="914400" algn="l">
              <a:lnSpc>
                <a:spcPct val="90000"/>
              </a:lnSpc>
              <a:spcBef>
                <a:spcPts val="400"/>
              </a:spcBef>
              <a:spcAft>
                <a:spcPts val="0"/>
              </a:spcAft>
              <a:buClr>
                <a:schemeClr val="dk1"/>
              </a:buClr>
              <a:buSzPts val="1800"/>
              <a:buChar char="•"/>
              <a:defRPr>
                <a:solidFill>
                  <a:schemeClr val="dk1"/>
                </a:solidFill>
              </a:defRPr>
            </a:lvl2pPr>
            <a:lvl3pPr indent="-323850" lvl="2" marL="1371600" algn="l">
              <a:lnSpc>
                <a:spcPct val="90000"/>
              </a:lnSpc>
              <a:spcBef>
                <a:spcPts val="400"/>
              </a:spcBef>
              <a:spcAft>
                <a:spcPts val="0"/>
              </a:spcAft>
              <a:buClr>
                <a:schemeClr val="dk1"/>
              </a:buClr>
              <a:buSzPts val="1500"/>
              <a:buChar char="•"/>
              <a:defRPr>
                <a:solidFill>
                  <a:schemeClr val="dk1"/>
                </a:solidFill>
              </a:defRPr>
            </a:lvl3pPr>
            <a:lvl4pPr indent="-317500" lvl="3" marL="1828800" algn="l">
              <a:lnSpc>
                <a:spcPct val="90000"/>
              </a:lnSpc>
              <a:spcBef>
                <a:spcPts val="400"/>
              </a:spcBef>
              <a:spcAft>
                <a:spcPts val="0"/>
              </a:spcAft>
              <a:buClr>
                <a:schemeClr val="dk1"/>
              </a:buClr>
              <a:buSzPts val="1400"/>
              <a:buChar char="•"/>
              <a:defRPr>
                <a:solidFill>
                  <a:schemeClr val="dk1"/>
                </a:solidFill>
              </a:defRPr>
            </a:lvl4pPr>
            <a:lvl5pPr indent="-317500" lvl="4" marL="2286000" algn="l">
              <a:lnSpc>
                <a:spcPct val="90000"/>
              </a:lnSpc>
              <a:spcBef>
                <a:spcPts val="400"/>
              </a:spcBef>
              <a:spcAft>
                <a:spcPts val="0"/>
              </a:spcAft>
              <a:buClr>
                <a:schemeClr val="dk1"/>
              </a:buClr>
              <a:buSzPts val="1400"/>
              <a:buChar char="•"/>
              <a:defRPr>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4" name="Google Shape;124;p23"/>
          <p:cNvSpPr txBox="1"/>
          <p:nvPr>
            <p:ph idx="3" type="body"/>
          </p:nvPr>
        </p:nvSpPr>
        <p:spPr>
          <a:xfrm>
            <a:off x="4687415" y="1143000"/>
            <a:ext cx="4128516" cy="388449"/>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2400"/>
              <a:buNone/>
              <a:defRPr b="0" sz="2400">
                <a:solidFill>
                  <a:schemeClr val="dk1"/>
                </a:solidFill>
                <a:latin typeface="Arial"/>
                <a:ea typeface="Arial"/>
                <a:cs typeface="Arial"/>
                <a:sym typeface="Aria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5" name="Google Shape;125;p23"/>
          <p:cNvSpPr txBox="1"/>
          <p:nvPr>
            <p:ph idx="4" type="body"/>
          </p:nvPr>
        </p:nvSpPr>
        <p:spPr>
          <a:xfrm>
            <a:off x="4687414" y="1531449"/>
            <a:ext cx="4128516" cy="3098313"/>
          </a:xfrm>
          <a:prstGeom prst="rect">
            <a:avLst/>
          </a:prstGeom>
          <a:noFill/>
          <a:ln>
            <a:noFill/>
          </a:ln>
        </p:spPr>
        <p:txBody>
          <a:bodyPr anchorCtr="0" anchor="t" bIns="34275" lIns="68575"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solidFill>
                  <a:schemeClr val="dk1"/>
                </a:solidFill>
              </a:defRPr>
            </a:lvl1pPr>
            <a:lvl2pPr indent="-342900" lvl="1" marL="914400" algn="l">
              <a:lnSpc>
                <a:spcPct val="90000"/>
              </a:lnSpc>
              <a:spcBef>
                <a:spcPts val="400"/>
              </a:spcBef>
              <a:spcAft>
                <a:spcPts val="0"/>
              </a:spcAft>
              <a:buClr>
                <a:schemeClr val="dk1"/>
              </a:buClr>
              <a:buSzPts val="1800"/>
              <a:buChar char="•"/>
              <a:defRPr>
                <a:solidFill>
                  <a:schemeClr val="dk1"/>
                </a:solidFill>
              </a:defRPr>
            </a:lvl2pPr>
            <a:lvl3pPr indent="-323850" lvl="2" marL="1371600" algn="l">
              <a:lnSpc>
                <a:spcPct val="90000"/>
              </a:lnSpc>
              <a:spcBef>
                <a:spcPts val="400"/>
              </a:spcBef>
              <a:spcAft>
                <a:spcPts val="0"/>
              </a:spcAft>
              <a:buClr>
                <a:schemeClr val="dk1"/>
              </a:buClr>
              <a:buSzPts val="1500"/>
              <a:buChar char="•"/>
              <a:defRPr>
                <a:solidFill>
                  <a:schemeClr val="dk1"/>
                </a:solidFill>
              </a:defRPr>
            </a:lvl3pPr>
            <a:lvl4pPr indent="-317500" lvl="3" marL="1828800" algn="l">
              <a:lnSpc>
                <a:spcPct val="90000"/>
              </a:lnSpc>
              <a:spcBef>
                <a:spcPts val="400"/>
              </a:spcBef>
              <a:spcAft>
                <a:spcPts val="0"/>
              </a:spcAft>
              <a:buClr>
                <a:schemeClr val="dk1"/>
              </a:buClr>
              <a:buSzPts val="1400"/>
              <a:buChar char="•"/>
              <a:defRPr>
                <a:solidFill>
                  <a:schemeClr val="dk1"/>
                </a:solidFill>
              </a:defRPr>
            </a:lvl4pPr>
            <a:lvl5pPr indent="-317500" lvl="4" marL="2286000" algn="l">
              <a:lnSpc>
                <a:spcPct val="90000"/>
              </a:lnSpc>
              <a:spcBef>
                <a:spcPts val="400"/>
              </a:spcBef>
              <a:spcAft>
                <a:spcPts val="0"/>
              </a:spcAft>
              <a:buClr>
                <a:schemeClr val="dk1"/>
              </a:buClr>
              <a:buSzPts val="1400"/>
              <a:buChar char="•"/>
              <a:defRPr>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6" name="Google Shape;126;p23"/>
          <p:cNvSpPr txBox="1"/>
          <p:nvPr>
            <p:ph idx="11" type="ftr"/>
          </p:nvPr>
        </p:nvSpPr>
        <p:spPr>
          <a:xfrm>
            <a:off x="314325" y="4767263"/>
            <a:ext cx="280159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700">
                <a:solidFill>
                  <a:srgbClr val="888888"/>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7" name="Google Shape;127;p23"/>
          <p:cNvSpPr txBox="1"/>
          <p:nvPr>
            <p:ph idx="12" type="sldNum"/>
          </p:nvPr>
        </p:nvSpPr>
        <p:spPr>
          <a:xfrm>
            <a:off x="6772275"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128" name="Shape 128"/>
        <p:cNvGrpSpPr/>
        <p:nvPr/>
      </p:nvGrpSpPr>
      <p:grpSpPr>
        <a:xfrm>
          <a:off x="0" y="0"/>
          <a:ext cx="0" cy="0"/>
          <a:chOff x="0" y="0"/>
          <a:chExt cx="0" cy="0"/>
        </a:xfrm>
      </p:grpSpPr>
      <p:pic>
        <p:nvPicPr>
          <p:cNvPr id="129" name="Google Shape;129;p24"/>
          <p:cNvPicPr preferRelativeResize="0"/>
          <p:nvPr/>
        </p:nvPicPr>
        <p:blipFill rotWithShape="1">
          <a:blip r:embed="rId2">
            <a:alphaModFix/>
          </a:blip>
          <a:srcRect b="0" l="0" r="0" t="0"/>
          <a:stretch/>
        </p:blipFill>
        <p:spPr>
          <a:xfrm>
            <a:off x="-60767" y="-35939"/>
            <a:ext cx="9271321" cy="5218637"/>
          </a:xfrm>
          <a:prstGeom prst="rect">
            <a:avLst/>
          </a:prstGeom>
          <a:noFill/>
          <a:ln>
            <a:noFill/>
          </a:ln>
        </p:spPr>
      </p:pic>
      <p:sp>
        <p:nvSpPr>
          <p:cNvPr id="130" name="Google Shape;130;p24"/>
          <p:cNvSpPr txBox="1"/>
          <p:nvPr>
            <p:ph type="title"/>
          </p:nvPr>
        </p:nvSpPr>
        <p:spPr>
          <a:xfrm>
            <a:off x="314325" y="2393955"/>
            <a:ext cx="8515350" cy="355589"/>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4500"/>
              <a:buFont typeface="Arial"/>
              <a:buNone/>
              <a:defRPr sz="45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31" name="Google Shape;131;p24"/>
          <p:cNvPicPr preferRelativeResize="0"/>
          <p:nvPr/>
        </p:nvPicPr>
        <p:blipFill rotWithShape="1">
          <a:blip r:embed="rId3">
            <a:alphaModFix/>
          </a:blip>
          <a:srcRect b="0" l="0" r="0" t="0"/>
          <a:stretch/>
        </p:blipFill>
        <p:spPr>
          <a:xfrm>
            <a:off x="7448324" y="4567379"/>
            <a:ext cx="1329492" cy="336805"/>
          </a:xfrm>
          <a:prstGeom prst="rect">
            <a:avLst/>
          </a:prstGeom>
          <a:noFill/>
          <a:ln>
            <a:noFill/>
          </a:ln>
        </p:spPr>
      </p:pic>
    </p:spTree>
  </p:cSld>
  <p:clrMapOvr>
    <a:masterClrMapping/>
  </p:clrMapOvr>
  <p:extLst>
    <p:ext uri="{DCECCB84-F9BA-43D5-87BE-67443E8EF086}">
      <p15:sldGuideLst>
        <p15:guide id="1" orient="horz" pos="16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Header">
  <p:cSld name="Subsection Header">
    <p:spTree>
      <p:nvGrpSpPr>
        <p:cNvPr id="132" name="Shape 132"/>
        <p:cNvGrpSpPr/>
        <p:nvPr/>
      </p:nvGrpSpPr>
      <p:grpSpPr>
        <a:xfrm>
          <a:off x="0" y="0"/>
          <a:ext cx="0" cy="0"/>
          <a:chOff x="0" y="0"/>
          <a:chExt cx="0" cy="0"/>
        </a:xfrm>
      </p:grpSpPr>
      <p:pic>
        <p:nvPicPr>
          <p:cNvPr id="133" name="Google Shape;133;p25"/>
          <p:cNvPicPr preferRelativeResize="0"/>
          <p:nvPr/>
        </p:nvPicPr>
        <p:blipFill rotWithShape="1">
          <a:blip r:embed="rId2">
            <a:alphaModFix/>
          </a:blip>
          <a:srcRect b="0" l="0" r="0" t="0"/>
          <a:stretch/>
        </p:blipFill>
        <p:spPr>
          <a:xfrm rot="10800000">
            <a:off x="-1" y="-1"/>
            <a:ext cx="1701140" cy="1624577"/>
          </a:xfrm>
          <a:prstGeom prst="rect">
            <a:avLst/>
          </a:prstGeom>
          <a:noFill/>
          <a:ln>
            <a:noFill/>
          </a:ln>
        </p:spPr>
      </p:pic>
      <p:pic>
        <p:nvPicPr>
          <p:cNvPr id="134" name="Google Shape;134;p25"/>
          <p:cNvPicPr preferRelativeResize="0"/>
          <p:nvPr/>
        </p:nvPicPr>
        <p:blipFill rotWithShape="1">
          <a:blip r:embed="rId3">
            <a:alphaModFix/>
          </a:blip>
          <a:srcRect b="0" l="0" r="0" t="0"/>
          <a:stretch/>
        </p:blipFill>
        <p:spPr>
          <a:xfrm>
            <a:off x="7431900" y="273844"/>
            <a:ext cx="1329489" cy="336804"/>
          </a:xfrm>
          <a:prstGeom prst="rect">
            <a:avLst/>
          </a:prstGeom>
          <a:noFill/>
          <a:ln>
            <a:noFill/>
          </a:ln>
        </p:spPr>
      </p:pic>
      <p:sp>
        <p:nvSpPr>
          <p:cNvPr id="135" name="Google Shape;135;p25"/>
          <p:cNvSpPr txBox="1"/>
          <p:nvPr>
            <p:ph type="title"/>
          </p:nvPr>
        </p:nvSpPr>
        <p:spPr>
          <a:xfrm>
            <a:off x="314325" y="2393955"/>
            <a:ext cx="8515350" cy="355589"/>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4500"/>
              <a:buFont typeface="Arial"/>
              <a:buNone/>
              <a:defRPr sz="45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6" name="Google Shape;136;p25"/>
          <p:cNvSpPr txBox="1"/>
          <p:nvPr>
            <p:ph idx="11" type="ftr"/>
          </p:nvPr>
        </p:nvSpPr>
        <p:spPr>
          <a:xfrm>
            <a:off x="314324" y="4767263"/>
            <a:ext cx="280159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700">
                <a:solidFill>
                  <a:srgbClr val="888888"/>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7" name="Google Shape;137;p25"/>
          <p:cNvSpPr txBox="1"/>
          <p:nvPr>
            <p:ph idx="12" type="sldNum"/>
          </p:nvPr>
        </p:nvSpPr>
        <p:spPr>
          <a:xfrm>
            <a:off x="6772275"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p:cSld name="Code">
    <p:spTree>
      <p:nvGrpSpPr>
        <p:cNvPr id="138" name="Shape 138"/>
        <p:cNvGrpSpPr/>
        <p:nvPr/>
      </p:nvGrpSpPr>
      <p:grpSpPr>
        <a:xfrm>
          <a:off x="0" y="0"/>
          <a:ext cx="0" cy="0"/>
          <a:chOff x="0" y="0"/>
          <a:chExt cx="0" cy="0"/>
        </a:xfrm>
      </p:grpSpPr>
      <p:pic>
        <p:nvPicPr>
          <p:cNvPr id="139" name="Google Shape;139;p26"/>
          <p:cNvPicPr preferRelativeResize="0"/>
          <p:nvPr/>
        </p:nvPicPr>
        <p:blipFill rotWithShape="1">
          <a:blip r:embed="rId2">
            <a:alphaModFix/>
          </a:blip>
          <a:srcRect b="0" l="0" r="0" t="0"/>
          <a:stretch/>
        </p:blipFill>
        <p:spPr>
          <a:xfrm>
            <a:off x="1852" y="4"/>
            <a:ext cx="9141714" cy="857250"/>
          </a:xfrm>
          <a:prstGeom prst="rect">
            <a:avLst/>
          </a:prstGeom>
          <a:noFill/>
          <a:ln>
            <a:noFill/>
          </a:ln>
        </p:spPr>
      </p:pic>
      <p:sp>
        <p:nvSpPr>
          <p:cNvPr id="140" name="Google Shape;140;p26"/>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41" name="Google Shape;141;p26"/>
          <p:cNvPicPr preferRelativeResize="0"/>
          <p:nvPr/>
        </p:nvPicPr>
        <p:blipFill rotWithShape="1">
          <a:blip r:embed="rId3">
            <a:alphaModFix/>
          </a:blip>
          <a:srcRect b="0" l="0" r="0" t="0"/>
          <a:stretch/>
        </p:blipFill>
        <p:spPr>
          <a:xfrm>
            <a:off x="7431899" y="273844"/>
            <a:ext cx="1329492" cy="336805"/>
          </a:xfrm>
          <a:prstGeom prst="rect">
            <a:avLst/>
          </a:prstGeom>
          <a:noFill/>
          <a:ln>
            <a:noFill/>
          </a:ln>
        </p:spPr>
      </p:pic>
      <p:sp>
        <p:nvSpPr>
          <p:cNvPr id="142" name="Google Shape;142;p26"/>
          <p:cNvSpPr txBox="1"/>
          <p:nvPr>
            <p:ph idx="1" type="body"/>
          </p:nvPr>
        </p:nvSpPr>
        <p:spPr>
          <a:xfrm>
            <a:off x="314325" y="1146131"/>
            <a:ext cx="8515350" cy="3486591"/>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100"/>
              <a:buNone/>
              <a:defRPr sz="1100">
                <a:solidFill>
                  <a:schemeClr val="dk1"/>
                </a:solidFill>
                <a:latin typeface="Droid Sans Mono"/>
                <a:ea typeface="Droid Sans Mono"/>
                <a:cs typeface="Droid Sans Mono"/>
                <a:sym typeface="Droid Sans Mono"/>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3" name="Google Shape;143;p26"/>
          <p:cNvSpPr txBox="1"/>
          <p:nvPr>
            <p:ph idx="11" type="ftr"/>
          </p:nvPr>
        </p:nvSpPr>
        <p:spPr>
          <a:xfrm>
            <a:off x="314325" y="4767263"/>
            <a:ext cx="280159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700">
                <a:solidFill>
                  <a:srgbClr val="888888"/>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4" name="Google Shape;144;p26"/>
          <p:cNvSpPr txBox="1"/>
          <p:nvPr>
            <p:ph idx="12" type="sldNum"/>
          </p:nvPr>
        </p:nvSpPr>
        <p:spPr>
          <a:xfrm>
            <a:off x="6772275"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2 Up">
  <p:cSld name="Code 2 Up">
    <p:spTree>
      <p:nvGrpSpPr>
        <p:cNvPr id="145" name="Shape 145"/>
        <p:cNvGrpSpPr/>
        <p:nvPr/>
      </p:nvGrpSpPr>
      <p:grpSpPr>
        <a:xfrm>
          <a:off x="0" y="0"/>
          <a:ext cx="0" cy="0"/>
          <a:chOff x="0" y="0"/>
          <a:chExt cx="0" cy="0"/>
        </a:xfrm>
      </p:grpSpPr>
      <p:pic>
        <p:nvPicPr>
          <p:cNvPr id="146" name="Google Shape;146;p27"/>
          <p:cNvPicPr preferRelativeResize="0"/>
          <p:nvPr/>
        </p:nvPicPr>
        <p:blipFill rotWithShape="1">
          <a:blip r:embed="rId2">
            <a:alphaModFix/>
          </a:blip>
          <a:srcRect b="0" l="0" r="0" t="0"/>
          <a:stretch/>
        </p:blipFill>
        <p:spPr>
          <a:xfrm>
            <a:off x="1852" y="4"/>
            <a:ext cx="9141714" cy="857250"/>
          </a:xfrm>
          <a:prstGeom prst="rect">
            <a:avLst/>
          </a:prstGeom>
          <a:noFill/>
          <a:ln>
            <a:noFill/>
          </a:ln>
        </p:spPr>
      </p:pic>
      <p:sp>
        <p:nvSpPr>
          <p:cNvPr id="147" name="Google Shape;147;p27"/>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48" name="Google Shape;148;p27"/>
          <p:cNvPicPr preferRelativeResize="0"/>
          <p:nvPr/>
        </p:nvPicPr>
        <p:blipFill rotWithShape="1">
          <a:blip r:embed="rId3">
            <a:alphaModFix/>
          </a:blip>
          <a:srcRect b="0" l="0" r="0" t="0"/>
          <a:stretch/>
        </p:blipFill>
        <p:spPr>
          <a:xfrm>
            <a:off x="7431899" y="273844"/>
            <a:ext cx="1329492" cy="336805"/>
          </a:xfrm>
          <a:prstGeom prst="rect">
            <a:avLst/>
          </a:prstGeom>
          <a:noFill/>
          <a:ln>
            <a:noFill/>
          </a:ln>
        </p:spPr>
      </p:pic>
      <p:sp>
        <p:nvSpPr>
          <p:cNvPr id="149" name="Google Shape;149;p27"/>
          <p:cNvSpPr txBox="1"/>
          <p:nvPr>
            <p:ph idx="1" type="body"/>
          </p:nvPr>
        </p:nvSpPr>
        <p:spPr>
          <a:xfrm>
            <a:off x="314325" y="1146131"/>
            <a:ext cx="4128516" cy="3486591"/>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100"/>
              <a:buNone/>
              <a:defRPr sz="1100">
                <a:solidFill>
                  <a:schemeClr val="dk1"/>
                </a:solidFill>
                <a:latin typeface="Droid Sans Mono"/>
                <a:ea typeface="Droid Sans Mono"/>
                <a:cs typeface="Droid Sans Mono"/>
                <a:sym typeface="Droid Sans Mono"/>
              </a:defRPr>
            </a:lvl1pPr>
            <a:lvl2pPr indent="-342900" lvl="1" marL="914400" algn="l">
              <a:lnSpc>
                <a:spcPct val="90000"/>
              </a:lnSpc>
              <a:spcBef>
                <a:spcPts val="400"/>
              </a:spcBef>
              <a:spcAft>
                <a:spcPts val="0"/>
              </a:spcAft>
              <a:buClr>
                <a:schemeClr val="dk1"/>
              </a:buClr>
              <a:buSzPts val="1800"/>
              <a:buChar char="•"/>
              <a:defRPr>
                <a:solidFill>
                  <a:schemeClr val="dk1"/>
                </a:solidFill>
              </a:defRPr>
            </a:lvl2pPr>
            <a:lvl3pPr indent="-323850" lvl="2" marL="1371600" algn="l">
              <a:lnSpc>
                <a:spcPct val="90000"/>
              </a:lnSpc>
              <a:spcBef>
                <a:spcPts val="400"/>
              </a:spcBef>
              <a:spcAft>
                <a:spcPts val="0"/>
              </a:spcAft>
              <a:buClr>
                <a:schemeClr val="dk1"/>
              </a:buClr>
              <a:buSzPts val="1500"/>
              <a:buChar char="•"/>
              <a:defRPr>
                <a:solidFill>
                  <a:schemeClr val="dk1"/>
                </a:solidFill>
              </a:defRPr>
            </a:lvl3pPr>
            <a:lvl4pPr indent="-317500" lvl="3" marL="1828800" algn="l">
              <a:lnSpc>
                <a:spcPct val="90000"/>
              </a:lnSpc>
              <a:spcBef>
                <a:spcPts val="400"/>
              </a:spcBef>
              <a:spcAft>
                <a:spcPts val="0"/>
              </a:spcAft>
              <a:buClr>
                <a:schemeClr val="dk1"/>
              </a:buClr>
              <a:buSzPts val="1400"/>
              <a:buChar char="•"/>
              <a:defRPr>
                <a:solidFill>
                  <a:schemeClr val="dk1"/>
                </a:solidFill>
              </a:defRPr>
            </a:lvl4pPr>
            <a:lvl5pPr indent="-317500" lvl="4" marL="2286000" algn="l">
              <a:lnSpc>
                <a:spcPct val="90000"/>
              </a:lnSpc>
              <a:spcBef>
                <a:spcPts val="400"/>
              </a:spcBef>
              <a:spcAft>
                <a:spcPts val="0"/>
              </a:spcAft>
              <a:buClr>
                <a:schemeClr val="dk1"/>
              </a:buClr>
              <a:buSzPts val="1400"/>
              <a:buChar char="•"/>
              <a:defRPr>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0" name="Google Shape;150;p27"/>
          <p:cNvSpPr txBox="1"/>
          <p:nvPr>
            <p:ph idx="2" type="body"/>
          </p:nvPr>
        </p:nvSpPr>
        <p:spPr>
          <a:xfrm>
            <a:off x="4684734" y="1143171"/>
            <a:ext cx="4128516" cy="3486591"/>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100"/>
              <a:buNone/>
              <a:defRPr sz="1100">
                <a:solidFill>
                  <a:schemeClr val="dk1"/>
                </a:solidFill>
                <a:latin typeface="Droid Sans Mono"/>
                <a:ea typeface="Droid Sans Mono"/>
                <a:cs typeface="Droid Sans Mono"/>
                <a:sym typeface="Droid Sans Mono"/>
              </a:defRPr>
            </a:lvl1pPr>
            <a:lvl2pPr indent="-342900" lvl="1" marL="914400" algn="l">
              <a:lnSpc>
                <a:spcPct val="90000"/>
              </a:lnSpc>
              <a:spcBef>
                <a:spcPts val="400"/>
              </a:spcBef>
              <a:spcAft>
                <a:spcPts val="0"/>
              </a:spcAft>
              <a:buClr>
                <a:schemeClr val="dk1"/>
              </a:buClr>
              <a:buSzPts val="1800"/>
              <a:buChar char="•"/>
              <a:defRPr>
                <a:solidFill>
                  <a:schemeClr val="dk1"/>
                </a:solidFill>
              </a:defRPr>
            </a:lvl2pPr>
            <a:lvl3pPr indent="-323850" lvl="2" marL="1371600" algn="l">
              <a:lnSpc>
                <a:spcPct val="90000"/>
              </a:lnSpc>
              <a:spcBef>
                <a:spcPts val="400"/>
              </a:spcBef>
              <a:spcAft>
                <a:spcPts val="0"/>
              </a:spcAft>
              <a:buClr>
                <a:schemeClr val="dk1"/>
              </a:buClr>
              <a:buSzPts val="1500"/>
              <a:buChar char="•"/>
              <a:defRPr>
                <a:solidFill>
                  <a:schemeClr val="dk1"/>
                </a:solidFill>
              </a:defRPr>
            </a:lvl3pPr>
            <a:lvl4pPr indent="-317500" lvl="3" marL="1828800" algn="l">
              <a:lnSpc>
                <a:spcPct val="90000"/>
              </a:lnSpc>
              <a:spcBef>
                <a:spcPts val="400"/>
              </a:spcBef>
              <a:spcAft>
                <a:spcPts val="0"/>
              </a:spcAft>
              <a:buClr>
                <a:schemeClr val="dk1"/>
              </a:buClr>
              <a:buSzPts val="1400"/>
              <a:buChar char="•"/>
              <a:defRPr>
                <a:solidFill>
                  <a:schemeClr val="dk1"/>
                </a:solidFill>
              </a:defRPr>
            </a:lvl4pPr>
            <a:lvl5pPr indent="-317500" lvl="4" marL="2286000" algn="l">
              <a:lnSpc>
                <a:spcPct val="90000"/>
              </a:lnSpc>
              <a:spcBef>
                <a:spcPts val="400"/>
              </a:spcBef>
              <a:spcAft>
                <a:spcPts val="0"/>
              </a:spcAft>
              <a:buClr>
                <a:schemeClr val="dk1"/>
              </a:buClr>
              <a:buSzPts val="1400"/>
              <a:buChar char="•"/>
              <a:defRPr>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1" name="Google Shape;151;p27"/>
          <p:cNvSpPr txBox="1"/>
          <p:nvPr>
            <p:ph idx="11" type="ftr"/>
          </p:nvPr>
        </p:nvSpPr>
        <p:spPr>
          <a:xfrm>
            <a:off x="314325" y="4767263"/>
            <a:ext cx="280159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700">
                <a:solidFill>
                  <a:srgbClr val="888888"/>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2" name="Google Shape;152;p27"/>
          <p:cNvSpPr txBox="1"/>
          <p:nvPr>
            <p:ph idx="12" type="sldNum"/>
          </p:nvPr>
        </p:nvSpPr>
        <p:spPr>
          <a:xfrm>
            <a:off x="6772275"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icture">
  <p:cSld name="4 Picture">
    <p:spTree>
      <p:nvGrpSpPr>
        <p:cNvPr id="153" name="Shape 153"/>
        <p:cNvGrpSpPr/>
        <p:nvPr/>
      </p:nvGrpSpPr>
      <p:grpSpPr>
        <a:xfrm>
          <a:off x="0" y="0"/>
          <a:ext cx="0" cy="0"/>
          <a:chOff x="0" y="0"/>
          <a:chExt cx="0" cy="0"/>
        </a:xfrm>
      </p:grpSpPr>
      <p:pic>
        <p:nvPicPr>
          <p:cNvPr id="154" name="Google Shape;154;p28"/>
          <p:cNvPicPr preferRelativeResize="0"/>
          <p:nvPr/>
        </p:nvPicPr>
        <p:blipFill rotWithShape="1">
          <a:blip r:embed="rId2">
            <a:alphaModFix/>
          </a:blip>
          <a:srcRect b="0" l="0" r="0" t="0"/>
          <a:stretch/>
        </p:blipFill>
        <p:spPr>
          <a:xfrm>
            <a:off x="1852" y="4"/>
            <a:ext cx="9141714" cy="857250"/>
          </a:xfrm>
          <a:prstGeom prst="rect">
            <a:avLst/>
          </a:prstGeom>
          <a:noFill/>
          <a:ln>
            <a:noFill/>
          </a:ln>
        </p:spPr>
      </p:pic>
      <p:sp>
        <p:nvSpPr>
          <p:cNvPr id="155" name="Google Shape;155;p28"/>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56" name="Google Shape;156;p28"/>
          <p:cNvPicPr preferRelativeResize="0"/>
          <p:nvPr/>
        </p:nvPicPr>
        <p:blipFill rotWithShape="1">
          <a:blip r:embed="rId3">
            <a:alphaModFix/>
          </a:blip>
          <a:srcRect b="0" l="0" r="0" t="0"/>
          <a:stretch/>
        </p:blipFill>
        <p:spPr>
          <a:xfrm>
            <a:off x="7431899" y="273844"/>
            <a:ext cx="1329492" cy="336805"/>
          </a:xfrm>
          <a:prstGeom prst="rect">
            <a:avLst/>
          </a:prstGeom>
          <a:noFill/>
          <a:ln>
            <a:noFill/>
          </a:ln>
        </p:spPr>
      </p:pic>
      <p:sp>
        <p:nvSpPr>
          <p:cNvPr id="157" name="Google Shape;157;p28"/>
          <p:cNvSpPr/>
          <p:nvPr>
            <p:ph idx="2" type="pic"/>
          </p:nvPr>
        </p:nvSpPr>
        <p:spPr>
          <a:xfrm>
            <a:off x="314325" y="1143000"/>
            <a:ext cx="2009394" cy="1577340"/>
          </a:xfrm>
          <a:prstGeom prst="rect">
            <a:avLst/>
          </a:prstGeom>
          <a:noFill/>
          <a:ln>
            <a:noFill/>
          </a:ln>
        </p:spPr>
      </p:sp>
      <p:sp>
        <p:nvSpPr>
          <p:cNvPr id="158" name="Google Shape;158;p28"/>
          <p:cNvSpPr txBox="1"/>
          <p:nvPr>
            <p:ph idx="1" type="body"/>
          </p:nvPr>
        </p:nvSpPr>
        <p:spPr>
          <a:xfrm>
            <a:off x="308907" y="2845458"/>
            <a:ext cx="2014812" cy="227282"/>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1500"/>
              <a:buNone/>
              <a:defRPr b="0" sz="1500">
                <a:solidFill>
                  <a:schemeClr val="dk1"/>
                </a:solidFil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9" name="Google Shape;159;p28"/>
          <p:cNvSpPr/>
          <p:nvPr>
            <p:ph idx="3" type="pic"/>
          </p:nvPr>
        </p:nvSpPr>
        <p:spPr>
          <a:xfrm>
            <a:off x="2491727" y="1143000"/>
            <a:ext cx="2009394" cy="1577340"/>
          </a:xfrm>
          <a:prstGeom prst="rect">
            <a:avLst/>
          </a:prstGeom>
          <a:noFill/>
          <a:ln>
            <a:noFill/>
          </a:ln>
        </p:spPr>
      </p:sp>
      <p:sp>
        <p:nvSpPr>
          <p:cNvPr id="160" name="Google Shape;160;p28"/>
          <p:cNvSpPr txBox="1"/>
          <p:nvPr>
            <p:ph idx="4" type="body"/>
          </p:nvPr>
        </p:nvSpPr>
        <p:spPr>
          <a:xfrm>
            <a:off x="2486309" y="2845458"/>
            <a:ext cx="2014812" cy="227282"/>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1500"/>
              <a:buNone/>
              <a:defRPr b="0" sz="1500">
                <a:solidFill>
                  <a:schemeClr val="dk1"/>
                </a:solidFil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1" name="Google Shape;161;p28"/>
          <p:cNvSpPr/>
          <p:nvPr>
            <p:ph idx="5" type="pic"/>
          </p:nvPr>
        </p:nvSpPr>
        <p:spPr>
          <a:xfrm>
            <a:off x="4657852" y="1143000"/>
            <a:ext cx="2009394" cy="1577340"/>
          </a:xfrm>
          <a:prstGeom prst="rect">
            <a:avLst/>
          </a:prstGeom>
          <a:noFill/>
          <a:ln>
            <a:noFill/>
          </a:ln>
        </p:spPr>
      </p:sp>
      <p:sp>
        <p:nvSpPr>
          <p:cNvPr id="162" name="Google Shape;162;p28"/>
          <p:cNvSpPr txBox="1"/>
          <p:nvPr>
            <p:ph idx="6" type="body"/>
          </p:nvPr>
        </p:nvSpPr>
        <p:spPr>
          <a:xfrm>
            <a:off x="4650583" y="2845458"/>
            <a:ext cx="2014812" cy="227282"/>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1500"/>
              <a:buNone/>
              <a:defRPr b="0" sz="1500">
                <a:solidFill>
                  <a:schemeClr val="dk1"/>
                </a:solidFil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3" name="Google Shape;163;p28"/>
          <p:cNvSpPr/>
          <p:nvPr>
            <p:ph idx="7" type="pic"/>
          </p:nvPr>
        </p:nvSpPr>
        <p:spPr>
          <a:xfrm>
            <a:off x="6820281" y="1143000"/>
            <a:ext cx="2009394" cy="1577340"/>
          </a:xfrm>
          <a:prstGeom prst="rect">
            <a:avLst/>
          </a:prstGeom>
          <a:noFill/>
          <a:ln>
            <a:noFill/>
          </a:ln>
        </p:spPr>
      </p:sp>
      <p:sp>
        <p:nvSpPr>
          <p:cNvPr id="164" name="Google Shape;164;p28"/>
          <p:cNvSpPr txBox="1"/>
          <p:nvPr>
            <p:ph idx="8" type="body"/>
          </p:nvPr>
        </p:nvSpPr>
        <p:spPr>
          <a:xfrm>
            <a:off x="6814863" y="2845458"/>
            <a:ext cx="2014812" cy="227282"/>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1500"/>
              <a:buNone/>
              <a:defRPr b="0" sz="1500">
                <a:solidFill>
                  <a:schemeClr val="dk1"/>
                </a:solidFil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5" name="Google Shape;165;p28"/>
          <p:cNvSpPr txBox="1"/>
          <p:nvPr>
            <p:ph idx="11" type="ftr"/>
          </p:nvPr>
        </p:nvSpPr>
        <p:spPr>
          <a:xfrm>
            <a:off x="314325" y="4767263"/>
            <a:ext cx="280159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700">
                <a:solidFill>
                  <a:srgbClr val="888888"/>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6" name="Google Shape;166;p28"/>
          <p:cNvSpPr txBox="1"/>
          <p:nvPr>
            <p:ph idx="12" type="sldNum"/>
          </p:nvPr>
        </p:nvSpPr>
        <p:spPr>
          <a:xfrm>
            <a:off x="6772275"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Picture">
  <p:cSld name="6 Picture">
    <p:spTree>
      <p:nvGrpSpPr>
        <p:cNvPr id="167" name="Shape 167"/>
        <p:cNvGrpSpPr/>
        <p:nvPr/>
      </p:nvGrpSpPr>
      <p:grpSpPr>
        <a:xfrm>
          <a:off x="0" y="0"/>
          <a:ext cx="0" cy="0"/>
          <a:chOff x="0" y="0"/>
          <a:chExt cx="0" cy="0"/>
        </a:xfrm>
      </p:grpSpPr>
      <p:pic>
        <p:nvPicPr>
          <p:cNvPr id="168" name="Google Shape;168;p29"/>
          <p:cNvPicPr preferRelativeResize="0"/>
          <p:nvPr/>
        </p:nvPicPr>
        <p:blipFill rotWithShape="1">
          <a:blip r:embed="rId2">
            <a:alphaModFix/>
          </a:blip>
          <a:srcRect b="0" l="0" r="0" t="0"/>
          <a:stretch/>
        </p:blipFill>
        <p:spPr>
          <a:xfrm>
            <a:off x="1852" y="4"/>
            <a:ext cx="9141714" cy="857250"/>
          </a:xfrm>
          <a:prstGeom prst="rect">
            <a:avLst/>
          </a:prstGeom>
          <a:noFill/>
          <a:ln>
            <a:noFill/>
          </a:ln>
        </p:spPr>
      </p:pic>
      <p:sp>
        <p:nvSpPr>
          <p:cNvPr id="169" name="Google Shape;169;p29"/>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70" name="Google Shape;170;p29"/>
          <p:cNvPicPr preferRelativeResize="0"/>
          <p:nvPr/>
        </p:nvPicPr>
        <p:blipFill rotWithShape="1">
          <a:blip r:embed="rId3">
            <a:alphaModFix/>
          </a:blip>
          <a:srcRect b="0" l="0" r="0" t="0"/>
          <a:stretch/>
        </p:blipFill>
        <p:spPr>
          <a:xfrm>
            <a:off x="7431899" y="273844"/>
            <a:ext cx="1329492" cy="336805"/>
          </a:xfrm>
          <a:prstGeom prst="rect">
            <a:avLst/>
          </a:prstGeom>
          <a:noFill/>
          <a:ln>
            <a:noFill/>
          </a:ln>
        </p:spPr>
      </p:pic>
      <p:sp>
        <p:nvSpPr>
          <p:cNvPr id="171" name="Google Shape;171;p29"/>
          <p:cNvSpPr/>
          <p:nvPr>
            <p:ph idx="2" type="pic"/>
          </p:nvPr>
        </p:nvSpPr>
        <p:spPr>
          <a:xfrm>
            <a:off x="314325" y="1143000"/>
            <a:ext cx="2708910" cy="1316736"/>
          </a:xfrm>
          <a:prstGeom prst="rect">
            <a:avLst/>
          </a:prstGeom>
          <a:noFill/>
          <a:ln>
            <a:noFill/>
          </a:ln>
        </p:spPr>
      </p:sp>
      <p:sp>
        <p:nvSpPr>
          <p:cNvPr id="172" name="Google Shape;172;p29"/>
          <p:cNvSpPr txBox="1"/>
          <p:nvPr>
            <p:ph idx="1" type="body"/>
          </p:nvPr>
        </p:nvSpPr>
        <p:spPr>
          <a:xfrm>
            <a:off x="308907" y="2584853"/>
            <a:ext cx="2714328" cy="226314"/>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1500"/>
              <a:buNone/>
              <a:defRPr b="0" sz="1500">
                <a:solidFill>
                  <a:schemeClr val="dk1"/>
                </a:solidFil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3" name="Google Shape;173;p29"/>
          <p:cNvSpPr/>
          <p:nvPr>
            <p:ph idx="3" type="pic"/>
          </p:nvPr>
        </p:nvSpPr>
        <p:spPr>
          <a:xfrm>
            <a:off x="3226152" y="1143000"/>
            <a:ext cx="2708910" cy="1316736"/>
          </a:xfrm>
          <a:prstGeom prst="rect">
            <a:avLst/>
          </a:prstGeom>
          <a:noFill/>
          <a:ln>
            <a:noFill/>
          </a:ln>
        </p:spPr>
      </p:sp>
      <p:sp>
        <p:nvSpPr>
          <p:cNvPr id="174" name="Google Shape;174;p29"/>
          <p:cNvSpPr txBox="1"/>
          <p:nvPr>
            <p:ph idx="4" type="body"/>
          </p:nvPr>
        </p:nvSpPr>
        <p:spPr>
          <a:xfrm>
            <a:off x="3220734" y="2584853"/>
            <a:ext cx="2714328" cy="226314"/>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1500"/>
              <a:buNone/>
              <a:defRPr b="0" sz="1500">
                <a:solidFill>
                  <a:schemeClr val="dk1"/>
                </a:solidFil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5" name="Google Shape;175;p29"/>
          <p:cNvSpPr/>
          <p:nvPr>
            <p:ph idx="5" type="pic"/>
          </p:nvPr>
        </p:nvSpPr>
        <p:spPr>
          <a:xfrm>
            <a:off x="6120765" y="1143000"/>
            <a:ext cx="2708910" cy="1316736"/>
          </a:xfrm>
          <a:prstGeom prst="rect">
            <a:avLst/>
          </a:prstGeom>
          <a:noFill/>
          <a:ln>
            <a:noFill/>
          </a:ln>
        </p:spPr>
      </p:sp>
      <p:sp>
        <p:nvSpPr>
          <p:cNvPr id="176" name="Google Shape;176;p29"/>
          <p:cNvSpPr txBox="1"/>
          <p:nvPr>
            <p:ph idx="6" type="body"/>
          </p:nvPr>
        </p:nvSpPr>
        <p:spPr>
          <a:xfrm>
            <a:off x="6115347" y="2584853"/>
            <a:ext cx="2714328" cy="226314"/>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1500"/>
              <a:buNone/>
              <a:defRPr b="0" sz="1500">
                <a:solidFill>
                  <a:schemeClr val="dk1"/>
                </a:solidFil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7" name="Google Shape;177;p29"/>
          <p:cNvSpPr/>
          <p:nvPr>
            <p:ph idx="7" type="pic"/>
          </p:nvPr>
        </p:nvSpPr>
        <p:spPr>
          <a:xfrm>
            <a:off x="314325" y="2951017"/>
            <a:ext cx="2708910" cy="1316736"/>
          </a:xfrm>
          <a:prstGeom prst="rect">
            <a:avLst/>
          </a:prstGeom>
          <a:noFill/>
          <a:ln>
            <a:noFill/>
          </a:ln>
        </p:spPr>
      </p:sp>
      <p:sp>
        <p:nvSpPr>
          <p:cNvPr id="178" name="Google Shape;178;p29"/>
          <p:cNvSpPr txBox="1"/>
          <p:nvPr>
            <p:ph idx="8" type="body"/>
          </p:nvPr>
        </p:nvSpPr>
        <p:spPr>
          <a:xfrm>
            <a:off x="308907" y="4392870"/>
            <a:ext cx="2714328" cy="226314"/>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1500"/>
              <a:buNone/>
              <a:defRPr b="0" sz="1500">
                <a:solidFill>
                  <a:schemeClr val="dk1"/>
                </a:solidFil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9" name="Google Shape;179;p29"/>
          <p:cNvSpPr/>
          <p:nvPr>
            <p:ph idx="9" type="pic"/>
          </p:nvPr>
        </p:nvSpPr>
        <p:spPr>
          <a:xfrm>
            <a:off x="3226152" y="2951017"/>
            <a:ext cx="2708910" cy="1316736"/>
          </a:xfrm>
          <a:prstGeom prst="rect">
            <a:avLst/>
          </a:prstGeom>
          <a:noFill/>
          <a:ln>
            <a:noFill/>
          </a:ln>
        </p:spPr>
      </p:sp>
      <p:sp>
        <p:nvSpPr>
          <p:cNvPr id="180" name="Google Shape;180;p29"/>
          <p:cNvSpPr txBox="1"/>
          <p:nvPr>
            <p:ph idx="13" type="body"/>
          </p:nvPr>
        </p:nvSpPr>
        <p:spPr>
          <a:xfrm>
            <a:off x="3220734" y="4392870"/>
            <a:ext cx="2714328" cy="226314"/>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1500"/>
              <a:buNone/>
              <a:defRPr b="0" sz="1500">
                <a:solidFill>
                  <a:schemeClr val="dk1"/>
                </a:solidFil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1" name="Google Shape;181;p29"/>
          <p:cNvSpPr/>
          <p:nvPr>
            <p:ph idx="14" type="pic"/>
          </p:nvPr>
        </p:nvSpPr>
        <p:spPr>
          <a:xfrm>
            <a:off x="6120765" y="2951017"/>
            <a:ext cx="2708910" cy="1316736"/>
          </a:xfrm>
          <a:prstGeom prst="rect">
            <a:avLst/>
          </a:prstGeom>
          <a:noFill/>
          <a:ln>
            <a:noFill/>
          </a:ln>
        </p:spPr>
      </p:sp>
      <p:sp>
        <p:nvSpPr>
          <p:cNvPr id="182" name="Google Shape;182;p29"/>
          <p:cNvSpPr txBox="1"/>
          <p:nvPr>
            <p:ph idx="15" type="body"/>
          </p:nvPr>
        </p:nvSpPr>
        <p:spPr>
          <a:xfrm>
            <a:off x="6115347" y="4392870"/>
            <a:ext cx="2714328" cy="226314"/>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1500"/>
              <a:buNone/>
              <a:defRPr b="0" sz="1500">
                <a:solidFill>
                  <a:schemeClr val="dk1"/>
                </a:solidFil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3" name="Google Shape;183;p29"/>
          <p:cNvSpPr txBox="1"/>
          <p:nvPr>
            <p:ph idx="11" type="ftr"/>
          </p:nvPr>
        </p:nvSpPr>
        <p:spPr>
          <a:xfrm>
            <a:off x="314325" y="4767263"/>
            <a:ext cx="280159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700">
                <a:solidFill>
                  <a:srgbClr val="888888"/>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4" name="Google Shape;184;p29"/>
          <p:cNvSpPr txBox="1"/>
          <p:nvPr>
            <p:ph idx="12" type="sldNum"/>
          </p:nvPr>
        </p:nvSpPr>
        <p:spPr>
          <a:xfrm>
            <a:off x="6772275"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
  <p:cSld name="Icons">
    <p:spTree>
      <p:nvGrpSpPr>
        <p:cNvPr id="185" name="Shape 185"/>
        <p:cNvGrpSpPr/>
        <p:nvPr/>
      </p:nvGrpSpPr>
      <p:grpSpPr>
        <a:xfrm>
          <a:off x="0" y="0"/>
          <a:ext cx="0" cy="0"/>
          <a:chOff x="0" y="0"/>
          <a:chExt cx="0" cy="0"/>
        </a:xfrm>
      </p:grpSpPr>
      <p:pic>
        <p:nvPicPr>
          <p:cNvPr id="186" name="Google Shape;186;p30"/>
          <p:cNvPicPr preferRelativeResize="0"/>
          <p:nvPr/>
        </p:nvPicPr>
        <p:blipFill rotWithShape="1">
          <a:blip r:embed="rId2">
            <a:alphaModFix/>
          </a:blip>
          <a:srcRect b="0" l="0" r="0" t="0"/>
          <a:stretch/>
        </p:blipFill>
        <p:spPr>
          <a:xfrm rot="10800000">
            <a:off x="-1" y="-1"/>
            <a:ext cx="1701140" cy="1624577"/>
          </a:xfrm>
          <a:prstGeom prst="rect">
            <a:avLst/>
          </a:prstGeom>
          <a:noFill/>
          <a:ln>
            <a:noFill/>
          </a:ln>
        </p:spPr>
      </p:pic>
      <p:pic>
        <p:nvPicPr>
          <p:cNvPr id="187" name="Google Shape;187;p30"/>
          <p:cNvPicPr preferRelativeResize="0"/>
          <p:nvPr/>
        </p:nvPicPr>
        <p:blipFill rotWithShape="1">
          <a:blip r:embed="rId3">
            <a:alphaModFix/>
          </a:blip>
          <a:srcRect b="0" l="0" r="0" t="0"/>
          <a:stretch/>
        </p:blipFill>
        <p:spPr>
          <a:xfrm>
            <a:off x="7431900" y="273844"/>
            <a:ext cx="1329489" cy="336804"/>
          </a:xfrm>
          <a:prstGeom prst="rect">
            <a:avLst/>
          </a:prstGeom>
          <a:noFill/>
          <a:ln>
            <a:noFill/>
          </a:ln>
        </p:spPr>
      </p:pic>
      <p:sp>
        <p:nvSpPr>
          <p:cNvPr id="188" name="Google Shape;188;p30"/>
          <p:cNvSpPr/>
          <p:nvPr>
            <p:ph idx="2" type="pic"/>
          </p:nvPr>
        </p:nvSpPr>
        <p:spPr>
          <a:xfrm>
            <a:off x="801944" y="1969722"/>
            <a:ext cx="891540" cy="891540"/>
          </a:xfrm>
          <a:prstGeom prst="rect">
            <a:avLst/>
          </a:prstGeom>
          <a:noFill/>
          <a:ln>
            <a:noFill/>
          </a:ln>
        </p:spPr>
      </p:sp>
      <p:sp>
        <p:nvSpPr>
          <p:cNvPr id="189" name="Google Shape;189;p30"/>
          <p:cNvSpPr txBox="1"/>
          <p:nvPr>
            <p:ph idx="1" type="body"/>
          </p:nvPr>
        </p:nvSpPr>
        <p:spPr>
          <a:xfrm>
            <a:off x="308907" y="3008372"/>
            <a:ext cx="2014812" cy="227282"/>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1500"/>
              <a:buNone/>
              <a:defRPr b="0" sz="15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0" name="Google Shape;190;p30"/>
          <p:cNvSpPr/>
          <p:nvPr>
            <p:ph idx="3" type="pic"/>
          </p:nvPr>
        </p:nvSpPr>
        <p:spPr>
          <a:xfrm>
            <a:off x="3037475" y="1969722"/>
            <a:ext cx="891540" cy="891540"/>
          </a:xfrm>
          <a:prstGeom prst="rect">
            <a:avLst/>
          </a:prstGeom>
          <a:noFill/>
          <a:ln>
            <a:noFill/>
          </a:ln>
        </p:spPr>
      </p:sp>
      <p:sp>
        <p:nvSpPr>
          <p:cNvPr id="191" name="Google Shape;191;p30"/>
          <p:cNvSpPr txBox="1"/>
          <p:nvPr>
            <p:ph idx="4" type="body"/>
          </p:nvPr>
        </p:nvSpPr>
        <p:spPr>
          <a:xfrm>
            <a:off x="2486309" y="3008372"/>
            <a:ext cx="2014812" cy="227282"/>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1500"/>
              <a:buNone/>
              <a:defRPr b="0" sz="15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2" name="Google Shape;192;p30"/>
          <p:cNvSpPr/>
          <p:nvPr>
            <p:ph idx="5" type="pic"/>
          </p:nvPr>
        </p:nvSpPr>
        <p:spPr>
          <a:xfrm>
            <a:off x="5183939" y="1969722"/>
            <a:ext cx="891540" cy="891540"/>
          </a:xfrm>
          <a:prstGeom prst="rect">
            <a:avLst/>
          </a:prstGeom>
          <a:noFill/>
          <a:ln>
            <a:noFill/>
          </a:ln>
        </p:spPr>
      </p:sp>
      <p:sp>
        <p:nvSpPr>
          <p:cNvPr id="193" name="Google Shape;193;p30"/>
          <p:cNvSpPr txBox="1"/>
          <p:nvPr>
            <p:ph idx="6" type="body"/>
          </p:nvPr>
        </p:nvSpPr>
        <p:spPr>
          <a:xfrm>
            <a:off x="4632770" y="3008372"/>
            <a:ext cx="2014812" cy="227282"/>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1500"/>
              <a:buNone/>
              <a:defRPr b="0" sz="15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4" name="Google Shape;194;p30"/>
          <p:cNvSpPr/>
          <p:nvPr>
            <p:ph idx="7" type="pic"/>
          </p:nvPr>
        </p:nvSpPr>
        <p:spPr>
          <a:xfrm>
            <a:off x="7330404" y="1969722"/>
            <a:ext cx="891540" cy="891540"/>
          </a:xfrm>
          <a:prstGeom prst="rect">
            <a:avLst/>
          </a:prstGeom>
          <a:noFill/>
          <a:ln>
            <a:noFill/>
          </a:ln>
        </p:spPr>
      </p:sp>
      <p:sp>
        <p:nvSpPr>
          <p:cNvPr id="195" name="Google Shape;195;p30"/>
          <p:cNvSpPr txBox="1"/>
          <p:nvPr>
            <p:ph idx="8" type="body"/>
          </p:nvPr>
        </p:nvSpPr>
        <p:spPr>
          <a:xfrm>
            <a:off x="6814863" y="3008372"/>
            <a:ext cx="2014812" cy="227282"/>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dk1"/>
              </a:buClr>
              <a:buSzPts val="1500"/>
              <a:buNone/>
              <a:defRPr b="0" sz="15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6" name="Google Shape;196;p30"/>
          <p:cNvSpPr txBox="1"/>
          <p:nvPr>
            <p:ph idx="11" type="ftr"/>
          </p:nvPr>
        </p:nvSpPr>
        <p:spPr>
          <a:xfrm>
            <a:off x="314324" y="4767263"/>
            <a:ext cx="280159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700">
                <a:solidFill>
                  <a:srgbClr val="888888"/>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7" name="Google Shape;197;p30"/>
          <p:cNvSpPr txBox="1"/>
          <p:nvPr>
            <p:ph idx="12" type="sldNum"/>
          </p:nvPr>
        </p:nvSpPr>
        <p:spPr>
          <a:xfrm>
            <a:off x="6772275"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1">
  <p:cSld name="Table 1">
    <p:spTree>
      <p:nvGrpSpPr>
        <p:cNvPr id="198" name="Shape 198"/>
        <p:cNvGrpSpPr/>
        <p:nvPr/>
      </p:nvGrpSpPr>
      <p:grpSpPr>
        <a:xfrm>
          <a:off x="0" y="0"/>
          <a:ext cx="0" cy="0"/>
          <a:chOff x="0" y="0"/>
          <a:chExt cx="0" cy="0"/>
        </a:xfrm>
      </p:grpSpPr>
      <p:pic>
        <p:nvPicPr>
          <p:cNvPr id="199" name="Google Shape;199;p31"/>
          <p:cNvPicPr preferRelativeResize="0"/>
          <p:nvPr/>
        </p:nvPicPr>
        <p:blipFill rotWithShape="1">
          <a:blip r:embed="rId2">
            <a:alphaModFix/>
          </a:blip>
          <a:srcRect b="0" l="0" r="0" t="0"/>
          <a:stretch/>
        </p:blipFill>
        <p:spPr>
          <a:xfrm>
            <a:off x="1852" y="4"/>
            <a:ext cx="9141714" cy="857250"/>
          </a:xfrm>
          <a:prstGeom prst="rect">
            <a:avLst/>
          </a:prstGeom>
          <a:noFill/>
          <a:ln>
            <a:noFill/>
          </a:ln>
        </p:spPr>
      </p:pic>
      <p:sp>
        <p:nvSpPr>
          <p:cNvPr id="200" name="Google Shape;200;p31"/>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201" name="Google Shape;201;p31"/>
          <p:cNvPicPr preferRelativeResize="0"/>
          <p:nvPr/>
        </p:nvPicPr>
        <p:blipFill rotWithShape="1">
          <a:blip r:embed="rId3">
            <a:alphaModFix/>
          </a:blip>
          <a:srcRect b="0" l="0" r="0" t="0"/>
          <a:stretch/>
        </p:blipFill>
        <p:spPr>
          <a:xfrm>
            <a:off x="7431899" y="273844"/>
            <a:ext cx="1329492" cy="336805"/>
          </a:xfrm>
          <a:prstGeom prst="rect">
            <a:avLst/>
          </a:prstGeom>
          <a:noFill/>
          <a:ln>
            <a:noFill/>
          </a:ln>
        </p:spPr>
      </p:pic>
      <p:sp>
        <p:nvSpPr>
          <p:cNvPr id="202" name="Google Shape;202;p31"/>
          <p:cNvSpPr txBox="1"/>
          <p:nvPr>
            <p:ph idx="11" type="ftr"/>
          </p:nvPr>
        </p:nvSpPr>
        <p:spPr>
          <a:xfrm>
            <a:off x="314326" y="4767263"/>
            <a:ext cx="280159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700">
                <a:solidFill>
                  <a:srgbClr val="888888"/>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3" name="Google Shape;203;p31"/>
          <p:cNvSpPr txBox="1"/>
          <p:nvPr>
            <p:ph idx="12" type="sldNum"/>
          </p:nvPr>
        </p:nvSpPr>
        <p:spPr>
          <a:xfrm>
            <a:off x="6772275"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3">
  <p:cSld name="Table 3">
    <p:spTree>
      <p:nvGrpSpPr>
        <p:cNvPr id="204" name="Shape 204"/>
        <p:cNvGrpSpPr/>
        <p:nvPr/>
      </p:nvGrpSpPr>
      <p:grpSpPr>
        <a:xfrm>
          <a:off x="0" y="0"/>
          <a:ext cx="0" cy="0"/>
          <a:chOff x="0" y="0"/>
          <a:chExt cx="0" cy="0"/>
        </a:xfrm>
      </p:grpSpPr>
      <p:pic>
        <p:nvPicPr>
          <p:cNvPr id="205" name="Google Shape;205;p32"/>
          <p:cNvPicPr preferRelativeResize="0"/>
          <p:nvPr/>
        </p:nvPicPr>
        <p:blipFill rotWithShape="1">
          <a:blip r:embed="rId2">
            <a:alphaModFix/>
          </a:blip>
          <a:srcRect b="0" l="0" r="0" t="0"/>
          <a:stretch/>
        </p:blipFill>
        <p:spPr>
          <a:xfrm>
            <a:off x="1852" y="4"/>
            <a:ext cx="9141714" cy="857250"/>
          </a:xfrm>
          <a:prstGeom prst="rect">
            <a:avLst/>
          </a:prstGeom>
          <a:noFill/>
          <a:ln>
            <a:noFill/>
          </a:ln>
        </p:spPr>
      </p:pic>
      <p:sp>
        <p:nvSpPr>
          <p:cNvPr id="206" name="Google Shape;206;p32"/>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207" name="Google Shape;207;p32"/>
          <p:cNvPicPr preferRelativeResize="0"/>
          <p:nvPr/>
        </p:nvPicPr>
        <p:blipFill rotWithShape="1">
          <a:blip r:embed="rId3">
            <a:alphaModFix/>
          </a:blip>
          <a:srcRect b="0" l="0" r="0" t="0"/>
          <a:stretch/>
        </p:blipFill>
        <p:spPr>
          <a:xfrm>
            <a:off x="7431899" y="273844"/>
            <a:ext cx="1329492" cy="336805"/>
          </a:xfrm>
          <a:prstGeom prst="rect">
            <a:avLst/>
          </a:prstGeom>
          <a:noFill/>
          <a:ln>
            <a:noFill/>
          </a:ln>
        </p:spPr>
      </p:pic>
      <p:sp>
        <p:nvSpPr>
          <p:cNvPr id="208" name="Google Shape;208;p32"/>
          <p:cNvSpPr txBox="1"/>
          <p:nvPr>
            <p:ph idx="11" type="ftr"/>
          </p:nvPr>
        </p:nvSpPr>
        <p:spPr>
          <a:xfrm>
            <a:off x="314326" y="4767263"/>
            <a:ext cx="280159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700">
                <a:solidFill>
                  <a:srgbClr val="888888"/>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9" name="Google Shape;209;p32"/>
          <p:cNvSpPr txBox="1"/>
          <p:nvPr>
            <p:ph idx="12" type="sldNum"/>
          </p:nvPr>
        </p:nvSpPr>
        <p:spPr>
          <a:xfrm>
            <a:off x="6772275"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Light">
  <p:cSld name="Title Only Light">
    <p:spTree>
      <p:nvGrpSpPr>
        <p:cNvPr id="210" name="Shape 210"/>
        <p:cNvGrpSpPr/>
        <p:nvPr/>
      </p:nvGrpSpPr>
      <p:grpSpPr>
        <a:xfrm>
          <a:off x="0" y="0"/>
          <a:ext cx="0" cy="0"/>
          <a:chOff x="0" y="0"/>
          <a:chExt cx="0" cy="0"/>
        </a:xfrm>
      </p:grpSpPr>
      <p:sp>
        <p:nvSpPr>
          <p:cNvPr id="211" name="Google Shape;211;p33"/>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3000"/>
              <a:buFont typeface="Arial"/>
              <a:buNone/>
              <a:defRPr sz="30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212" name="Google Shape;212;p33"/>
          <p:cNvPicPr preferRelativeResize="0"/>
          <p:nvPr/>
        </p:nvPicPr>
        <p:blipFill rotWithShape="1">
          <a:blip r:embed="rId2">
            <a:alphaModFix/>
          </a:blip>
          <a:srcRect b="0" l="0" r="0" t="0"/>
          <a:stretch/>
        </p:blipFill>
        <p:spPr>
          <a:xfrm>
            <a:off x="7431900" y="273844"/>
            <a:ext cx="1329489" cy="336804"/>
          </a:xfrm>
          <a:prstGeom prst="rect">
            <a:avLst/>
          </a:prstGeom>
          <a:noFill/>
          <a:ln>
            <a:noFill/>
          </a:ln>
        </p:spPr>
      </p:pic>
      <p:sp>
        <p:nvSpPr>
          <p:cNvPr id="213" name="Google Shape;213;p33"/>
          <p:cNvSpPr txBox="1"/>
          <p:nvPr>
            <p:ph idx="11" type="ftr"/>
          </p:nvPr>
        </p:nvSpPr>
        <p:spPr>
          <a:xfrm>
            <a:off x="314325" y="4767263"/>
            <a:ext cx="280159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700">
                <a:solidFill>
                  <a:srgbClr val="888888"/>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4" name="Google Shape;214;p33"/>
          <p:cNvSpPr txBox="1"/>
          <p:nvPr>
            <p:ph idx="12" type="sldNum"/>
          </p:nvPr>
        </p:nvSpPr>
        <p:spPr>
          <a:xfrm>
            <a:off x="6772275"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gram">
  <p:cSld name="Diagram">
    <p:spTree>
      <p:nvGrpSpPr>
        <p:cNvPr id="215" name="Shape 215"/>
        <p:cNvGrpSpPr/>
        <p:nvPr/>
      </p:nvGrpSpPr>
      <p:grpSpPr>
        <a:xfrm>
          <a:off x="0" y="0"/>
          <a:ext cx="0" cy="0"/>
          <a:chOff x="0" y="0"/>
          <a:chExt cx="0" cy="0"/>
        </a:xfrm>
      </p:grpSpPr>
      <p:pic>
        <p:nvPicPr>
          <p:cNvPr id="216" name="Google Shape;216;p34"/>
          <p:cNvPicPr preferRelativeResize="0"/>
          <p:nvPr/>
        </p:nvPicPr>
        <p:blipFill rotWithShape="1">
          <a:blip r:embed="rId2">
            <a:alphaModFix/>
          </a:blip>
          <a:srcRect b="0" l="0" r="0" t="0"/>
          <a:stretch/>
        </p:blipFill>
        <p:spPr>
          <a:xfrm>
            <a:off x="7431900" y="273844"/>
            <a:ext cx="1329489" cy="336804"/>
          </a:xfrm>
          <a:prstGeom prst="rect">
            <a:avLst/>
          </a:prstGeom>
          <a:noFill/>
          <a:ln>
            <a:noFill/>
          </a:ln>
        </p:spPr>
      </p:pic>
      <p:sp>
        <p:nvSpPr>
          <p:cNvPr id="217" name="Google Shape;217;p34"/>
          <p:cNvSpPr txBox="1"/>
          <p:nvPr>
            <p:ph idx="11" type="ftr"/>
          </p:nvPr>
        </p:nvSpPr>
        <p:spPr>
          <a:xfrm>
            <a:off x="314324" y="4767263"/>
            <a:ext cx="280159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700">
                <a:solidFill>
                  <a:srgbClr val="888888"/>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8" name="Google Shape;218;p34"/>
          <p:cNvSpPr txBox="1"/>
          <p:nvPr>
            <p:ph idx="12" type="sldNum"/>
          </p:nvPr>
        </p:nvSpPr>
        <p:spPr>
          <a:xfrm>
            <a:off x="6772275"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p:cSld name="Case Study">
    <p:spTree>
      <p:nvGrpSpPr>
        <p:cNvPr id="219" name="Shape 219"/>
        <p:cNvGrpSpPr/>
        <p:nvPr/>
      </p:nvGrpSpPr>
      <p:grpSpPr>
        <a:xfrm>
          <a:off x="0" y="0"/>
          <a:ext cx="0" cy="0"/>
          <a:chOff x="0" y="0"/>
          <a:chExt cx="0" cy="0"/>
        </a:xfrm>
      </p:grpSpPr>
      <p:sp>
        <p:nvSpPr>
          <p:cNvPr id="220" name="Google Shape;220;p35"/>
          <p:cNvSpPr txBox="1"/>
          <p:nvPr>
            <p:ph type="title"/>
          </p:nvPr>
        </p:nvSpPr>
        <p:spPr>
          <a:xfrm>
            <a:off x="314325" y="273844"/>
            <a:ext cx="6223635" cy="355589"/>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3000"/>
              <a:buFont typeface="Arial"/>
              <a:buNone/>
              <a:defRPr sz="30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1" name="Google Shape;221;p35"/>
          <p:cNvSpPr txBox="1"/>
          <p:nvPr>
            <p:ph idx="1" type="body"/>
          </p:nvPr>
        </p:nvSpPr>
        <p:spPr>
          <a:xfrm>
            <a:off x="314325" y="1005707"/>
            <a:ext cx="1992050" cy="29265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36C2B4"/>
              </a:buClr>
              <a:buSzPts val="1500"/>
              <a:buNone/>
              <a:defRPr b="0" sz="1500">
                <a:solidFill>
                  <a:srgbClr val="36C2B4"/>
                </a:solidFill>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17500" lvl="4" marL="2286000" algn="l">
              <a:lnSpc>
                <a:spcPct val="90000"/>
              </a:lnSpc>
              <a:spcBef>
                <a:spcPts val="400"/>
              </a:spcBef>
              <a:spcAft>
                <a:spcPts val="0"/>
              </a:spcAft>
              <a:buClr>
                <a:schemeClr val="lt1"/>
              </a:buClr>
              <a:buSzPts val="14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2" name="Google Shape;222;p35"/>
          <p:cNvSpPr txBox="1"/>
          <p:nvPr>
            <p:ph idx="2" type="body"/>
          </p:nvPr>
        </p:nvSpPr>
        <p:spPr>
          <a:xfrm>
            <a:off x="314327" y="1352509"/>
            <a:ext cx="1992050" cy="1409348"/>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800"/>
              </a:spcBef>
              <a:spcAft>
                <a:spcPts val="0"/>
              </a:spcAft>
              <a:buClr>
                <a:schemeClr val="dk1"/>
              </a:buClr>
              <a:buSzPts val="1400"/>
              <a:buNone/>
              <a:defRPr sz="14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3" name="Google Shape;223;p35"/>
          <p:cNvSpPr txBox="1"/>
          <p:nvPr>
            <p:ph idx="3" type="body"/>
          </p:nvPr>
        </p:nvSpPr>
        <p:spPr>
          <a:xfrm>
            <a:off x="2444879" y="1005707"/>
            <a:ext cx="1992050" cy="29265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36C2B4"/>
              </a:buClr>
              <a:buSzPts val="1500"/>
              <a:buNone/>
              <a:defRPr b="0" sz="1500">
                <a:solidFill>
                  <a:srgbClr val="36C2B4"/>
                </a:solidFill>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17500" lvl="4" marL="2286000" algn="l">
              <a:lnSpc>
                <a:spcPct val="90000"/>
              </a:lnSpc>
              <a:spcBef>
                <a:spcPts val="400"/>
              </a:spcBef>
              <a:spcAft>
                <a:spcPts val="0"/>
              </a:spcAft>
              <a:buClr>
                <a:schemeClr val="lt1"/>
              </a:buClr>
              <a:buSzPts val="14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4" name="Google Shape;224;p35"/>
          <p:cNvSpPr txBox="1"/>
          <p:nvPr>
            <p:ph idx="4" type="body"/>
          </p:nvPr>
        </p:nvSpPr>
        <p:spPr>
          <a:xfrm>
            <a:off x="2438593" y="1352509"/>
            <a:ext cx="1992050" cy="1409348"/>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800"/>
              </a:spcBef>
              <a:spcAft>
                <a:spcPts val="0"/>
              </a:spcAft>
              <a:buClr>
                <a:schemeClr val="dk1"/>
              </a:buClr>
              <a:buSzPts val="1400"/>
              <a:buNone/>
              <a:defRPr sz="14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5" name="Google Shape;225;p35"/>
          <p:cNvSpPr txBox="1"/>
          <p:nvPr>
            <p:ph idx="5" type="body"/>
          </p:nvPr>
        </p:nvSpPr>
        <p:spPr>
          <a:xfrm>
            <a:off x="4557143" y="1005707"/>
            <a:ext cx="1992050" cy="29265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36C2B4"/>
              </a:buClr>
              <a:buSzPts val="1500"/>
              <a:buNone/>
              <a:defRPr b="0" sz="1500">
                <a:solidFill>
                  <a:srgbClr val="36C2B4"/>
                </a:solidFill>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17500" lvl="4" marL="2286000" algn="l">
              <a:lnSpc>
                <a:spcPct val="90000"/>
              </a:lnSpc>
              <a:spcBef>
                <a:spcPts val="400"/>
              </a:spcBef>
              <a:spcAft>
                <a:spcPts val="0"/>
              </a:spcAft>
              <a:buClr>
                <a:schemeClr val="lt1"/>
              </a:buClr>
              <a:buSzPts val="14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6" name="Google Shape;226;p35"/>
          <p:cNvSpPr txBox="1"/>
          <p:nvPr>
            <p:ph idx="6" type="body"/>
          </p:nvPr>
        </p:nvSpPr>
        <p:spPr>
          <a:xfrm>
            <a:off x="4557143" y="1352509"/>
            <a:ext cx="1992050" cy="1409348"/>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800"/>
              </a:spcBef>
              <a:spcAft>
                <a:spcPts val="0"/>
              </a:spcAft>
              <a:buClr>
                <a:schemeClr val="dk1"/>
              </a:buClr>
              <a:buSzPts val="1400"/>
              <a:buNone/>
              <a:defRPr sz="14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7" name="Google Shape;227;p35"/>
          <p:cNvSpPr/>
          <p:nvPr/>
        </p:nvSpPr>
        <p:spPr>
          <a:xfrm>
            <a:off x="6772276" y="0"/>
            <a:ext cx="2391356" cy="5156619"/>
          </a:xfrm>
          <a:prstGeom prst="rect">
            <a:avLst/>
          </a:prstGeom>
          <a:solidFill>
            <a:srgbClr val="232F3E"/>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cap="none" strike="noStrike">
              <a:solidFill>
                <a:srgbClr val="FFFFFF"/>
              </a:solidFill>
              <a:latin typeface="Arial"/>
              <a:ea typeface="Arial"/>
              <a:cs typeface="Arial"/>
              <a:sym typeface="Arial"/>
            </a:endParaRPr>
          </a:p>
        </p:txBody>
      </p:sp>
      <p:sp>
        <p:nvSpPr>
          <p:cNvPr id="228" name="Google Shape;228;p35"/>
          <p:cNvSpPr txBox="1"/>
          <p:nvPr>
            <p:ph idx="7" type="body"/>
          </p:nvPr>
        </p:nvSpPr>
        <p:spPr>
          <a:xfrm>
            <a:off x="6995360" y="273844"/>
            <a:ext cx="1834316" cy="713666"/>
          </a:xfrm>
          <a:prstGeom prst="rect">
            <a:avLst/>
          </a:prstGeom>
          <a:solidFill>
            <a:schemeClr val="lt1"/>
          </a:solid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2"/>
              </a:buClr>
              <a:buSzPts val="2100"/>
              <a:buNone/>
              <a:defRPr>
                <a:solidFill>
                  <a:schemeClr val="lt2"/>
                </a:solidFill>
              </a:defRPr>
            </a:lvl1pPr>
            <a:lvl2pPr indent="-342900" lvl="1" marL="914400" algn="l">
              <a:lnSpc>
                <a:spcPct val="90000"/>
              </a:lnSpc>
              <a:spcBef>
                <a:spcPts val="400"/>
              </a:spcBef>
              <a:spcAft>
                <a:spcPts val="0"/>
              </a:spcAft>
              <a:buClr>
                <a:schemeClr val="lt2"/>
              </a:buClr>
              <a:buSzPts val="1800"/>
              <a:buChar char="•"/>
              <a:defRPr>
                <a:solidFill>
                  <a:schemeClr val="lt2"/>
                </a:solidFill>
              </a:defRPr>
            </a:lvl2pPr>
            <a:lvl3pPr indent="-323850" lvl="2" marL="1371600" algn="l">
              <a:lnSpc>
                <a:spcPct val="90000"/>
              </a:lnSpc>
              <a:spcBef>
                <a:spcPts val="400"/>
              </a:spcBef>
              <a:spcAft>
                <a:spcPts val="0"/>
              </a:spcAft>
              <a:buClr>
                <a:schemeClr val="lt2"/>
              </a:buClr>
              <a:buSzPts val="1500"/>
              <a:buChar char="•"/>
              <a:defRPr>
                <a:solidFill>
                  <a:schemeClr val="lt2"/>
                </a:solidFill>
              </a:defRPr>
            </a:lvl3pPr>
            <a:lvl4pPr indent="-317500" lvl="3" marL="1828800" algn="l">
              <a:lnSpc>
                <a:spcPct val="90000"/>
              </a:lnSpc>
              <a:spcBef>
                <a:spcPts val="400"/>
              </a:spcBef>
              <a:spcAft>
                <a:spcPts val="0"/>
              </a:spcAft>
              <a:buClr>
                <a:schemeClr val="lt2"/>
              </a:buClr>
              <a:buSzPts val="1400"/>
              <a:buChar char="•"/>
              <a:defRPr>
                <a:solidFill>
                  <a:schemeClr val="lt2"/>
                </a:solidFill>
              </a:defRPr>
            </a:lvl4pPr>
            <a:lvl5pPr indent="-317500" lvl="4" marL="2286000" algn="l">
              <a:lnSpc>
                <a:spcPct val="90000"/>
              </a:lnSpc>
              <a:spcBef>
                <a:spcPts val="400"/>
              </a:spcBef>
              <a:spcAft>
                <a:spcPts val="0"/>
              </a:spcAft>
              <a:buClr>
                <a:schemeClr val="lt2"/>
              </a:buClr>
              <a:buSzPts val="1400"/>
              <a:buChar char="•"/>
              <a:defRPr>
                <a:solidFill>
                  <a:schemeClr val="lt2"/>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9" name="Google Shape;229;p35"/>
          <p:cNvSpPr txBox="1"/>
          <p:nvPr>
            <p:ph idx="8" type="body"/>
          </p:nvPr>
        </p:nvSpPr>
        <p:spPr>
          <a:xfrm>
            <a:off x="6995320" y="1173115"/>
            <a:ext cx="1834356" cy="909686"/>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000"/>
              <a:buNone/>
              <a:defRPr sz="1000">
                <a:solidFill>
                  <a:schemeClr val="lt1"/>
                </a:solidFil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0" name="Google Shape;230;p35"/>
          <p:cNvSpPr txBox="1"/>
          <p:nvPr>
            <p:ph idx="9" type="body"/>
          </p:nvPr>
        </p:nvSpPr>
        <p:spPr>
          <a:xfrm>
            <a:off x="6995319" y="2160626"/>
            <a:ext cx="1834356" cy="22237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200"/>
              <a:buNone/>
              <a:defRPr sz="1200">
                <a:solidFill>
                  <a:schemeClr val="lt1"/>
                </a:solidFill>
                <a:latin typeface="Arial"/>
                <a:ea typeface="Arial"/>
                <a:cs typeface="Arial"/>
                <a:sym typeface="Aria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1" name="Google Shape;231;p35"/>
          <p:cNvSpPr txBox="1"/>
          <p:nvPr>
            <p:ph idx="13" type="body"/>
          </p:nvPr>
        </p:nvSpPr>
        <p:spPr>
          <a:xfrm>
            <a:off x="6995359" y="2382994"/>
            <a:ext cx="1834356" cy="2068873"/>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000"/>
              <a:buNone/>
              <a:defRPr sz="1000">
                <a:solidFill>
                  <a:schemeClr val="lt1"/>
                </a:solidFil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2" name="Google Shape;232;p35"/>
          <p:cNvSpPr/>
          <p:nvPr/>
        </p:nvSpPr>
        <p:spPr>
          <a:xfrm>
            <a:off x="0" y="3015480"/>
            <a:ext cx="6772275" cy="212802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cap="none" strike="noStrike">
              <a:solidFill>
                <a:srgbClr val="FFFFFF"/>
              </a:solidFill>
              <a:latin typeface="Arial"/>
              <a:ea typeface="Arial"/>
              <a:cs typeface="Arial"/>
              <a:sym typeface="Arial"/>
            </a:endParaRPr>
          </a:p>
        </p:txBody>
      </p:sp>
      <p:sp>
        <p:nvSpPr>
          <p:cNvPr id="233" name="Google Shape;233;p35"/>
          <p:cNvSpPr txBox="1"/>
          <p:nvPr/>
        </p:nvSpPr>
        <p:spPr>
          <a:xfrm>
            <a:off x="218192" y="2916936"/>
            <a:ext cx="577850" cy="173133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aseline="30000" lang="es-419" sz="10800">
                <a:solidFill>
                  <a:schemeClr val="lt1"/>
                </a:solidFill>
                <a:latin typeface="Arial"/>
                <a:ea typeface="Arial"/>
                <a:cs typeface="Arial"/>
                <a:sym typeface="Arial"/>
              </a:rPr>
              <a:t>“</a:t>
            </a:r>
            <a:endParaRPr sz="10800">
              <a:solidFill>
                <a:schemeClr val="lt1"/>
              </a:solidFill>
              <a:latin typeface="Arial"/>
              <a:ea typeface="Arial"/>
              <a:cs typeface="Arial"/>
              <a:sym typeface="Arial"/>
            </a:endParaRPr>
          </a:p>
        </p:txBody>
      </p:sp>
      <p:sp>
        <p:nvSpPr>
          <p:cNvPr id="234" name="Google Shape;234;p35"/>
          <p:cNvSpPr txBox="1"/>
          <p:nvPr>
            <p:ph idx="14" type="body"/>
          </p:nvPr>
        </p:nvSpPr>
        <p:spPr>
          <a:xfrm>
            <a:off x="592667" y="3333245"/>
            <a:ext cx="5678312" cy="98339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sz="18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5" name="Google Shape;235;p35"/>
          <p:cNvSpPr txBox="1"/>
          <p:nvPr>
            <p:ph idx="15" type="body"/>
          </p:nvPr>
        </p:nvSpPr>
        <p:spPr>
          <a:xfrm>
            <a:off x="592666" y="4402835"/>
            <a:ext cx="5956526" cy="310276"/>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500"/>
              <a:buNone/>
              <a:defRPr b="0" sz="1500">
                <a:solidFill>
                  <a:schemeClr val="dk1"/>
                </a:solidFil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236" name="Google Shape;236;p35"/>
          <p:cNvPicPr preferRelativeResize="0"/>
          <p:nvPr/>
        </p:nvPicPr>
        <p:blipFill rotWithShape="1">
          <a:blip r:embed="rId2">
            <a:alphaModFix/>
          </a:blip>
          <a:srcRect b="0" l="0" r="0" t="0"/>
          <a:stretch/>
        </p:blipFill>
        <p:spPr>
          <a:xfrm>
            <a:off x="7047179" y="4567380"/>
            <a:ext cx="1329492" cy="336805"/>
          </a:xfrm>
          <a:prstGeom prst="rect">
            <a:avLst/>
          </a:prstGeom>
          <a:noFill/>
          <a:ln>
            <a:noFill/>
          </a:ln>
        </p:spPr>
      </p:pic>
      <p:sp>
        <p:nvSpPr>
          <p:cNvPr id="237" name="Google Shape;237;p35"/>
          <p:cNvSpPr txBox="1"/>
          <p:nvPr>
            <p:ph idx="11" type="ftr"/>
          </p:nvPr>
        </p:nvSpPr>
        <p:spPr>
          <a:xfrm>
            <a:off x="314325" y="4767263"/>
            <a:ext cx="280159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700">
                <a:solidFill>
                  <a:schemeClr val="lt1"/>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38" name="Google Shape;238;p35"/>
          <p:cNvSpPr txBox="1"/>
          <p:nvPr>
            <p:ph idx="12" type="sldNum"/>
          </p:nvPr>
        </p:nvSpPr>
        <p:spPr>
          <a:xfrm>
            <a:off x="6772275"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700">
                <a:solidFill>
                  <a:schemeClr val="lt1"/>
                </a:solidFill>
                <a:latin typeface="Arial"/>
                <a:ea typeface="Arial"/>
                <a:cs typeface="Arial"/>
                <a:sym typeface="Arial"/>
              </a:defRPr>
            </a:lvl1pPr>
            <a:lvl2pPr indent="0" lvl="1" marL="0" marR="0" algn="r">
              <a:spcBef>
                <a:spcPts val="0"/>
              </a:spcBef>
              <a:buNone/>
              <a:defRPr b="0" i="0" sz="700">
                <a:solidFill>
                  <a:schemeClr val="lt1"/>
                </a:solidFill>
                <a:latin typeface="Arial"/>
                <a:ea typeface="Arial"/>
                <a:cs typeface="Arial"/>
                <a:sym typeface="Arial"/>
              </a:defRPr>
            </a:lvl2pPr>
            <a:lvl3pPr indent="0" lvl="2" marL="0" marR="0" algn="r">
              <a:spcBef>
                <a:spcPts val="0"/>
              </a:spcBef>
              <a:buNone/>
              <a:defRPr b="0" i="0" sz="700">
                <a:solidFill>
                  <a:schemeClr val="lt1"/>
                </a:solidFill>
                <a:latin typeface="Arial"/>
                <a:ea typeface="Arial"/>
                <a:cs typeface="Arial"/>
                <a:sym typeface="Arial"/>
              </a:defRPr>
            </a:lvl3pPr>
            <a:lvl4pPr indent="0" lvl="3" marL="0" marR="0" algn="r">
              <a:spcBef>
                <a:spcPts val="0"/>
              </a:spcBef>
              <a:buNone/>
              <a:defRPr b="0" i="0" sz="700">
                <a:solidFill>
                  <a:schemeClr val="lt1"/>
                </a:solidFill>
                <a:latin typeface="Arial"/>
                <a:ea typeface="Arial"/>
                <a:cs typeface="Arial"/>
                <a:sym typeface="Arial"/>
              </a:defRPr>
            </a:lvl4pPr>
            <a:lvl5pPr indent="0" lvl="4" marL="0" marR="0" algn="r">
              <a:spcBef>
                <a:spcPts val="0"/>
              </a:spcBef>
              <a:buNone/>
              <a:defRPr b="0" i="0" sz="700">
                <a:solidFill>
                  <a:schemeClr val="lt1"/>
                </a:solidFill>
                <a:latin typeface="Arial"/>
                <a:ea typeface="Arial"/>
                <a:cs typeface="Arial"/>
                <a:sym typeface="Arial"/>
              </a:defRPr>
            </a:lvl5pPr>
            <a:lvl6pPr indent="0" lvl="5" marL="0" marR="0" algn="r">
              <a:spcBef>
                <a:spcPts val="0"/>
              </a:spcBef>
              <a:buNone/>
              <a:defRPr b="0" i="0" sz="700">
                <a:solidFill>
                  <a:schemeClr val="lt1"/>
                </a:solidFill>
                <a:latin typeface="Arial"/>
                <a:ea typeface="Arial"/>
                <a:cs typeface="Arial"/>
                <a:sym typeface="Arial"/>
              </a:defRPr>
            </a:lvl6pPr>
            <a:lvl7pPr indent="0" lvl="6" marL="0" marR="0" algn="r">
              <a:spcBef>
                <a:spcPts val="0"/>
              </a:spcBef>
              <a:buNone/>
              <a:defRPr b="0" i="0" sz="700">
                <a:solidFill>
                  <a:schemeClr val="lt1"/>
                </a:solidFill>
                <a:latin typeface="Arial"/>
                <a:ea typeface="Arial"/>
                <a:cs typeface="Arial"/>
                <a:sym typeface="Arial"/>
              </a:defRPr>
            </a:lvl7pPr>
            <a:lvl8pPr indent="0" lvl="7" marL="0" marR="0" algn="r">
              <a:spcBef>
                <a:spcPts val="0"/>
              </a:spcBef>
              <a:buNone/>
              <a:defRPr b="0" i="0" sz="700">
                <a:solidFill>
                  <a:schemeClr val="lt1"/>
                </a:solidFill>
                <a:latin typeface="Arial"/>
                <a:ea typeface="Arial"/>
                <a:cs typeface="Arial"/>
                <a:sym typeface="Arial"/>
              </a:defRPr>
            </a:lvl8pPr>
            <a:lvl9pPr indent="0" lvl="8" marL="0" marR="0" algn="r">
              <a:spcBef>
                <a:spcPts val="0"/>
              </a:spcBef>
              <a:buNone/>
              <a:defRPr b="0" i="0" sz="7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ll Quote">
  <p:cSld name="Pull Quote">
    <p:bg>
      <p:bgPr>
        <a:solidFill>
          <a:srgbClr val="222E3C"/>
        </a:solidFill>
      </p:bgPr>
    </p:bg>
    <p:spTree>
      <p:nvGrpSpPr>
        <p:cNvPr id="239" name="Shape 239"/>
        <p:cNvGrpSpPr/>
        <p:nvPr/>
      </p:nvGrpSpPr>
      <p:grpSpPr>
        <a:xfrm>
          <a:off x="0" y="0"/>
          <a:ext cx="0" cy="0"/>
          <a:chOff x="0" y="0"/>
          <a:chExt cx="0" cy="0"/>
        </a:xfrm>
      </p:grpSpPr>
      <p:sp>
        <p:nvSpPr>
          <p:cNvPr id="240" name="Google Shape;240;p36"/>
          <p:cNvSpPr txBox="1"/>
          <p:nvPr>
            <p:ph type="title"/>
          </p:nvPr>
        </p:nvSpPr>
        <p:spPr>
          <a:xfrm>
            <a:off x="314325" y="1020965"/>
            <a:ext cx="8515350" cy="2562225"/>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lt1"/>
              </a:buClr>
              <a:buSzPts val="4500"/>
              <a:buFont typeface="Arial"/>
              <a:buNone/>
              <a:defRPr sz="45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1" name="Google Shape;241;p36"/>
          <p:cNvSpPr txBox="1"/>
          <p:nvPr>
            <p:ph idx="1" type="body"/>
          </p:nvPr>
        </p:nvSpPr>
        <p:spPr>
          <a:xfrm>
            <a:off x="314325" y="3768446"/>
            <a:ext cx="6044804" cy="366374"/>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36C2B4"/>
              </a:buClr>
              <a:buSzPts val="1500"/>
              <a:buNone/>
              <a:defRPr b="0" sz="1500">
                <a:solidFill>
                  <a:srgbClr val="36C2B4"/>
                </a:solidFill>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17500" lvl="4" marL="2286000" algn="l">
              <a:lnSpc>
                <a:spcPct val="90000"/>
              </a:lnSpc>
              <a:spcBef>
                <a:spcPts val="400"/>
              </a:spcBef>
              <a:spcAft>
                <a:spcPts val="0"/>
              </a:spcAft>
              <a:buClr>
                <a:schemeClr val="lt1"/>
              </a:buClr>
              <a:buSzPts val="14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2" name="Google Shape;242;p36"/>
          <p:cNvSpPr/>
          <p:nvPr/>
        </p:nvSpPr>
        <p:spPr>
          <a:xfrm>
            <a:off x="0" y="1083311"/>
            <a:ext cx="240475" cy="475326"/>
          </a:xfrm>
          <a:prstGeom prst="rect">
            <a:avLst/>
          </a:prstGeom>
          <a:solidFill>
            <a:srgbClr val="36C2B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43" name="Google Shape;243;p36"/>
          <p:cNvSpPr txBox="1"/>
          <p:nvPr>
            <p:ph idx="11" type="ftr"/>
          </p:nvPr>
        </p:nvSpPr>
        <p:spPr>
          <a:xfrm>
            <a:off x="314324" y="4767263"/>
            <a:ext cx="280159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700">
                <a:solidFill>
                  <a:schemeClr val="lt1"/>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pic>
        <p:nvPicPr>
          <p:cNvPr id="244" name="Google Shape;244;p36"/>
          <p:cNvPicPr preferRelativeResize="0"/>
          <p:nvPr/>
        </p:nvPicPr>
        <p:blipFill rotWithShape="1">
          <a:blip r:embed="rId2">
            <a:alphaModFix/>
          </a:blip>
          <a:srcRect b="0" l="0" r="0" t="0"/>
          <a:stretch/>
        </p:blipFill>
        <p:spPr>
          <a:xfrm>
            <a:off x="7448324" y="4567379"/>
            <a:ext cx="1329492" cy="33680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slideLayout" Target="../slideLayouts/slideLayout3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24" Type="http://schemas.openxmlformats.org/officeDocument/2006/relationships/theme" Target="../theme/theme2.xml"/><Relationship Id="rId12" Type="http://schemas.openxmlformats.org/officeDocument/2006/relationships/slideLayout" Target="../slideLayouts/slideLayout23.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4325" y="273844"/>
            <a:ext cx="851535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000"/>
              <a:buFont typeface="Arial"/>
              <a:buNone/>
              <a:defRPr b="0" i="0" sz="30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14325" y="1369219"/>
            <a:ext cx="851535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3" name="Google Shape;53;p13"/>
          <p:cNvSpPr txBox="1"/>
          <p:nvPr>
            <p:ph idx="11" type="ftr"/>
          </p:nvPr>
        </p:nvSpPr>
        <p:spPr>
          <a:xfrm>
            <a:off x="314325" y="4767263"/>
            <a:ext cx="5153286"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7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2" type="sldNum"/>
          </p:nvPr>
        </p:nvSpPr>
        <p:spPr>
          <a:xfrm>
            <a:off x="6772275"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700" u="none" cap="none" strike="noStrike">
                <a:solidFill>
                  <a:srgbClr val="888888"/>
                </a:solidFill>
                <a:latin typeface="Arial"/>
                <a:ea typeface="Arial"/>
                <a:cs typeface="Arial"/>
                <a:sym typeface="Arial"/>
              </a:defRPr>
            </a:lvl1pPr>
            <a:lvl2pPr indent="0" lvl="1" marL="0" marR="0" rtl="0" algn="r">
              <a:spcBef>
                <a:spcPts val="0"/>
              </a:spcBef>
              <a:buNone/>
              <a:defRPr b="0" i="0" sz="700" u="none" cap="none" strike="noStrike">
                <a:solidFill>
                  <a:srgbClr val="888888"/>
                </a:solidFill>
                <a:latin typeface="Arial"/>
                <a:ea typeface="Arial"/>
                <a:cs typeface="Arial"/>
                <a:sym typeface="Arial"/>
              </a:defRPr>
            </a:lvl2pPr>
            <a:lvl3pPr indent="0" lvl="2" marL="0" marR="0" rtl="0" algn="r">
              <a:spcBef>
                <a:spcPts val="0"/>
              </a:spcBef>
              <a:buNone/>
              <a:defRPr b="0" i="0" sz="700" u="none" cap="none" strike="noStrike">
                <a:solidFill>
                  <a:srgbClr val="888888"/>
                </a:solidFill>
                <a:latin typeface="Arial"/>
                <a:ea typeface="Arial"/>
                <a:cs typeface="Arial"/>
                <a:sym typeface="Arial"/>
              </a:defRPr>
            </a:lvl3pPr>
            <a:lvl4pPr indent="0" lvl="3" marL="0" marR="0" rtl="0" algn="r">
              <a:spcBef>
                <a:spcPts val="0"/>
              </a:spcBef>
              <a:buNone/>
              <a:defRPr b="0" i="0" sz="700" u="none" cap="none" strike="noStrike">
                <a:solidFill>
                  <a:srgbClr val="888888"/>
                </a:solidFill>
                <a:latin typeface="Arial"/>
                <a:ea typeface="Arial"/>
                <a:cs typeface="Arial"/>
                <a:sym typeface="Arial"/>
              </a:defRPr>
            </a:lvl4pPr>
            <a:lvl5pPr indent="0" lvl="4" marL="0" marR="0" rtl="0" algn="r">
              <a:spcBef>
                <a:spcPts val="0"/>
              </a:spcBef>
              <a:buNone/>
              <a:defRPr b="0" i="0" sz="700" u="none" cap="none" strike="noStrike">
                <a:solidFill>
                  <a:srgbClr val="888888"/>
                </a:solidFill>
                <a:latin typeface="Arial"/>
                <a:ea typeface="Arial"/>
                <a:cs typeface="Arial"/>
                <a:sym typeface="Arial"/>
              </a:defRPr>
            </a:lvl5pPr>
            <a:lvl6pPr indent="0" lvl="5" marL="0" marR="0" rtl="0" algn="r">
              <a:spcBef>
                <a:spcPts val="0"/>
              </a:spcBef>
              <a:buNone/>
              <a:defRPr b="0" i="0" sz="700" u="none" cap="none" strike="noStrike">
                <a:solidFill>
                  <a:srgbClr val="888888"/>
                </a:solidFill>
                <a:latin typeface="Arial"/>
                <a:ea typeface="Arial"/>
                <a:cs typeface="Arial"/>
                <a:sym typeface="Arial"/>
              </a:defRPr>
            </a:lvl6pPr>
            <a:lvl7pPr indent="0" lvl="6" marL="0" marR="0" rtl="0" algn="r">
              <a:spcBef>
                <a:spcPts val="0"/>
              </a:spcBef>
              <a:buNone/>
              <a:defRPr b="0" i="0" sz="700" u="none" cap="none" strike="noStrike">
                <a:solidFill>
                  <a:srgbClr val="888888"/>
                </a:solidFill>
                <a:latin typeface="Arial"/>
                <a:ea typeface="Arial"/>
                <a:cs typeface="Arial"/>
                <a:sym typeface="Arial"/>
              </a:defRPr>
            </a:lvl7pPr>
            <a:lvl8pPr indent="0" lvl="7" marL="0" marR="0" rtl="0" algn="r">
              <a:spcBef>
                <a:spcPts val="0"/>
              </a:spcBef>
              <a:buNone/>
              <a:defRPr b="0" i="0" sz="700" u="none" cap="none" strike="noStrike">
                <a:solidFill>
                  <a:srgbClr val="888888"/>
                </a:solidFill>
                <a:latin typeface="Arial"/>
                <a:ea typeface="Arial"/>
                <a:cs typeface="Arial"/>
                <a:sym typeface="Arial"/>
              </a:defRPr>
            </a:lvl8pPr>
            <a:lvl9pPr indent="0" lvl="8" marL="0" marR="0" rtl="0" algn="r">
              <a:spcBef>
                <a:spcPts val="0"/>
              </a:spcBef>
              <a:buNone/>
              <a:defRPr b="0" i="0" sz="7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guide id="3" pos="198">
          <p15:clr>
            <a:srgbClr val="F26B43"/>
          </p15:clr>
        </p15:guide>
        <p15:guide id="4" pos="556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5.png"/><Relationship Id="rId7" Type="http://schemas.openxmlformats.org/officeDocument/2006/relationships/image" Target="../media/image20.png"/><Relationship Id="rId8"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4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4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9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 Id="rId3" Type="http://schemas.openxmlformats.org/officeDocument/2006/relationships/image" Target="../media/image2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23.jpg"/><Relationship Id="rId5" Type="http://schemas.openxmlformats.org/officeDocument/2006/relationships/image" Target="../media/image28.jpg"/><Relationship Id="rId6" Type="http://schemas.openxmlformats.org/officeDocument/2006/relationships/image" Target="../media/image27.jpg"/><Relationship Id="rId7"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5.png"/><Relationship Id="rId6" Type="http://schemas.openxmlformats.org/officeDocument/2006/relationships/image" Target="../media/image34.png"/><Relationship Id="rId7" Type="http://schemas.openxmlformats.org/officeDocument/2006/relationships/image" Target="../media/image32.png"/><Relationship Id="rId8"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35.png"/><Relationship Id="rId4" Type="http://schemas.openxmlformats.org/officeDocument/2006/relationships/image" Target="../media/image38.png"/><Relationship Id="rId5" Type="http://schemas.openxmlformats.org/officeDocument/2006/relationships/image" Target="../media/image37.png"/><Relationship Id="rId6" Type="http://schemas.openxmlformats.org/officeDocument/2006/relationships/image" Target="../media/image44.png"/><Relationship Id="rId7" Type="http://schemas.openxmlformats.org/officeDocument/2006/relationships/image" Target="../media/image31.png"/></Relationships>
</file>

<file path=ppt/slides/_rels/slide19.xml.rels><?xml version="1.0" encoding="UTF-8" standalone="yes"?><Relationships xmlns="http://schemas.openxmlformats.org/package/2006/relationships"><Relationship Id="rId10" Type="http://schemas.openxmlformats.org/officeDocument/2006/relationships/image" Target="../media/image31.png"/><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35.png"/><Relationship Id="rId4" Type="http://schemas.openxmlformats.org/officeDocument/2006/relationships/image" Target="../media/image38.png"/><Relationship Id="rId9" Type="http://schemas.openxmlformats.org/officeDocument/2006/relationships/image" Target="../media/image52.png"/><Relationship Id="rId5" Type="http://schemas.openxmlformats.org/officeDocument/2006/relationships/image" Target="../media/image47.png"/><Relationship Id="rId6" Type="http://schemas.openxmlformats.org/officeDocument/2006/relationships/image" Target="../media/image49.png"/><Relationship Id="rId7" Type="http://schemas.openxmlformats.org/officeDocument/2006/relationships/image" Target="../media/image57.png"/><Relationship Id="rId8" Type="http://schemas.openxmlformats.org/officeDocument/2006/relationships/image" Target="../media/image5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 Id="rId3" Type="http://schemas.openxmlformats.org/officeDocument/2006/relationships/image" Target="../media/image50.png"/><Relationship Id="rId4" Type="http://schemas.openxmlformats.org/officeDocument/2006/relationships/image" Target="../media/image42.png"/><Relationship Id="rId5" Type="http://schemas.openxmlformats.org/officeDocument/2006/relationships/image" Target="../media/image7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7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7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 Id="rId3" Type="http://schemas.openxmlformats.org/officeDocument/2006/relationships/image" Target="../media/image54.png"/><Relationship Id="rId4" Type="http://schemas.openxmlformats.org/officeDocument/2006/relationships/image" Target="../media/image7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51.png"/><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42.png"/><Relationship Id="rId4" Type="http://schemas.openxmlformats.org/officeDocument/2006/relationships/image" Target="../media/image7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6.xml"/><Relationship Id="rId3" Type="http://schemas.openxmlformats.org/officeDocument/2006/relationships/image" Target="../media/image42.png"/><Relationship Id="rId4" Type="http://schemas.openxmlformats.org/officeDocument/2006/relationships/image" Target="../media/image5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 Id="rId3" Type="http://schemas.openxmlformats.org/officeDocument/2006/relationships/image" Target="../media/image7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42.png"/><Relationship Id="rId4" Type="http://schemas.openxmlformats.org/officeDocument/2006/relationships/image" Target="../media/image59.png"/><Relationship Id="rId5" Type="http://schemas.openxmlformats.org/officeDocument/2006/relationships/image" Target="../media/image58.png"/><Relationship Id="rId6" Type="http://schemas.openxmlformats.org/officeDocument/2006/relationships/image" Target="../media/image50.png"/><Relationship Id="rId7" Type="http://schemas.openxmlformats.org/officeDocument/2006/relationships/image" Target="../media/image6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42.png"/><Relationship Id="rId4" Type="http://schemas.openxmlformats.org/officeDocument/2006/relationships/image" Target="../media/image61.png"/><Relationship Id="rId5" Type="http://schemas.openxmlformats.org/officeDocument/2006/relationships/image" Target="../media/image67.png"/><Relationship Id="rId6" Type="http://schemas.openxmlformats.org/officeDocument/2006/relationships/image" Target="../media/image64.png"/><Relationship Id="rId7" Type="http://schemas.openxmlformats.org/officeDocument/2006/relationships/image" Target="../media/image6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 Id="rId3" Type="http://schemas.openxmlformats.org/officeDocument/2006/relationships/image" Target="../media/image2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 Id="rId3" Type="http://schemas.openxmlformats.org/officeDocument/2006/relationships/image" Target="../media/image6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 Id="rId3" Type="http://schemas.openxmlformats.org/officeDocument/2006/relationships/image" Target="../media/image7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 Id="rId3" Type="http://schemas.openxmlformats.org/officeDocument/2006/relationships/image" Target="../media/image69.png"/><Relationship Id="rId4" Type="http://schemas.openxmlformats.org/officeDocument/2006/relationships/image" Target="../media/image66.png"/><Relationship Id="rId5" Type="http://schemas.openxmlformats.org/officeDocument/2006/relationships/image" Target="../media/image60.png"/><Relationship Id="rId6" Type="http://schemas.openxmlformats.org/officeDocument/2006/relationships/image" Target="../media/image79.png"/><Relationship Id="rId7" Type="http://schemas.openxmlformats.org/officeDocument/2006/relationships/image" Target="../media/image83.png"/><Relationship Id="rId8" Type="http://schemas.openxmlformats.org/officeDocument/2006/relationships/image" Target="../media/image7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69.png"/><Relationship Id="rId4" Type="http://schemas.openxmlformats.org/officeDocument/2006/relationships/image" Target="../media/image75.png"/><Relationship Id="rId5" Type="http://schemas.openxmlformats.org/officeDocument/2006/relationships/image" Target="../media/image78.png"/><Relationship Id="rId6" Type="http://schemas.openxmlformats.org/officeDocument/2006/relationships/image" Target="../media/image80.png"/><Relationship Id="rId7" Type="http://schemas.openxmlformats.org/officeDocument/2006/relationships/image" Target="../media/image76.png"/><Relationship Id="rId8" Type="http://schemas.openxmlformats.org/officeDocument/2006/relationships/image" Target="../media/image8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 Id="rId3" Type="http://schemas.openxmlformats.org/officeDocument/2006/relationships/image" Target="../media/image81.png"/><Relationship Id="rId4" Type="http://schemas.openxmlformats.org/officeDocument/2006/relationships/image" Target="../media/image66.png"/><Relationship Id="rId5" Type="http://schemas.openxmlformats.org/officeDocument/2006/relationships/image" Target="../media/image78.png"/><Relationship Id="rId6" Type="http://schemas.openxmlformats.org/officeDocument/2006/relationships/image" Target="../media/image80.png"/><Relationship Id="rId7" Type="http://schemas.openxmlformats.org/officeDocument/2006/relationships/image" Target="../media/image76.png"/><Relationship Id="rId8" Type="http://schemas.openxmlformats.org/officeDocument/2006/relationships/image" Target="../media/image8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9.xml"/><Relationship Id="rId3" Type="http://schemas.openxmlformats.org/officeDocument/2006/relationships/image" Target="../media/image88.jpg"/><Relationship Id="rId4" Type="http://schemas.openxmlformats.org/officeDocument/2006/relationships/image" Target="../media/image8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 Id="rId3" Type="http://schemas.openxmlformats.org/officeDocument/2006/relationships/image" Target="../media/image88.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 Id="rId3" Type="http://schemas.openxmlformats.org/officeDocument/2006/relationships/image" Target="../media/image9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9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 Id="rId3" Type="http://schemas.openxmlformats.org/officeDocument/2006/relationships/image" Target="../media/image80.png"/><Relationship Id="rId4" Type="http://schemas.openxmlformats.org/officeDocument/2006/relationships/image" Target="../media/image81.png"/><Relationship Id="rId5" Type="http://schemas.openxmlformats.org/officeDocument/2006/relationships/image" Target="../media/image75.png"/><Relationship Id="rId6" Type="http://schemas.openxmlformats.org/officeDocument/2006/relationships/image" Target="../media/image60.png"/><Relationship Id="rId7" Type="http://schemas.openxmlformats.org/officeDocument/2006/relationships/image" Target="../media/image76.png"/><Relationship Id="rId8" Type="http://schemas.openxmlformats.org/officeDocument/2006/relationships/image" Target="../media/image8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4.xml"/><Relationship Id="rId3" Type="http://schemas.openxmlformats.org/officeDocument/2006/relationships/image" Target="../media/image81.png"/><Relationship Id="rId4" Type="http://schemas.openxmlformats.org/officeDocument/2006/relationships/image" Target="../media/image75.png"/><Relationship Id="rId5" Type="http://schemas.openxmlformats.org/officeDocument/2006/relationships/image" Target="../media/image78.png"/><Relationship Id="rId6" Type="http://schemas.openxmlformats.org/officeDocument/2006/relationships/image" Target="../media/image79.png"/><Relationship Id="rId7" Type="http://schemas.openxmlformats.org/officeDocument/2006/relationships/image" Target="../media/image76.png"/><Relationship Id="rId8" Type="http://schemas.openxmlformats.org/officeDocument/2006/relationships/image" Target="../media/image8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5.xml"/><Relationship Id="rId3" Type="http://schemas.openxmlformats.org/officeDocument/2006/relationships/image" Target="../media/image80.png"/><Relationship Id="rId4" Type="http://schemas.openxmlformats.org/officeDocument/2006/relationships/image" Target="../media/image81.png"/><Relationship Id="rId5" Type="http://schemas.openxmlformats.org/officeDocument/2006/relationships/image" Target="../media/image75.png"/><Relationship Id="rId6" Type="http://schemas.openxmlformats.org/officeDocument/2006/relationships/image" Target="../media/image78.png"/><Relationship Id="rId7" Type="http://schemas.openxmlformats.org/officeDocument/2006/relationships/image" Target="../media/image83.png"/><Relationship Id="rId8" Type="http://schemas.openxmlformats.org/officeDocument/2006/relationships/image" Target="../media/image8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6.xml"/><Relationship Id="rId3" Type="http://schemas.openxmlformats.org/officeDocument/2006/relationships/image" Target="../media/image78.png"/><Relationship Id="rId4" Type="http://schemas.openxmlformats.org/officeDocument/2006/relationships/image" Target="../media/image81.png"/><Relationship Id="rId5" Type="http://schemas.openxmlformats.org/officeDocument/2006/relationships/image" Target="../media/image75.png"/><Relationship Id="rId6" Type="http://schemas.openxmlformats.org/officeDocument/2006/relationships/image" Target="../media/image80.png"/><Relationship Id="rId7" Type="http://schemas.openxmlformats.org/officeDocument/2006/relationships/image" Target="../media/image83.png"/><Relationship Id="rId8" Type="http://schemas.openxmlformats.org/officeDocument/2006/relationships/image" Target="../media/image8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7.xml"/><Relationship Id="rId3" Type="http://schemas.openxmlformats.org/officeDocument/2006/relationships/image" Target="../media/image80.png"/><Relationship Id="rId4" Type="http://schemas.openxmlformats.org/officeDocument/2006/relationships/image" Target="../media/image81.png"/><Relationship Id="rId5" Type="http://schemas.openxmlformats.org/officeDocument/2006/relationships/image" Target="../media/image75.png"/><Relationship Id="rId6" Type="http://schemas.openxmlformats.org/officeDocument/2006/relationships/image" Target="../media/image78.png"/><Relationship Id="rId7" Type="http://schemas.openxmlformats.org/officeDocument/2006/relationships/image" Target="../media/image76.png"/><Relationship Id="rId8" Type="http://schemas.openxmlformats.org/officeDocument/2006/relationships/image" Target="../media/image7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8.xml"/><Relationship Id="rId3" Type="http://schemas.openxmlformats.org/officeDocument/2006/relationships/image" Target="../media/image7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9.xml"/><Relationship Id="rId3" Type="http://schemas.openxmlformats.org/officeDocument/2006/relationships/image" Target="../media/image21.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0.xml"/><Relationship Id="rId3" Type="http://schemas.openxmlformats.org/officeDocument/2006/relationships/image" Target="../media/image94.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3.xml"/><Relationship Id="rId3" Type="http://schemas.openxmlformats.org/officeDocument/2006/relationships/image" Target="../media/image9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hyperlink" Target="https://docs.aws.amazon.com/rekognition/latest/dg/what-is.html" TargetMode="External"/><Relationship Id="rId4" Type="http://schemas.openxmlformats.org/officeDocument/2006/relationships/hyperlink" Target="https://aws.amazon.com/blogs/aws/launch-welcoming-amazon-rekognition-video-service/" TargetMode="External"/><Relationship Id="rId5" Type="http://schemas.openxmlformats.org/officeDocument/2006/relationships/hyperlink" Target="https://aws.amazon.com/blogs/aws/launch-welcoming-amazon-rekognition-video-service/" TargetMode="External"/><Relationship Id="rId6" Type="http://schemas.openxmlformats.org/officeDocument/2006/relationships/hyperlink" Target="https://aws.amazon.com/blogs/machine-learning/classify-a-large-number-of-images-with-amazon-rekognition-and-aws-batch/"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7"/>
          <p:cNvSpPr txBox="1"/>
          <p:nvPr>
            <p:ph idx="1" type="body"/>
          </p:nvPr>
        </p:nvSpPr>
        <p:spPr>
          <a:xfrm>
            <a:off x="314325" y="1915767"/>
            <a:ext cx="6044804" cy="366374"/>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lt1"/>
              </a:buClr>
              <a:buSzPts val="1500"/>
              <a:buNone/>
            </a:pPr>
            <a:r>
              <a:rPr lang="es-419"/>
              <a:t>AWS Academy Machine Learning Foundations</a:t>
            </a:r>
            <a:endParaRPr/>
          </a:p>
        </p:txBody>
      </p:sp>
      <p:sp>
        <p:nvSpPr>
          <p:cNvPr id="250" name="Google Shape;250;p37"/>
          <p:cNvSpPr txBox="1"/>
          <p:nvPr>
            <p:ph type="title"/>
          </p:nvPr>
        </p:nvSpPr>
        <p:spPr>
          <a:xfrm>
            <a:off x="314325" y="2531115"/>
            <a:ext cx="8515350"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600"/>
              <a:buFont typeface="Arial"/>
              <a:buNone/>
            </a:pPr>
            <a:r>
              <a:rPr lang="es-419" sz="3600"/>
              <a:t>Módulo 5: Introducción a </a:t>
            </a:r>
            <a:br>
              <a:rPr lang="es-419" sz="3600"/>
            </a:br>
            <a:r>
              <a:rPr lang="es-419" sz="3600"/>
              <a:t>la visión artificial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8"/>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latin typeface="Arial"/>
                <a:ea typeface="Arial"/>
                <a:cs typeface="Arial"/>
                <a:sym typeface="Arial"/>
              </a:rPr>
              <a:t>Información general sobre el módulo</a:t>
            </a:r>
            <a:endParaRPr/>
          </a:p>
        </p:txBody>
      </p:sp>
      <p:sp>
        <p:nvSpPr>
          <p:cNvPr id="256" name="Google Shape;256;p38"/>
          <p:cNvSpPr txBox="1"/>
          <p:nvPr>
            <p:ph idx="1" type="body"/>
          </p:nvPr>
        </p:nvSpPr>
        <p:spPr>
          <a:xfrm>
            <a:off x="314325" y="1146131"/>
            <a:ext cx="4128516" cy="3486591"/>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2100"/>
              <a:buNone/>
            </a:pPr>
            <a:r>
              <a:rPr lang="es-419">
                <a:latin typeface="Arial"/>
                <a:ea typeface="Arial"/>
                <a:cs typeface="Arial"/>
                <a:sym typeface="Arial"/>
              </a:rPr>
              <a:t>Secciones</a:t>
            </a:r>
            <a:endParaRPr/>
          </a:p>
          <a:p>
            <a:pPr indent="-342900" lvl="0" marL="342900" rtl="0" algn="l">
              <a:lnSpc>
                <a:spcPct val="90000"/>
              </a:lnSpc>
              <a:spcBef>
                <a:spcPts val="1400"/>
              </a:spcBef>
              <a:spcAft>
                <a:spcPts val="0"/>
              </a:spcAft>
              <a:buClr>
                <a:schemeClr val="dk1"/>
              </a:buClr>
              <a:buSzPts val="1800"/>
              <a:buFont typeface="Arial"/>
              <a:buAutoNum type="arabicPeriod"/>
            </a:pPr>
            <a:r>
              <a:rPr lang="es-419" sz="1800"/>
              <a:t>Introducción a la visión artificial</a:t>
            </a:r>
            <a:endParaRPr/>
          </a:p>
          <a:p>
            <a:pPr indent="-342900" lvl="0" marL="342900" rtl="0" algn="l">
              <a:lnSpc>
                <a:spcPct val="90000"/>
              </a:lnSpc>
              <a:spcBef>
                <a:spcPts val="1400"/>
              </a:spcBef>
              <a:spcAft>
                <a:spcPts val="0"/>
              </a:spcAft>
              <a:buClr>
                <a:schemeClr val="dk1"/>
              </a:buClr>
              <a:buSzPts val="1800"/>
              <a:buFont typeface="Arial"/>
              <a:buAutoNum type="arabicPeriod"/>
            </a:pPr>
            <a:r>
              <a:rPr lang="es-419" sz="1800"/>
              <a:t>Análisis de imágenes y videos</a:t>
            </a:r>
            <a:endParaRPr/>
          </a:p>
          <a:p>
            <a:pPr indent="-342900" lvl="0" marL="342900" rtl="0" algn="l">
              <a:lnSpc>
                <a:spcPct val="90000"/>
              </a:lnSpc>
              <a:spcBef>
                <a:spcPts val="1400"/>
              </a:spcBef>
              <a:spcAft>
                <a:spcPts val="0"/>
              </a:spcAft>
              <a:buClr>
                <a:schemeClr val="dk1"/>
              </a:buClr>
              <a:buSzPts val="1800"/>
              <a:buFont typeface="Arial"/>
              <a:buAutoNum type="arabicPeriod"/>
            </a:pPr>
            <a:r>
              <a:rPr lang="es-419" sz="1800"/>
              <a:t>Preparación de conjuntos de </a:t>
            </a:r>
            <a:br>
              <a:rPr lang="es-419" sz="1800"/>
            </a:br>
            <a:r>
              <a:rPr lang="es-419" sz="1800"/>
              <a:t>datos personalizados para la </a:t>
            </a:r>
            <a:br>
              <a:rPr lang="es-419" sz="1800"/>
            </a:br>
            <a:r>
              <a:rPr lang="es-419" sz="1800"/>
              <a:t>visión artificial</a:t>
            </a:r>
            <a:endParaRPr/>
          </a:p>
          <a:p>
            <a:pPr indent="-342900" lvl="0" marL="342900" rtl="0" algn="l">
              <a:lnSpc>
                <a:spcPct val="90000"/>
              </a:lnSpc>
              <a:spcBef>
                <a:spcPts val="1400"/>
              </a:spcBef>
              <a:spcAft>
                <a:spcPts val="0"/>
              </a:spcAft>
              <a:buClr>
                <a:schemeClr val="dk1"/>
              </a:buClr>
              <a:buSzPts val="1800"/>
              <a:buFont typeface="Arial"/>
              <a:buAutoNum type="arabicPeriod"/>
            </a:pPr>
            <a:r>
              <a:rPr lang="es-419" sz="1800"/>
              <a:t>Conclusión del módulo</a:t>
            </a:r>
            <a:endParaRPr/>
          </a:p>
          <a:p>
            <a:pPr indent="-228600" lvl="0" marL="342900" rtl="0" algn="l">
              <a:lnSpc>
                <a:spcPct val="90000"/>
              </a:lnSpc>
              <a:spcBef>
                <a:spcPts val="1400"/>
              </a:spcBef>
              <a:spcAft>
                <a:spcPts val="0"/>
              </a:spcAft>
              <a:buClr>
                <a:schemeClr val="dk1"/>
              </a:buClr>
              <a:buSzPts val="1800"/>
              <a:buFont typeface="Arial"/>
              <a:buNone/>
            </a:pPr>
            <a:r>
              <a:t/>
            </a:r>
            <a:endParaRPr sz="1800"/>
          </a:p>
          <a:p>
            <a:pPr indent="-63500" lvl="0" marL="177800" rtl="0" algn="l">
              <a:lnSpc>
                <a:spcPct val="90000"/>
              </a:lnSpc>
              <a:spcBef>
                <a:spcPts val="1400"/>
              </a:spcBef>
              <a:spcAft>
                <a:spcPts val="0"/>
              </a:spcAft>
              <a:buClr>
                <a:schemeClr val="dk1"/>
              </a:buClr>
              <a:buSzPts val="1800"/>
              <a:buNone/>
            </a:pPr>
            <a:r>
              <a:t/>
            </a:r>
            <a:endParaRPr sz="1800">
              <a:latin typeface="Arial"/>
              <a:ea typeface="Arial"/>
              <a:cs typeface="Arial"/>
              <a:sym typeface="Arial"/>
            </a:endParaRPr>
          </a:p>
          <a:p>
            <a:pPr indent="-38100" lvl="0" marL="177800" rtl="0" algn="l">
              <a:lnSpc>
                <a:spcPct val="90000"/>
              </a:lnSpc>
              <a:spcBef>
                <a:spcPts val="800"/>
              </a:spcBef>
              <a:spcAft>
                <a:spcPts val="0"/>
              </a:spcAft>
              <a:buClr>
                <a:schemeClr val="dk1"/>
              </a:buClr>
              <a:buSzPts val="2100"/>
              <a:buNone/>
            </a:pPr>
            <a:r>
              <a:t/>
            </a:r>
            <a:endParaRPr>
              <a:latin typeface="Arial"/>
              <a:ea typeface="Arial"/>
              <a:cs typeface="Arial"/>
              <a:sym typeface="Arial"/>
            </a:endParaRPr>
          </a:p>
        </p:txBody>
      </p:sp>
      <p:sp>
        <p:nvSpPr>
          <p:cNvPr id="257" name="Google Shape;257;p38"/>
          <p:cNvSpPr txBox="1"/>
          <p:nvPr>
            <p:ph idx="2" type="body"/>
          </p:nvPr>
        </p:nvSpPr>
        <p:spPr>
          <a:xfrm>
            <a:off x="4684734" y="1143171"/>
            <a:ext cx="4128516" cy="3486591"/>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2100"/>
              <a:buNone/>
            </a:pPr>
            <a:r>
              <a:rPr lang="es-419">
                <a:latin typeface="Arial"/>
                <a:ea typeface="Arial"/>
                <a:cs typeface="Arial"/>
                <a:sym typeface="Arial"/>
              </a:rPr>
              <a:t>Demostraciones</a:t>
            </a:r>
            <a:endParaRPr/>
          </a:p>
          <a:p>
            <a:pPr indent="-342900" lvl="0" marL="342900" rtl="0" algn="l">
              <a:lnSpc>
                <a:spcPct val="90000"/>
              </a:lnSpc>
              <a:spcBef>
                <a:spcPts val="1400"/>
              </a:spcBef>
              <a:spcAft>
                <a:spcPts val="0"/>
              </a:spcAft>
              <a:buClr>
                <a:schemeClr val="dk1"/>
              </a:buClr>
              <a:buSzPts val="1800"/>
              <a:buFont typeface="Arial"/>
              <a:buAutoNum type="arabicPeriod"/>
            </a:pPr>
            <a:r>
              <a:rPr lang="es-419" sz="1800"/>
              <a:t>Presentación de </a:t>
            </a:r>
            <a:br>
              <a:rPr lang="es-419" sz="1800"/>
            </a:br>
            <a:r>
              <a:rPr lang="es-419" sz="1800"/>
              <a:t>Amazon Rekognition</a:t>
            </a:r>
            <a:endParaRPr sz="1800"/>
          </a:p>
          <a:p>
            <a:pPr indent="-342900" lvl="0" marL="342900" rtl="0" algn="l">
              <a:lnSpc>
                <a:spcPct val="90000"/>
              </a:lnSpc>
              <a:spcBef>
                <a:spcPts val="1400"/>
              </a:spcBef>
              <a:spcAft>
                <a:spcPts val="0"/>
              </a:spcAft>
              <a:buClr>
                <a:schemeClr val="dk1"/>
              </a:buClr>
              <a:buSzPts val="1800"/>
              <a:buFont typeface="Arial"/>
              <a:buAutoNum type="arabicPeriod"/>
            </a:pPr>
            <a:r>
              <a:rPr lang="es-419" sz="1800"/>
              <a:t>Etiquetado de imágenes con Amazon SageMaker Ground Truth</a:t>
            </a:r>
            <a:endParaRPr sz="1800"/>
          </a:p>
          <a:p>
            <a:pPr indent="0" lvl="0" marL="0" rtl="0" algn="l">
              <a:lnSpc>
                <a:spcPct val="90000"/>
              </a:lnSpc>
              <a:spcBef>
                <a:spcPts val="1400"/>
              </a:spcBef>
              <a:spcAft>
                <a:spcPts val="0"/>
              </a:spcAft>
              <a:buClr>
                <a:schemeClr val="dk1"/>
              </a:buClr>
              <a:buSzPts val="1800"/>
              <a:buNone/>
            </a:pPr>
            <a:r>
              <a:rPr lang="es-419" sz="1800">
                <a:latin typeface="Arial"/>
                <a:ea typeface="Arial"/>
                <a:cs typeface="Arial"/>
                <a:sym typeface="Arial"/>
              </a:rPr>
              <a:t>Laboratorio</a:t>
            </a:r>
            <a:endParaRPr/>
          </a:p>
          <a:p>
            <a:pPr indent="0" lvl="0" marL="0" rtl="0" algn="l">
              <a:lnSpc>
                <a:spcPct val="90000"/>
              </a:lnSpc>
              <a:spcBef>
                <a:spcPts val="1400"/>
              </a:spcBef>
              <a:spcAft>
                <a:spcPts val="0"/>
              </a:spcAft>
              <a:buClr>
                <a:schemeClr val="dk1"/>
              </a:buClr>
              <a:buSzPts val="1800"/>
              <a:buNone/>
            </a:pPr>
            <a:r>
              <a:rPr lang="es-419" sz="1800"/>
              <a:t>Laboratorio guiado: </a:t>
            </a:r>
            <a:br>
              <a:rPr lang="es-419" sz="1800"/>
            </a:br>
            <a:r>
              <a:rPr lang="es-419" sz="1800"/>
              <a:t>Reconocimiento facial</a:t>
            </a:r>
            <a:endParaRPr/>
          </a:p>
          <a:p>
            <a:pPr indent="0" lvl="0" marL="0" rtl="0" algn="l">
              <a:lnSpc>
                <a:spcPct val="90000"/>
              </a:lnSpc>
              <a:spcBef>
                <a:spcPts val="1400"/>
              </a:spcBef>
              <a:spcAft>
                <a:spcPts val="0"/>
              </a:spcAft>
              <a:buClr>
                <a:schemeClr val="dk1"/>
              </a:buClr>
              <a:buSzPts val="1800"/>
              <a:buNone/>
            </a:pPr>
            <a:r>
              <a:t/>
            </a:r>
            <a:endParaRPr sz="1800">
              <a:latin typeface="Arial"/>
              <a:ea typeface="Arial"/>
              <a:cs typeface="Arial"/>
              <a:sym typeface="Arial"/>
            </a:endParaRPr>
          </a:p>
          <a:p>
            <a:pPr indent="0" lvl="0" marL="0" rtl="0" algn="l">
              <a:lnSpc>
                <a:spcPct val="90000"/>
              </a:lnSpc>
              <a:spcBef>
                <a:spcPts val="1400"/>
              </a:spcBef>
              <a:spcAft>
                <a:spcPts val="0"/>
              </a:spcAft>
              <a:buClr>
                <a:schemeClr val="dk1"/>
              </a:buClr>
              <a:buSzPts val="1800"/>
              <a:buNone/>
            </a:pPr>
            <a:r>
              <a:t/>
            </a:r>
            <a:endParaRPr sz="1800">
              <a:latin typeface="Arial"/>
              <a:ea typeface="Arial"/>
              <a:cs typeface="Arial"/>
              <a:sym typeface="Arial"/>
            </a:endParaRPr>
          </a:p>
        </p:txBody>
      </p:sp>
      <p:grpSp>
        <p:nvGrpSpPr>
          <p:cNvPr descr="knowledge check" id="258" name="Google Shape;258;p38"/>
          <p:cNvGrpSpPr/>
          <p:nvPr/>
        </p:nvGrpSpPr>
        <p:grpSpPr>
          <a:xfrm>
            <a:off x="4770041" y="4430141"/>
            <a:ext cx="2124715" cy="399242"/>
            <a:chOff x="4188879" y="4810544"/>
            <a:chExt cx="2832953" cy="532323"/>
          </a:xfrm>
        </p:grpSpPr>
        <p:sp>
          <p:nvSpPr>
            <p:cNvPr id="259" name="Google Shape;259;p38"/>
            <p:cNvSpPr txBox="1"/>
            <p:nvPr/>
          </p:nvSpPr>
          <p:spPr>
            <a:xfrm>
              <a:off x="4721202" y="4892040"/>
              <a:ext cx="2300630"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s-419" sz="1500" u="none" cap="none" strike="noStrike">
                  <a:solidFill>
                    <a:schemeClr val="dk1"/>
                  </a:solidFill>
                  <a:latin typeface="Arial"/>
                  <a:ea typeface="Arial"/>
                  <a:cs typeface="Arial"/>
                  <a:sym typeface="Arial"/>
                </a:rPr>
                <a:t>Evaluación de conocimientos</a:t>
              </a:r>
              <a:endParaRPr sz="1100"/>
            </a:p>
          </p:txBody>
        </p:sp>
        <p:pic>
          <p:nvPicPr>
            <p:cNvPr id="260" name="Google Shape;260;p38"/>
            <p:cNvPicPr preferRelativeResize="0"/>
            <p:nvPr/>
          </p:nvPicPr>
          <p:blipFill rotWithShape="1">
            <a:blip r:embed="rId3">
              <a:alphaModFix/>
            </a:blip>
            <a:srcRect b="0" l="0" r="0" t="0"/>
            <a:stretch/>
          </p:blipFill>
          <p:spPr>
            <a:xfrm>
              <a:off x="4188879" y="4810544"/>
              <a:ext cx="532323" cy="532323"/>
            </a:xfrm>
            <a:prstGeom prst="rect">
              <a:avLst/>
            </a:prstGeom>
            <a:noFill/>
            <a:ln>
              <a:noFill/>
            </a:ln>
          </p:spPr>
        </p:pic>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9"/>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Objetivos del módulo</a:t>
            </a:r>
            <a:endParaRPr/>
          </a:p>
        </p:txBody>
      </p:sp>
      <p:sp>
        <p:nvSpPr>
          <p:cNvPr id="266" name="Google Shape;266;p39"/>
          <p:cNvSpPr txBox="1"/>
          <p:nvPr>
            <p:ph idx="1" type="body"/>
          </p:nvPr>
        </p:nvSpPr>
        <p:spPr>
          <a:xfrm>
            <a:off x="314325" y="1146131"/>
            <a:ext cx="8001000" cy="3486591"/>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2100"/>
              <a:buNone/>
            </a:pPr>
            <a:r>
              <a:rPr lang="es-419"/>
              <a:t>Tras completar este módulo, será capaz de:</a:t>
            </a:r>
            <a:endParaRPr/>
          </a:p>
          <a:p>
            <a:pPr indent="-177800" lvl="1" marL="520700" rtl="0" algn="l">
              <a:lnSpc>
                <a:spcPct val="90000"/>
              </a:lnSpc>
              <a:spcBef>
                <a:spcPts val="400"/>
              </a:spcBef>
              <a:spcAft>
                <a:spcPts val="0"/>
              </a:spcAft>
              <a:buClr>
                <a:schemeClr val="dk1"/>
              </a:buClr>
              <a:buSzPts val="1800"/>
              <a:buChar char="•"/>
            </a:pPr>
            <a:r>
              <a:rPr lang="es-419"/>
              <a:t>Describir los casos de uso para la visión artificial</a:t>
            </a:r>
            <a:endParaRPr/>
          </a:p>
          <a:p>
            <a:pPr indent="-177800" lvl="1" marL="520700" rtl="0" algn="l">
              <a:lnSpc>
                <a:spcPct val="90000"/>
              </a:lnSpc>
              <a:spcBef>
                <a:spcPts val="400"/>
              </a:spcBef>
              <a:spcAft>
                <a:spcPts val="0"/>
              </a:spcAft>
              <a:buClr>
                <a:schemeClr val="dk1"/>
              </a:buClr>
              <a:buSzPts val="1800"/>
              <a:buChar char="•"/>
            </a:pPr>
            <a:r>
              <a:rPr lang="es-419"/>
              <a:t>Describir los servicios de aprendizaje automático administrado de Amazon para el análisis de imágenes y videos</a:t>
            </a:r>
            <a:endParaRPr/>
          </a:p>
          <a:p>
            <a:pPr indent="-177800" lvl="1" marL="520700" rtl="0" algn="l">
              <a:lnSpc>
                <a:spcPct val="90000"/>
              </a:lnSpc>
              <a:spcBef>
                <a:spcPts val="400"/>
              </a:spcBef>
              <a:spcAft>
                <a:spcPts val="0"/>
              </a:spcAft>
              <a:buClr>
                <a:schemeClr val="dk1"/>
              </a:buClr>
              <a:buSzPts val="1800"/>
              <a:buChar char="•"/>
            </a:pPr>
            <a:r>
              <a:rPr lang="es-419"/>
              <a:t>Enumerar los pasos necesarios para preparar un conjunto de datos personalizado para la detección de objetos </a:t>
            </a:r>
            <a:endParaRPr/>
          </a:p>
          <a:p>
            <a:pPr indent="-177800" lvl="1" marL="520700" rtl="0" algn="l">
              <a:lnSpc>
                <a:spcPct val="90000"/>
              </a:lnSpc>
              <a:spcBef>
                <a:spcPts val="400"/>
              </a:spcBef>
              <a:spcAft>
                <a:spcPts val="0"/>
              </a:spcAft>
              <a:buClr>
                <a:schemeClr val="dk1"/>
              </a:buClr>
              <a:buSzPts val="1800"/>
              <a:buChar char="•"/>
            </a:pPr>
            <a:r>
              <a:rPr lang="es-419"/>
              <a:t>Describir cómo se puede utilizar Amazon SageMaker Ground Truth para preparar un conjunto de datos personalizado </a:t>
            </a:r>
            <a:endParaRPr/>
          </a:p>
          <a:p>
            <a:pPr indent="-177800" lvl="1" marL="520700" rtl="0" algn="l">
              <a:lnSpc>
                <a:spcPct val="90000"/>
              </a:lnSpc>
              <a:spcBef>
                <a:spcPts val="400"/>
              </a:spcBef>
              <a:spcAft>
                <a:spcPts val="0"/>
              </a:spcAft>
              <a:buClr>
                <a:schemeClr val="dk1"/>
              </a:buClr>
              <a:buSzPts val="1800"/>
              <a:buChar char="•"/>
            </a:pPr>
            <a:r>
              <a:rPr lang="es-419"/>
              <a:t>Utilizar Amazon Rekognition para llevar a cabo la detección facial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0"/>
          <p:cNvSpPr txBox="1"/>
          <p:nvPr>
            <p:ph idx="1" type="body"/>
          </p:nvPr>
        </p:nvSpPr>
        <p:spPr>
          <a:xfrm>
            <a:off x="314325" y="1915767"/>
            <a:ext cx="6935561" cy="366374"/>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rgbClr val="36C2B4"/>
              </a:buClr>
              <a:buSzPts val="1500"/>
              <a:buNone/>
            </a:pPr>
            <a:r>
              <a:rPr b="1" lang="es-419">
                <a:latin typeface="Arial"/>
                <a:ea typeface="Arial"/>
                <a:cs typeface="Arial"/>
                <a:sym typeface="Arial"/>
              </a:rPr>
              <a:t>Módulo 5: Introducción a la visión artificial</a:t>
            </a:r>
            <a:endParaRPr/>
          </a:p>
        </p:txBody>
      </p:sp>
      <p:sp>
        <p:nvSpPr>
          <p:cNvPr id="272" name="Google Shape;272;p40"/>
          <p:cNvSpPr txBox="1"/>
          <p:nvPr>
            <p:ph type="title"/>
          </p:nvPr>
        </p:nvSpPr>
        <p:spPr>
          <a:xfrm>
            <a:off x="314325" y="2393955"/>
            <a:ext cx="8515350"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sz="3000"/>
              <a:t>Sección 1: Introducción a la visión artificial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1"/>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2700"/>
              <a:buFont typeface="Arial"/>
              <a:buNone/>
            </a:pPr>
            <a:r>
              <a:rPr lang="es-419" sz="2700"/>
              <a:t>Información general de la visión artificial</a:t>
            </a:r>
            <a:endParaRPr sz="2700"/>
          </a:p>
        </p:txBody>
      </p:sp>
      <p:sp>
        <p:nvSpPr>
          <p:cNvPr id="278" name="Google Shape;278;p41"/>
          <p:cNvSpPr/>
          <p:nvPr/>
        </p:nvSpPr>
        <p:spPr>
          <a:xfrm>
            <a:off x="479322" y="2121627"/>
            <a:ext cx="8244349" cy="900247"/>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0" i="0" lang="es-419" sz="2700" u="none" cap="none" strike="noStrike">
                <a:solidFill>
                  <a:schemeClr val="dk1"/>
                </a:solidFill>
                <a:latin typeface="Arial"/>
                <a:ea typeface="Arial"/>
                <a:cs typeface="Arial"/>
                <a:sym typeface="Arial"/>
              </a:rPr>
              <a:t>La visión artificial es la extracción automatizada de información de imágenes digitales.</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2"/>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Aplicaciones de visión artificial</a:t>
            </a:r>
            <a:endParaRPr/>
          </a:p>
        </p:txBody>
      </p:sp>
      <p:pic>
        <p:nvPicPr>
          <p:cNvPr id="284" name="Google Shape;284;p42" title=" decoractive"/>
          <p:cNvPicPr preferRelativeResize="0"/>
          <p:nvPr/>
        </p:nvPicPr>
        <p:blipFill rotWithShape="1">
          <a:blip r:embed="rId3">
            <a:alphaModFix/>
          </a:blip>
          <a:srcRect b="0" l="0" r="0" t="0"/>
          <a:stretch/>
        </p:blipFill>
        <p:spPr>
          <a:xfrm>
            <a:off x="1059139" y="3056277"/>
            <a:ext cx="952717" cy="962244"/>
          </a:xfrm>
          <a:prstGeom prst="rect">
            <a:avLst/>
          </a:prstGeom>
          <a:noFill/>
          <a:ln>
            <a:noFill/>
          </a:ln>
        </p:spPr>
      </p:pic>
      <p:pic>
        <p:nvPicPr>
          <p:cNvPr id="285" name="Google Shape;285;p42" title=" decoractive"/>
          <p:cNvPicPr preferRelativeResize="0"/>
          <p:nvPr/>
        </p:nvPicPr>
        <p:blipFill rotWithShape="1">
          <a:blip r:embed="rId4">
            <a:alphaModFix/>
          </a:blip>
          <a:srcRect b="0" l="0" r="0" t="0"/>
          <a:stretch/>
        </p:blipFill>
        <p:spPr>
          <a:xfrm>
            <a:off x="4095641" y="3061041"/>
            <a:ext cx="952717" cy="952717"/>
          </a:xfrm>
          <a:prstGeom prst="rect">
            <a:avLst/>
          </a:prstGeom>
          <a:noFill/>
          <a:ln>
            <a:noFill/>
          </a:ln>
        </p:spPr>
      </p:pic>
      <p:pic>
        <p:nvPicPr>
          <p:cNvPr id="286" name="Google Shape;286;p42" title=" decoractive"/>
          <p:cNvPicPr preferRelativeResize="0"/>
          <p:nvPr/>
        </p:nvPicPr>
        <p:blipFill rotWithShape="1">
          <a:blip r:embed="rId5">
            <a:alphaModFix/>
          </a:blip>
          <a:srcRect b="0" l="0" r="0" t="0"/>
          <a:stretch/>
        </p:blipFill>
        <p:spPr>
          <a:xfrm>
            <a:off x="7027841" y="3061041"/>
            <a:ext cx="952717" cy="952717"/>
          </a:xfrm>
          <a:prstGeom prst="rect">
            <a:avLst/>
          </a:prstGeom>
          <a:noFill/>
          <a:ln>
            <a:noFill/>
          </a:ln>
        </p:spPr>
      </p:pic>
      <p:pic>
        <p:nvPicPr>
          <p:cNvPr id="287" name="Google Shape;287;p42" title="decoractive"/>
          <p:cNvPicPr preferRelativeResize="0"/>
          <p:nvPr/>
        </p:nvPicPr>
        <p:blipFill rotWithShape="1">
          <a:blip r:embed="rId6">
            <a:alphaModFix/>
          </a:blip>
          <a:srcRect b="0" l="0" r="0" t="0"/>
          <a:stretch/>
        </p:blipFill>
        <p:spPr>
          <a:xfrm>
            <a:off x="1059139" y="1342732"/>
            <a:ext cx="952717" cy="952717"/>
          </a:xfrm>
          <a:prstGeom prst="rect">
            <a:avLst/>
          </a:prstGeom>
          <a:noFill/>
          <a:ln>
            <a:noFill/>
          </a:ln>
        </p:spPr>
      </p:pic>
      <p:sp>
        <p:nvSpPr>
          <p:cNvPr id="288" name="Google Shape;288;p42"/>
          <p:cNvSpPr txBox="1"/>
          <p:nvPr/>
        </p:nvSpPr>
        <p:spPr>
          <a:xfrm>
            <a:off x="738753" y="2307803"/>
            <a:ext cx="1536600" cy="6234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Seguridad pública </a:t>
            </a:r>
            <a:endParaRPr sz="900"/>
          </a:p>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y seguridad en el hogar</a:t>
            </a:r>
            <a:endParaRPr sz="900"/>
          </a:p>
        </p:txBody>
      </p:sp>
      <p:pic>
        <p:nvPicPr>
          <p:cNvPr id="289" name="Google Shape;289;p42" title=" decoractive"/>
          <p:cNvPicPr preferRelativeResize="0"/>
          <p:nvPr/>
        </p:nvPicPr>
        <p:blipFill rotWithShape="1">
          <a:blip r:embed="rId7">
            <a:alphaModFix/>
          </a:blip>
          <a:srcRect b="0" l="0" r="0" t="0"/>
          <a:stretch/>
        </p:blipFill>
        <p:spPr>
          <a:xfrm>
            <a:off x="4095641" y="1342732"/>
            <a:ext cx="952717" cy="952717"/>
          </a:xfrm>
          <a:prstGeom prst="rect">
            <a:avLst/>
          </a:prstGeom>
          <a:noFill/>
          <a:ln>
            <a:noFill/>
          </a:ln>
        </p:spPr>
      </p:pic>
      <p:sp>
        <p:nvSpPr>
          <p:cNvPr id="290" name="Google Shape;290;p42"/>
          <p:cNvSpPr txBox="1"/>
          <p:nvPr/>
        </p:nvSpPr>
        <p:spPr>
          <a:xfrm>
            <a:off x="3361813" y="2304899"/>
            <a:ext cx="2420400" cy="6234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Autenticación y mejora </a:t>
            </a:r>
            <a:endParaRPr sz="900"/>
          </a:p>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interacción entre equipo y humano</a:t>
            </a:r>
            <a:endParaRPr sz="900"/>
          </a:p>
        </p:txBody>
      </p:sp>
      <p:pic>
        <p:nvPicPr>
          <p:cNvPr id="291" name="Google Shape;291;p42" title=" decoractive"/>
          <p:cNvPicPr preferRelativeResize="0"/>
          <p:nvPr/>
        </p:nvPicPr>
        <p:blipFill rotWithShape="1">
          <a:blip r:embed="rId8">
            <a:alphaModFix/>
          </a:blip>
          <a:srcRect b="0" l="0" r="0" t="0"/>
          <a:stretch/>
        </p:blipFill>
        <p:spPr>
          <a:xfrm>
            <a:off x="7027841" y="1342732"/>
            <a:ext cx="952717" cy="952717"/>
          </a:xfrm>
          <a:prstGeom prst="rect">
            <a:avLst/>
          </a:prstGeom>
          <a:noFill/>
          <a:ln>
            <a:noFill/>
          </a:ln>
        </p:spPr>
      </p:pic>
      <p:sp>
        <p:nvSpPr>
          <p:cNvPr id="292" name="Google Shape;292;p42"/>
          <p:cNvSpPr txBox="1"/>
          <p:nvPr/>
        </p:nvSpPr>
        <p:spPr>
          <a:xfrm>
            <a:off x="6578345" y="2307803"/>
            <a:ext cx="1851600" cy="6234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Administración de contenido </a:t>
            </a:r>
            <a:endParaRPr sz="900"/>
          </a:p>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y análisis</a:t>
            </a:r>
            <a:endParaRPr sz="900"/>
          </a:p>
        </p:txBody>
      </p:sp>
      <p:sp>
        <p:nvSpPr>
          <p:cNvPr id="293" name="Google Shape;293;p42"/>
          <p:cNvSpPr txBox="1"/>
          <p:nvPr/>
        </p:nvSpPr>
        <p:spPr>
          <a:xfrm>
            <a:off x="3882989" y="4014419"/>
            <a:ext cx="1377900" cy="4386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Imágenes médicas</a:t>
            </a:r>
            <a:endParaRPr sz="900"/>
          </a:p>
        </p:txBody>
      </p:sp>
      <p:sp>
        <p:nvSpPr>
          <p:cNvPr id="294" name="Google Shape;294;p42"/>
          <p:cNvSpPr txBox="1"/>
          <p:nvPr/>
        </p:nvSpPr>
        <p:spPr>
          <a:xfrm>
            <a:off x="6266360" y="4018521"/>
            <a:ext cx="2475600" cy="2538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Control en procesos productivos</a:t>
            </a:r>
            <a:endParaRPr sz="900"/>
          </a:p>
        </p:txBody>
      </p:sp>
      <p:sp>
        <p:nvSpPr>
          <p:cNvPr id="295" name="Google Shape;295;p42"/>
          <p:cNvSpPr txBox="1"/>
          <p:nvPr/>
        </p:nvSpPr>
        <p:spPr>
          <a:xfrm>
            <a:off x="684783" y="4018521"/>
            <a:ext cx="1701300" cy="2538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Conducción autónoma</a:t>
            </a:r>
            <a:endParaRPr sz="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3"/>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Problemas de visión artificial</a:t>
            </a:r>
            <a:endParaRPr/>
          </a:p>
        </p:txBody>
      </p:sp>
      <p:sp>
        <p:nvSpPr>
          <p:cNvPr id="301" name="Google Shape;301;p43"/>
          <p:cNvSpPr txBox="1"/>
          <p:nvPr>
            <p:ph idx="1" type="body"/>
          </p:nvPr>
        </p:nvSpPr>
        <p:spPr>
          <a:xfrm>
            <a:off x="314325" y="1184877"/>
            <a:ext cx="3680460" cy="3486591"/>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2400"/>
              <a:buNone/>
            </a:pPr>
            <a:r>
              <a:rPr lang="es-419" sz="2400"/>
              <a:t>Reconocimiento de contenido</a:t>
            </a:r>
            <a:endParaRPr/>
          </a:p>
          <a:p>
            <a:pPr indent="0" lvl="0" marL="0" rtl="0" algn="l">
              <a:lnSpc>
                <a:spcPct val="90000"/>
              </a:lnSpc>
              <a:spcBef>
                <a:spcPts val="800"/>
              </a:spcBef>
              <a:spcAft>
                <a:spcPts val="0"/>
              </a:spcAft>
              <a:buClr>
                <a:schemeClr val="dk1"/>
              </a:buClr>
              <a:buSzPts val="2400"/>
              <a:buNone/>
            </a:pPr>
            <a:r>
              <a:rPr lang="es-419" sz="2400"/>
              <a:t>Análisis de imágenes</a:t>
            </a:r>
            <a:endParaRPr/>
          </a:p>
          <a:p>
            <a:pPr indent="-177800" lvl="1" marL="520700" rtl="0" algn="l">
              <a:lnSpc>
                <a:spcPct val="90000"/>
              </a:lnSpc>
              <a:spcBef>
                <a:spcPts val="400"/>
              </a:spcBef>
              <a:spcAft>
                <a:spcPts val="0"/>
              </a:spcAft>
              <a:buClr>
                <a:schemeClr val="dk1"/>
              </a:buClr>
              <a:buSzPts val="1800"/>
              <a:buChar char="•"/>
            </a:pPr>
            <a:r>
              <a:rPr lang="es-419"/>
              <a:t>Clasificación de objetos</a:t>
            </a:r>
            <a:endParaRPr/>
          </a:p>
        </p:txBody>
      </p:sp>
      <p:sp>
        <p:nvSpPr>
          <p:cNvPr id="302" name="Google Shape;302;p43"/>
          <p:cNvSpPr txBox="1"/>
          <p:nvPr/>
        </p:nvSpPr>
        <p:spPr>
          <a:xfrm>
            <a:off x="7211171" y="2115671"/>
            <a:ext cx="1352700" cy="1054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1600" u="none" cap="none" strike="noStrike">
                <a:solidFill>
                  <a:schemeClr val="dk1"/>
                </a:solidFill>
                <a:latin typeface="Arial"/>
                <a:ea typeface="Arial"/>
                <a:cs typeface="Arial"/>
                <a:sym typeface="Arial"/>
              </a:rPr>
              <a:t>¿Alimentos?</a:t>
            </a:r>
            <a:endParaRPr sz="1600"/>
          </a:p>
          <a:p>
            <a:pPr indent="0" lvl="0" marL="0" marR="0" rtl="0" algn="l">
              <a:spcBef>
                <a:spcPts val="0"/>
              </a:spcBef>
              <a:spcAft>
                <a:spcPts val="0"/>
              </a:spcAft>
              <a:buNone/>
            </a:pPr>
            <a:r>
              <a:rPr b="0" i="0" lang="es-419" sz="1600" u="none" cap="none" strike="noStrike">
                <a:solidFill>
                  <a:schemeClr val="dk1"/>
                </a:solidFill>
                <a:latin typeface="Arial"/>
                <a:ea typeface="Arial"/>
                <a:cs typeface="Arial"/>
                <a:sym typeface="Arial"/>
              </a:rPr>
              <a:t>¿Desayuno?</a:t>
            </a:r>
            <a:endParaRPr sz="1600"/>
          </a:p>
          <a:p>
            <a:pPr indent="0" lvl="0" marL="0" marR="0" rtl="0" algn="l">
              <a:spcBef>
                <a:spcPts val="0"/>
              </a:spcBef>
              <a:spcAft>
                <a:spcPts val="0"/>
              </a:spcAft>
              <a:buNone/>
            </a:pPr>
            <a:r>
              <a:rPr b="0" i="0" lang="es-419" sz="1600" u="none" cap="none" strike="noStrike">
                <a:solidFill>
                  <a:schemeClr val="dk1"/>
                </a:solidFill>
                <a:latin typeface="Arial"/>
                <a:ea typeface="Arial"/>
                <a:cs typeface="Arial"/>
                <a:sym typeface="Arial"/>
              </a:rPr>
              <a:t>¿Almuerzo?</a:t>
            </a:r>
            <a:endParaRPr sz="1600"/>
          </a:p>
          <a:p>
            <a:pPr indent="0" lvl="0" marL="0" marR="0" rtl="0" algn="l">
              <a:spcBef>
                <a:spcPts val="0"/>
              </a:spcBef>
              <a:spcAft>
                <a:spcPts val="0"/>
              </a:spcAft>
              <a:buNone/>
            </a:pPr>
            <a:r>
              <a:rPr b="0" i="0" lang="es-419" sz="1600" u="none" cap="none" strike="noStrike">
                <a:solidFill>
                  <a:schemeClr val="dk1"/>
                </a:solidFill>
                <a:latin typeface="Arial"/>
                <a:ea typeface="Arial"/>
                <a:cs typeface="Arial"/>
                <a:sym typeface="Arial"/>
              </a:rPr>
              <a:t>¿Cena?</a:t>
            </a:r>
            <a:endParaRPr sz="1600"/>
          </a:p>
        </p:txBody>
      </p:sp>
      <p:pic>
        <p:nvPicPr>
          <p:cNvPr id="303" name="Google Shape;303;p43"/>
          <p:cNvPicPr preferRelativeResize="0"/>
          <p:nvPr/>
        </p:nvPicPr>
        <p:blipFill rotWithShape="1">
          <a:blip r:embed="rId3">
            <a:alphaModFix/>
          </a:blip>
          <a:srcRect b="0" l="9219" r="7962" t="7263"/>
          <a:stretch/>
        </p:blipFill>
        <p:spPr>
          <a:xfrm>
            <a:off x="3445832" y="1520834"/>
            <a:ext cx="3418637" cy="255158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4"/>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Problemas de visión artificial</a:t>
            </a:r>
            <a:endParaRPr/>
          </a:p>
        </p:txBody>
      </p:sp>
      <p:pic>
        <p:nvPicPr>
          <p:cNvPr descr="Computer vision bounding box." id="309" name="Google Shape;309;p44"/>
          <p:cNvPicPr preferRelativeResize="0"/>
          <p:nvPr>
            <p:ph idx="2" type="body"/>
          </p:nvPr>
        </p:nvPicPr>
        <p:blipFill rotWithShape="1">
          <a:blip r:embed="rId3">
            <a:alphaModFix/>
          </a:blip>
          <a:srcRect b="0" l="0" r="0" t="0"/>
          <a:stretch/>
        </p:blipFill>
        <p:spPr>
          <a:xfrm>
            <a:off x="3068593" y="1319113"/>
            <a:ext cx="4128000" cy="2751300"/>
          </a:xfrm>
          <a:prstGeom prst="rect">
            <a:avLst/>
          </a:prstGeom>
          <a:noFill/>
          <a:ln cap="flat" cmpd="sng" w="9525">
            <a:solidFill>
              <a:schemeClr val="lt1"/>
            </a:solidFill>
            <a:prstDash val="solid"/>
            <a:round/>
            <a:headEnd len="sm" w="sm" type="none"/>
            <a:tailEnd len="sm" w="sm" type="none"/>
          </a:ln>
        </p:spPr>
      </p:pic>
      <p:sp>
        <p:nvSpPr>
          <p:cNvPr id="310" name="Google Shape;310;p44"/>
          <p:cNvSpPr txBox="1"/>
          <p:nvPr/>
        </p:nvSpPr>
        <p:spPr>
          <a:xfrm>
            <a:off x="4603097" y="4078346"/>
            <a:ext cx="2027100" cy="7926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800" u="none" cap="none" strike="noStrike">
                <a:solidFill>
                  <a:schemeClr val="accent5"/>
                </a:solidFill>
                <a:latin typeface="Arial"/>
                <a:ea typeface="Arial"/>
                <a:cs typeface="Arial"/>
                <a:sym typeface="Arial"/>
              </a:rPr>
              <a:t>Cuadros delimitadores</a:t>
            </a:r>
            <a:endParaRPr sz="800"/>
          </a:p>
          <a:p>
            <a:pPr indent="0" lvl="0" marL="0" marR="0" rtl="0" algn="ctr">
              <a:spcBef>
                <a:spcPts val="0"/>
              </a:spcBef>
              <a:spcAft>
                <a:spcPts val="0"/>
              </a:spcAft>
              <a:buNone/>
            </a:pPr>
            <a:r>
              <a:rPr b="0" i="0" lang="es-419" sz="1100" u="none" cap="none" strike="noStrike">
                <a:solidFill>
                  <a:schemeClr val="accent5"/>
                </a:solidFill>
                <a:latin typeface="Arial"/>
                <a:ea typeface="Arial"/>
                <a:cs typeface="Arial"/>
                <a:sym typeface="Arial"/>
              </a:rPr>
              <a:t>(arriba, izquierda, ancho, alto)</a:t>
            </a:r>
            <a:endParaRPr sz="800"/>
          </a:p>
        </p:txBody>
      </p:sp>
      <p:cxnSp>
        <p:nvCxnSpPr>
          <p:cNvPr id="311" name="Google Shape;311;p44"/>
          <p:cNvCxnSpPr>
            <a:stCxn id="310" idx="0"/>
          </p:cNvCxnSpPr>
          <p:nvPr/>
        </p:nvCxnSpPr>
        <p:spPr>
          <a:xfrm rot="10800000">
            <a:off x="5006147" y="3695546"/>
            <a:ext cx="610500" cy="382800"/>
          </a:xfrm>
          <a:prstGeom prst="straightConnector1">
            <a:avLst/>
          </a:prstGeom>
          <a:noFill/>
          <a:ln cap="flat" cmpd="sng" w="19050">
            <a:solidFill>
              <a:schemeClr val="accent5"/>
            </a:solidFill>
            <a:prstDash val="solid"/>
            <a:miter lim="800000"/>
            <a:headEnd len="sm" w="sm" type="none"/>
            <a:tailEnd len="med" w="med" type="triangle"/>
          </a:ln>
        </p:spPr>
      </p:cxnSp>
      <p:cxnSp>
        <p:nvCxnSpPr>
          <p:cNvPr id="312" name="Google Shape;312;p44"/>
          <p:cNvCxnSpPr>
            <a:stCxn id="310" idx="0"/>
            <a:endCxn id="313" idx="2"/>
          </p:cNvCxnSpPr>
          <p:nvPr/>
        </p:nvCxnSpPr>
        <p:spPr>
          <a:xfrm rot="10800000">
            <a:off x="5528747" y="3687746"/>
            <a:ext cx="87900" cy="390600"/>
          </a:xfrm>
          <a:prstGeom prst="straightConnector1">
            <a:avLst/>
          </a:prstGeom>
          <a:noFill/>
          <a:ln cap="flat" cmpd="sng" w="19050">
            <a:solidFill>
              <a:schemeClr val="accent5"/>
            </a:solidFill>
            <a:prstDash val="solid"/>
            <a:miter lim="800000"/>
            <a:headEnd len="sm" w="sm" type="none"/>
            <a:tailEnd len="med" w="med" type="triangle"/>
          </a:ln>
        </p:spPr>
      </p:cxnSp>
      <p:cxnSp>
        <p:nvCxnSpPr>
          <p:cNvPr id="314" name="Google Shape;314;p44"/>
          <p:cNvCxnSpPr>
            <a:stCxn id="310" idx="0"/>
          </p:cNvCxnSpPr>
          <p:nvPr/>
        </p:nvCxnSpPr>
        <p:spPr>
          <a:xfrm flipH="1" rot="10800000">
            <a:off x="5616647" y="3695546"/>
            <a:ext cx="563400" cy="382800"/>
          </a:xfrm>
          <a:prstGeom prst="straightConnector1">
            <a:avLst/>
          </a:prstGeom>
          <a:noFill/>
          <a:ln cap="flat" cmpd="sng" w="19050">
            <a:solidFill>
              <a:schemeClr val="accent5"/>
            </a:solidFill>
            <a:prstDash val="solid"/>
            <a:miter lim="800000"/>
            <a:headEnd len="sm" w="sm" type="none"/>
            <a:tailEnd len="med" w="med" type="triangle"/>
          </a:ln>
        </p:spPr>
      </p:cxnSp>
      <p:sp>
        <p:nvSpPr>
          <p:cNvPr id="315" name="Google Shape;315;p44"/>
          <p:cNvSpPr/>
          <p:nvPr/>
        </p:nvSpPr>
        <p:spPr>
          <a:xfrm>
            <a:off x="4007300" y="2724411"/>
            <a:ext cx="999020" cy="971191"/>
          </a:xfrm>
          <a:prstGeom prst="flowChartProcess">
            <a:avLst/>
          </a:prstGeom>
          <a:noFill/>
          <a:ln cap="flat" cmpd="sng" w="28575">
            <a:solidFill>
              <a:schemeClr val="accent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3" name="Google Shape;313;p44"/>
          <p:cNvSpPr/>
          <p:nvPr/>
        </p:nvSpPr>
        <p:spPr>
          <a:xfrm>
            <a:off x="5221376" y="2738402"/>
            <a:ext cx="615022" cy="949397"/>
          </a:xfrm>
          <a:prstGeom prst="flowChartProcess">
            <a:avLst/>
          </a:prstGeom>
          <a:noFill/>
          <a:ln cap="flat" cmpd="sng" w="28575">
            <a:solidFill>
              <a:schemeClr val="accent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6" name="Google Shape;316;p44"/>
          <p:cNvSpPr/>
          <p:nvPr/>
        </p:nvSpPr>
        <p:spPr>
          <a:xfrm>
            <a:off x="5881607" y="2793114"/>
            <a:ext cx="646882" cy="894685"/>
          </a:xfrm>
          <a:prstGeom prst="flowChartProcess">
            <a:avLst/>
          </a:prstGeom>
          <a:noFill/>
          <a:ln cap="flat" cmpd="sng" w="28575">
            <a:solidFill>
              <a:schemeClr val="accent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7" name="Google Shape;317;p44"/>
          <p:cNvSpPr/>
          <p:nvPr/>
        </p:nvSpPr>
        <p:spPr>
          <a:xfrm>
            <a:off x="4993801" y="1808058"/>
            <a:ext cx="680002" cy="815872"/>
          </a:xfrm>
          <a:prstGeom prst="flowChartProcess">
            <a:avLst/>
          </a:prstGeom>
          <a:noFill/>
          <a:ln cap="flat" cmpd="sng" w="28575">
            <a:solidFill>
              <a:schemeClr val="accent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8" name="Google Shape;318;p44"/>
          <p:cNvSpPr/>
          <p:nvPr/>
        </p:nvSpPr>
        <p:spPr>
          <a:xfrm>
            <a:off x="5881607" y="1592782"/>
            <a:ext cx="908984" cy="882062"/>
          </a:xfrm>
          <a:prstGeom prst="flowChartProcess">
            <a:avLst/>
          </a:prstGeom>
          <a:noFill/>
          <a:ln cap="flat" cmpd="sng" w="28575">
            <a:solidFill>
              <a:schemeClr val="accent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9" name="Google Shape;319;p44"/>
          <p:cNvSpPr/>
          <p:nvPr/>
        </p:nvSpPr>
        <p:spPr>
          <a:xfrm>
            <a:off x="4043120" y="1800578"/>
            <a:ext cx="721699" cy="823352"/>
          </a:xfrm>
          <a:prstGeom prst="flowChartProcess">
            <a:avLst/>
          </a:prstGeom>
          <a:noFill/>
          <a:ln cap="flat" cmpd="sng" w="28575">
            <a:solidFill>
              <a:schemeClr val="accent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aphicFrame>
        <p:nvGraphicFramePr>
          <p:cNvPr id="320" name="Google Shape;320;p44"/>
          <p:cNvGraphicFramePr/>
          <p:nvPr/>
        </p:nvGraphicFramePr>
        <p:xfrm>
          <a:off x="6790590" y="1633934"/>
          <a:ext cx="3000000" cy="3000000"/>
        </p:xfrm>
        <a:graphic>
          <a:graphicData uri="http://schemas.openxmlformats.org/drawingml/2006/table">
            <a:tbl>
              <a:tblPr>
                <a:noFill/>
                <a:tableStyleId>{51C42C23-20F3-492B-B4F4-D7D772FA7ADC}</a:tableStyleId>
              </a:tblPr>
              <a:tblGrid>
                <a:gridCol w="1542525"/>
                <a:gridCol w="728375"/>
              </a:tblGrid>
              <a:tr h="334300">
                <a:tc>
                  <a:txBody>
                    <a:bodyPr/>
                    <a:lstStyle/>
                    <a:p>
                      <a:pPr indent="0" lvl="0" marL="0" marR="0" rtl="0" algn="l">
                        <a:spcBef>
                          <a:spcPts val="0"/>
                        </a:spcBef>
                        <a:spcAft>
                          <a:spcPts val="0"/>
                        </a:spcAft>
                        <a:buNone/>
                      </a:pPr>
                      <a:r>
                        <a:rPr lang="es-419" sz="1600" u="none" cap="none" strike="noStrike"/>
                        <a:t>Leche</a:t>
                      </a:r>
                      <a:endParaRPr sz="1600"/>
                    </a:p>
                  </a:txBody>
                  <a:tcPr marT="34300" marB="34300" marR="68600" marL="68600"/>
                </a:tc>
                <a:tc>
                  <a:txBody>
                    <a:bodyPr/>
                    <a:lstStyle/>
                    <a:p>
                      <a:pPr indent="0" lvl="0" marL="0" marR="0" rtl="0" algn="l">
                        <a:spcBef>
                          <a:spcPts val="0"/>
                        </a:spcBef>
                        <a:spcAft>
                          <a:spcPts val="0"/>
                        </a:spcAft>
                        <a:buNone/>
                      </a:pPr>
                      <a:r>
                        <a:rPr lang="es-419" sz="1600" u="none" cap="none" strike="noStrike"/>
                        <a:t>97,1</a:t>
                      </a:r>
                      <a:endParaRPr sz="1600"/>
                    </a:p>
                  </a:txBody>
                  <a:tcPr marT="34300" marB="34300" marR="68600" marL="68600"/>
                </a:tc>
              </a:tr>
              <a:tr h="334300">
                <a:tc>
                  <a:txBody>
                    <a:bodyPr/>
                    <a:lstStyle/>
                    <a:p>
                      <a:pPr indent="0" lvl="0" marL="0" marR="0" rtl="0" algn="l">
                        <a:spcBef>
                          <a:spcPts val="0"/>
                        </a:spcBef>
                        <a:spcAft>
                          <a:spcPts val="0"/>
                        </a:spcAft>
                        <a:buNone/>
                      </a:pPr>
                      <a:r>
                        <a:rPr lang="es-419" sz="1600" u="none" cap="none" strike="noStrike"/>
                        <a:t>Melocotones</a:t>
                      </a:r>
                      <a:endParaRPr sz="1600"/>
                    </a:p>
                  </a:txBody>
                  <a:tcPr marT="34300" marB="34300" marR="68600" marL="68600"/>
                </a:tc>
                <a:tc>
                  <a:txBody>
                    <a:bodyPr/>
                    <a:lstStyle/>
                    <a:p>
                      <a:pPr indent="0" lvl="0" marL="0" marR="0" rtl="0" algn="l">
                        <a:spcBef>
                          <a:spcPts val="0"/>
                        </a:spcBef>
                        <a:spcAft>
                          <a:spcPts val="0"/>
                        </a:spcAft>
                        <a:buNone/>
                      </a:pPr>
                      <a:r>
                        <a:rPr lang="es-419" sz="1600" u="none" cap="none" strike="noStrike"/>
                        <a:t>92,3</a:t>
                      </a:r>
                      <a:endParaRPr sz="1600"/>
                    </a:p>
                  </a:txBody>
                  <a:tcPr marT="34300" marB="34300" marR="68600" marL="68600"/>
                </a:tc>
              </a:tr>
              <a:tr h="334300">
                <a:tc>
                  <a:txBody>
                    <a:bodyPr/>
                    <a:lstStyle/>
                    <a:p>
                      <a:pPr indent="0" lvl="0" marL="0" marR="0" rtl="0" algn="l">
                        <a:spcBef>
                          <a:spcPts val="0"/>
                        </a:spcBef>
                        <a:spcAft>
                          <a:spcPts val="0"/>
                        </a:spcAft>
                        <a:buNone/>
                      </a:pPr>
                      <a:r>
                        <a:rPr lang="es-419" sz="1600" u="none" cap="none" strike="noStrike"/>
                        <a:t>Helado</a:t>
                      </a:r>
                      <a:endParaRPr sz="1600"/>
                    </a:p>
                  </a:txBody>
                  <a:tcPr marT="34300" marB="34300" marR="68600" marL="68600"/>
                </a:tc>
                <a:tc>
                  <a:txBody>
                    <a:bodyPr/>
                    <a:lstStyle/>
                    <a:p>
                      <a:pPr indent="0" lvl="0" marL="0" marR="0" rtl="0" algn="l">
                        <a:spcBef>
                          <a:spcPts val="0"/>
                        </a:spcBef>
                        <a:spcAft>
                          <a:spcPts val="0"/>
                        </a:spcAft>
                        <a:buNone/>
                      </a:pPr>
                      <a:r>
                        <a:rPr lang="es-419" sz="1600" u="none" cap="none" strike="noStrike"/>
                        <a:t>97,1</a:t>
                      </a:r>
                      <a:endParaRPr sz="1600"/>
                    </a:p>
                  </a:txBody>
                  <a:tcPr marT="34300" marB="34300" marR="68600" marL="68600"/>
                </a:tc>
              </a:tr>
              <a:tr h="334300">
                <a:tc>
                  <a:txBody>
                    <a:bodyPr/>
                    <a:lstStyle/>
                    <a:p>
                      <a:pPr indent="0" lvl="0" marL="0" marR="0" rtl="0" algn="l">
                        <a:spcBef>
                          <a:spcPts val="0"/>
                        </a:spcBef>
                        <a:spcAft>
                          <a:spcPts val="0"/>
                        </a:spcAft>
                        <a:buNone/>
                      </a:pPr>
                      <a:r>
                        <a:rPr lang="es-419" sz="1600" u="none" cap="none" strike="noStrike"/>
                        <a:t>Ensalada</a:t>
                      </a:r>
                      <a:endParaRPr sz="1600"/>
                    </a:p>
                  </a:txBody>
                  <a:tcPr marT="34300" marB="34300" marR="68600" marL="68600"/>
                </a:tc>
                <a:tc>
                  <a:txBody>
                    <a:bodyPr/>
                    <a:lstStyle/>
                    <a:p>
                      <a:pPr indent="0" lvl="0" marL="0" marR="0" rtl="0" algn="l">
                        <a:spcBef>
                          <a:spcPts val="0"/>
                        </a:spcBef>
                        <a:spcAft>
                          <a:spcPts val="0"/>
                        </a:spcAft>
                        <a:buNone/>
                      </a:pPr>
                      <a:r>
                        <a:rPr lang="es-419" sz="1600" u="none" cap="none" strike="noStrike"/>
                        <a:t>69,5</a:t>
                      </a:r>
                      <a:endParaRPr sz="1600"/>
                    </a:p>
                  </a:txBody>
                  <a:tcPr marT="34300" marB="34300" marR="68600" marL="68600"/>
                </a:tc>
              </a:tr>
              <a:tr h="334300">
                <a:tc>
                  <a:txBody>
                    <a:bodyPr/>
                    <a:lstStyle/>
                    <a:p>
                      <a:pPr indent="0" lvl="0" marL="0" marR="0" rtl="0" algn="l">
                        <a:spcBef>
                          <a:spcPts val="0"/>
                        </a:spcBef>
                        <a:spcAft>
                          <a:spcPts val="0"/>
                        </a:spcAft>
                        <a:buNone/>
                      </a:pPr>
                      <a:r>
                        <a:rPr lang="es-419" sz="1600" u="none" cap="none" strike="noStrike"/>
                        <a:t>Nuggets</a:t>
                      </a:r>
                      <a:endParaRPr sz="1600"/>
                    </a:p>
                  </a:txBody>
                  <a:tcPr marT="34300" marB="34300" marR="68600" marL="68600"/>
                </a:tc>
                <a:tc>
                  <a:txBody>
                    <a:bodyPr/>
                    <a:lstStyle/>
                    <a:p>
                      <a:pPr indent="0" lvl="0" marL="0" marR="0" rtl="0" algn="l">
                        <a:spcBef>
                          <a:spcPts val="0"/>
                        </a:spcBef>
                        <a:spcAft>
                          <a:spcPts val="0"/>
                        </a:spcAft>
                        <a:buNone/>
                      </a:pPr>
                      <a:r>
                        <a:rPr lang="es-419" sz="1600" u="none" cap="none" strike="noStrike"/>
                        <a:t>77,5</a:t>
                      </a:r>
                      <a:endParaRPr sz="1600"/>
                    </a:p>
                  </a:txBody>
                  <a:tcPr marT="34300" marB="34300" marR="68600" marL="68600"/>
                </a:tc>
              </a:tr>
              <a:tr h="334300">
                <a:tc>
                  <a:txBody>
                    <a:bodyPr/>
                    <a:lstStyle/>
                    <a:p>
                      <a:pPr indent="0" lvl="0" marL="0" marR="0" rtl="0" algn="l">
                        <a:spcBef>
                          <a:spcPts val="0"/>
                        </a:spcBef>
                        <a:spcAft>
                          <a:spcPts val="0"/>
                        </a:spcAft>
                        <a:buNone/>
                      </a:pPr>
                      <a:r>
                        <a:rPr lang="es-419" sz="1600" u="none" cap="none" strike="noStrike"/>
                        <a:t>Rollo de pan</a:t>
                      </a:r>
                      <a:endParaRPr sz="1600"/>
                    </a:p>
                  </a:txBody>
                  <a:tcPr marT="34300" marB="34300" marR="68600" marL="68600"/>
                </a:tc>
                <a:tc>
                  <a:txBody>
                    <a:bodyPr/>
                    <a:lstStyle/>
                    <a:p>
                      <a:pPr indent="0" lvl="0" marL="0" marR="0" rtl="0" algn="l">
                        <a:spcBef>
                          <a:spcPts val="0"/>
                        </a:spcBef>
                        <a:spcAft>
                          <a:spcPts val="0"/>
                        </a:spcAft>
                        <a:buNone/>
                      </a:pPr>
                      <a:r>
                        <a:rPr lang="es-419" sz="1600" u="none" cap="none" strike="noStrike"/>
                        <a:t>94,5</a:t>
                      </a:r>
                      <a:endParaRPr sz="1600"/>
                    </a:p>
                  </a:txBody>
                  <a:tcPr marT="34300" marB="34300" marR="68600" marL="68600"/>
                </a:tc>
              </a:tr>
            </a:tbl>
          </a:graphicData>
        </a:graphic>
      </p:graphicFrame>
      <p:sp>
        <p:nvSpPr>
          <p:cNvPr id="321" name="Google Shape;321;p44"/>
          <p:cNvSpPr/>
          <p:nvPr/>
        </p:nvSpPr>
        <p:spPr>
          <a:xfrm>
            <a:off x="8327477" y="1617257"/>
            <a:ext cx="595377" cy="2078346"/>
          </a:xfrm>
          <a:prstGeom prst="flowChartProcess">
            <a:avLst/>
          </a:prstGeom>
          <a:noFill/>
          <a:ln cap="flat" cmpd="sng" w="28575">
            <a:solidFill>
              <a:schemeClr val="accent4"/>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2" name="Google Shape;322;p44"/>
          <p:cNvSpPr txBox="1"/>
          <p:nvPr/>
        </p:nvSpPr>
        <p:spPr>
          <a:xfrm>
            <a:off x="7530323" y="878853"/>
            <a:ext cx="1466989"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2100" u="none" cap="none" strike="noStrike">
                <a:solidFill>
                  <a:schemeClr val="accent4"/>
                </a:solidFill>
                <a:latin typeface="Arial"/>
                <a:ea typeface="Arial"/>
                <a:cs typeface="Arial"/>
                <a:sym typeface="Arial"/>
              </a:rPr>
              <a:t>Confianza</a:t>
            </a:r>
            <a:endParaRPr sz="1100"/>
          </a:p>
        </p:txBody>
      </p:sp>
      <p:cxnSp>
        <p:nvCxnSpPr>
          <p:cNvPr id="323" name="Google Shape;323;p44"/>
          <p:cNvCxnSpPr>
            <a:stCxn id="322" idx="2"/>
          </p:cNvCxnSpPr>
          <p:nvPr/>
        </p:nvCxnSpPr>
        <p:spPr>
          <a:xfrm>
            <a:off x="8263818" y="1271268"/>
            <a:ext cx="138900" cy="291300"/>
          </a:xfrm>
          <a:prstGeom prst="straightConnector1">
            <a:avLst/>
          </a:prstGeom>
          <a:noFill/>
          <a:ln cap="flat" cmpd="sng" w="19050">
            <a:solidFill>
              <a:schemeClr val="accent4"/>
            </a:solidFill>
            <a:prstDash val="solid"/>
            <a:miter lim="800000"/>
            <a:headEnd len="sm" w="sm" type="none"/>
            <a:tailEnd len="med" w="med" type="triangle"/>
          </a:ln>
        </p:spPr>
      </p:cxnSp>
      <p:sp>
        <p:nvSpPr>
          <p:cNvPr id="324" name="Google Shape;324;p44"/>
          <p:cNvSpPr txBox="1"/>
          <p:nvPr/>
        </p:nvSpPr>
        <p:spPr>
          <a:xfrm>
            <a:off x="314325" y="1184877"/>
            <a:ext cx="3680460" cy="3486591"/>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chemeClr val="dk1"/>
              </a:buClr>
              <a:buSzPts val="2400"/>
              <a:buFont typeface="Arial"/>
              <a:buNone/>
            </a:pPr>
            <a:r>
              <a:rPr b="0" i="0" lang="es-419" sz="2400" u="none" cap="none" strike="noStrike">
                <a:solidFill>
                  <a:schemeClr val="dk1"/>
                </a:solidFill>
                <a:latin typeface="Arial"/>
                <a:ea typeface="Arial"/>
                <a:cs typeface="Arial"/>
                <a:sym typeface="Arial"/>
              </a:rPr>
              <a:t>Reconocimiento de contenido</a:t>
            </a:r>
            <a:endParaRPr sz="1100"/>
          </a:p>
          <a:p>
            <a:pPr indent="0" lvl="0" marL="0" marR="0" rtl="0" algn="l">
              <a:lnSpc>
                <a:spcPct val="90000"/>
              </a:lnSpc>
              <a:spcBef>
                <a:spcPts val="800"/>
              </a:spcBef>
              <a:spcAft>
                <a:spcPts val="0"/>
              </a:spcAft>
              <a:buClr>
                <a:schemeClr val="dk1"/>
              </a:buClr>
              <a:buSzPts val="2400"/>
              <a:buFont typeface="Arial"/>
              <a:buNone/>
            </a:pPr>
            <a:r>
              <a:rPr b="0" i="0" lang="es-419" sz="2400" u="none" cap="none" strike="noStrike">
                <a:solidFill>
                  <a:schemeClr val="dk1"/>
                </a:solidFill>
                <a:latin typeface="Arial"/>
                <a:ea typeface="Arial"/>
                <a:cs typeface="Arial"/>
                <a:sym typeface="Arial"/>
              </a:rPr>
              <a:t>Análisis de imágenes</a:t>
            </a:r>
            <a:endParaRPr sz="1100"/>
          </a:p>
          <a:p>
            <a:pPr indent="-177800" lvl="1" marL="520700" marR="0" rtl="0" algn="l">
              <a:lnSpc>
                <a:spcPct val="90000"/>
              </a:lnSpc>
              <a:spcBef>
                <a:spcPts val="400"/>
              </a:spcBef>
              <a:spcAft>
                <a:spcPts val="0"/>
              </a:spcAft>
              <a:buClr>
                <a:schemeClr val="dk1"/>
              </a:buClr>
              <a:buSzPts val="1800"/>
              <a:buFont typeface="Arial"/>
              <a:buChar char="•"/>
            </a:pPr>
            <a:r>
              <a:rPr b="0" i="0" lang="es-419" sz="1800" u="none" cap="none" strike="noStrike">
                <a:solidFill>
                  <a:schemeClr val="dk1"/>
                </a:solidFill>
                <a:latin typeface="Arial"/>
                <a:ea typeface="Arial"/>
                <a:cs typeface="Arial"/>
                <a:sym typeface="Arial"/>
              </a:rPr>
              <a:t>Clasificación de objetos</a:t>
            </a:r>
            <a:endParaRPr sz="1100"/>
          </a:p>
          <a:p>
            <a:pPr indent="-177800" lvl="1" marL="520700" marR="0" rtl="0" algn="l">
              <a:lnSpc>
                <a:spcPct val="90000"/>
              </a:lnSpc>
              <a:spcBef>
                <a:spcPts val="400"/>
              </a:spcBef>
              <a:spcAft>
                <a:spcPts val="0"/>
              </a:spcAft>
              <a:buClr>
                <a:schemeClr val="dk1"/>
              </a:buClr>
              <a:buSzPts val="1800"/>
              <a:buFont typeface="Arial"/>
              <a:buChar char="•"/>
            </a:pPr>
            <a:r>
              <a:rPr b="0" i="0" lang="es-419" sz="1800" u="none" cap="none" strike="noStrike">
                <a:solidFill>
                  <a:schemeClr val="dk1"/>
                </a:solidFill>
                <a:latin typeface="Arial"/>
                <a:ea typeface="Arial"/>
                <a:cs typeface="Arial"/>
                <a:sym typeface="Arial"/>
              </a:rPr>
              <a:t>Detección de objetos</a:t>
            </a:r>
            <a:endParaRPr sz="1100"/>
          </a:p>
          <a:p>
            <a:pPr indent="-63500" lvl="1" marL="520700" marR="0" rtl="0" algn="l">
              <a:lnSpc>
                <a:spcPct val="90000"/>
              </a:lnSpc>
              <a:spcBef>
                <a:spcPts val="4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5"/>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Problemas de visión artificial</a:t>
            </a:r>
            <a:endParaRPr/>
          </a:p>
        </p:txBody>
      </p:sp>
      <p:pic>
        <p:nvPicPr>
          <p:cNvPr id="330" name="Google Shape;330;p45"/>
          <p:cNvPicPr preferRelativeResize="0"/>
          <p:nvPr/>
        </p:nvPicPr>
        <p:blipFill rotWithShape="1">
          <a:blip r:embed="rId3">
            <a:alphaModFix/>
          </a:blip>
          <a:srcRect b="0" l="0" r="0" t="0"/>
          <a:stretch/>
        </p:blipFill>
        <p:spPr>
          <a:xfrm>
            <a:off x="3071930" y="1320689"/>
            <a:ext cx="4125838" cy="2750058"/>
          </a:xfrm>
          <a:prstGeom prst="rect">
            <a:avLst/>
          </a:prstGeom>
          <a:noFill/>
          <a:ln>
            <a:noFill/>
          </a:ln>
        </p:spPr>
      </p:pic>
      <p:sp>
        <p:nvSpPr>
          <p:cNvPr id="331" name="Google Shape;331;p45"/>
          <p:cNvSpPr txBox="1"/>
          <p:nvPr/>
        </p:nvSpPr>
        <p:spPr>
          <a:xfrm>
            <a:off x="314325" y="1184877"/>
            <a:ext cx="3680460" cy="3486591"/>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chemeClr val="dk1"/>
              </a:buClr>
              <a:buSzPts val="2400"/>
              <a:buFont typeface="Arial"/>
              <a:buNone/>
            </a:pPr>
            <a:r>
              <a:rPr b="0" i="0" lang="es-419" sz="2400" u="none" cap="none" strike="noStrike">
                <a:solidFill>
                  <a:schemeClr val="dk1"/>
                </a:solidFill>
                <a:latin typeface="Arial"/>
                <a:ea typeface="Arial"/>
                <a:cs typeface="Arial"/>
                <a:sym typeface="Arial"/>
              </a:rPr>
              <a:t>Reconocimiento de contenido</a:t>
            </a:r>
            <a:endParaRPr sz="1100"/>
          </a:p>
          <a:p>
            <a:pPr indent="0" lvl="0" marL="0" marR="0" rtl="0" algn="l">
              <a:lnSpc>
                <a:spcPct val="90000"/>
              </a:lnSpc>
              <a:spcBef>
                <a:spcPts val="800"/>
              </a:spcBef>
              <a:spcAft>
                <a:spcPts val="0"/>
              </a:spcAft>
              <a:buClr>
                <a:schemeClr val="dk1"/>
              </a:buClr>
              <a:buSzPts val="2400"/>
              <a:buFont typeface="Arial"/>
              <a:buNone/>
            </a:pPr>
            <a:r>
              <a:rPr b="0" i="0" lang="es-419" sz="2400" u="none" cap="none" strike="noStrike">
                <a:solidFill>
                  <a:schemeClr val="dk1"/>
                </a:solidFill>
                <a:latin typeface="Arial"/>
                <a:ea typeface="Arial"/>
                <a:cs typeface="Arial"/>
                <a:sym typeface="Arial"/>
              </a:rPr>
              <a:t>Análisis de imágenes</a:t>
            </a:r>
            <a:endParaRPr sz="1100"/>
          </a:p>
          <a:p>
            <a:pPr indent="-177800" lvl="1" marL="520700" marR="0" rtl="0" algn="l">
              <a:lnSpc>
                <a:spcPct val="90000"/>
              </a:lnSpc>
              <a:spcBef>
                <a:spcPts val="400"/>
              </a:spcBef>
              <a:spcAft>
                <a:spcPts val="0"/>
              </a:spcAft>
              <a:buClr>
                <a:schemeClr val="dk1"/>
              </a:buClr>
              <a:buSzPts val="1800"/>
              <a:buFont typeface="Arial"/>
              <a:buChar char="•"/>
            </a:pPr>
            <a:r>
              <a:rPr b="0" i="0" lang="es-419" sz="1800" u="none" cap="none" strike="noStrike">
                <a:solidFill>
                  <a:schemeClr val="dk1"/>
                </a:solidFill>
                <a:latin typeface="Arial"/>
                <a:ea typeface="Arial"/>
                <a:cs typeface="Arial"/>
                <a:sym typeface="Arial"/>
              </a:rPr>
              <a:t>Clasificación de objetos</a:t>
            </a:r>
            <a:endParaRPr sz="1100"/>
          </a:p>
          <a:p>
            <a:pPr indent="-177800" lvl="1" marL="520700" marR="0" rtl="0" algn="l">
              <a:lnSpc>
                <a:spcPct val="90000"/>
              </a:lnSpc>
              <a:spcBef>
                <a:spcPts val="400"/>
              </a:spcBef>
              <a:spcAft>
                <a:spcPts val="0"/>
              </a:spcAft>
              <a:buClr>
                <a:schemeClr val="dk1"/>
              </a:buClr>
              <a:buSzPts val="1800"/>
              <a:buFont typeface="Arial"/>
              <a:buChar char="•"/>
            </a:pPr>
            <a:r>
              <a:rPr b="0" i="0" lang="es-419" sz="1800" u="none" cap="none" strike="noStrike">
                <a:solidFill>
                  <a:schemeClr val="dk1"/>
                </a:solidFill>
                <a:latin typeface="Arial"/>
                <a:ea typeface="Arial"/>
                <a:cs typeface="Arial"/>
                <a:sym typeface="Arial"/>
              </a:rPr>
              <a:t>Detección de objetos</a:t>
            </a:r>
            <a:endParaRPr sz="1100"/>
          </a:p>
          <a:p>
            <a:pPr indent="-177800" lvl="1" marL="520700" marR="0" rtl="0" algn="l">
              <a:lnSpc>
                <a:spcPct val="90000"/>
              </a:lnSpc>
              <a:spcBef>
                <a:spcPts val="400"/>
              </a:spcBef>
              <a:spcAft>
                <a:spcPts val="0"/>
              </a:spcAft>
              <a:buClr>
                <a:schemeClr val="dk1"/>
              </a:buClr>
              <a:buSzPts val="1800"/>
              <a:buFont typeface="Arial"/>
              <a:buChar char="•"/>
            </a:pPr>
            <a:r>
              <a:rPr b="0" i="0" lang="es-419" sz="1800" u="none" cap="none" strike="noStrike">
                <a:solidFill>
                  <a:schemeClr val="dk1"/>
                </a:solidFill>
                <a:latin typeface="Arial"/>
                <a:ea typeface="Arial"/>
                <a:cs typeface="Arial"/>
                <a:sym typeface="Arial"/>
              </a:rPr>
              <a:t>Segmentación de objetos</a:t>
            </a:r>
            <a:endParaRPr b="0" i="0" sz="1500" u="none" cap="none" strike="noStrike">
              <a:solidFill>
                <a:schemeClr val="dk1"/>
              </a:solidFill>
              <a:latin typeface="Arial"/>
              <a:ea typeface="Arial"/>
              <a:cs typeface="Arial"/>
              <a:sym typeface="Arial"/>
            </a:endParaRPr>
          </a:p>
          <a:p>
            <a:pPr indent="-63500" lvl="1" marL="520700" marR="0" rtl="0" algn="l">
              <a:lnSpc>
                <a:spcPct val="90000"/>
              </a:lnSpc>
              <a:spcBef>
                <a:spcPts val="4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63500" lvl="1" marL="520700" marR="0" rtl="0" algn="l">
              <a:lnSpc>
                <a:spcPct val="90000"/>
              </a:lnSpc>
              <a:spcBef>
                <a:spcPts val="4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aphicFrame>
        <p:nvGraphicFramePr>
          <p:cNvPr id="332" name="Google Shape;332;p45"/>
          <p:cNvGraphicFramePr/>
          <p:nvPr/>
        </p:nvGraphicFramePr>
        <p:xfrm>
          <a:off x="6790590" y="1633934"/>
          <a:ext cx="3000000" cy="3000000"/>
        </p:xfrm>
        <a:graphic>
          <a:graphicData uri="http://schemas.openxmlformats.org/drawingml/2006/table">
            <a:tbl>
              <a:tblPr>
                <a:noFill/>
                <a:tableStyleId>{51C42C23-20F3-492B-B4F4-D7D772FA7ADC}</a:tableStyleId>
              </a:tblPr>
              <a:tblGrid>
                <a:gridCol w="1542525"/>
                <a:gridCol w="728375"/>
              </a:tblGrid>
              <a:tr h="334300">
                <a:tc>
                  <a:txBody>
                    <a:bodyPr/>
                    <a:lstStyle/>
                    <a:p>
                      <a:pPr indent="0" lvl="0" marL="0" marR="0" rtl="0" algn="l">
                        <a:spcBef>
                          <a:spcPts val="0"/>
                        </a:spcBef>
                        <a:spcAft>
                          <a:spcPts val="0"/>
                        </a:spcAft>
                        <a:buNone/>
                      </a:pPr>
                      <a:r>
                        <a:rPr lang="es-419" sz="1800" u="none" cap="none" strike="noStrike"/>
                        <a:t>Leche</a:t>
                      </a:r>
                      <a:endParaRPr sz="1100"/>
                    </a:p>
                  </a:txBody>
                  <a:tcPr marT="34300" marB="34300" marR="68600" marL="68600"/>
                </a:tc>
                <a:tc>
                  <a:txBody>
                    <a:bodyPr/>
                    <a:lstStyle/>
                    <a:p>
                      <a:pPr indent="0" lvl="0" marL="0" marR="0" rtl="0" algn="l">
                        <a:spcBef>
                          <a:spcPts val="0"/>
                        </a:spcBef>
                        <a:spcAft>
                          <a:spcPts val="0"/>
                        </a:spcAft>
                        <a:buNone/>
                      </a:pPr>
                      <a:r>
                        <a:t/>
                      </a:r>
                      <a:endParaRPr sz="1800" u="none" cap="none" strike="noStrike"/>
                    </a:p>
                  </a:txBody>
                  <a:tcPr marT="34300" marB="34300" marR="68600" marL="68600"/>
                </a:tc>
              </a:tr>
              <a:tr h="334300">
                <a:tc>
                  <a:txBody>
                    <a:bodyPr/>
                    <a:lstStyle/>
                    <a:p>
                      <a:pPr indent="0" lvl="0" marL="0" marR="0" rtl="0" algn="l">
                        <a:spcBef>
                          <a:spcPts val="0"/>
                        </a:spcBef>
                        <a:spcAft>
                          <a:spcPts val="0"/>
                        </a:spcAft>
                        <a:buNone/>
                      </a:pPr>
                      <a:r>
                        <a:rPr lang="es-419" sz="1800" u="none" cap="none" strike="noStrike"/>
                        <a:t>Melocotones</a:t>
                      </a:r>
                      <a:endParaRPr sz="1100"/>
                    </a:p>
                  </a:txBody>
                  <a:tcPr marT="34300" marB="34300" marR="68600" marL="68600"/>
                </a:tc>
                <a:tc>
                  <a:txBody>
                    <a:bodyPr/>
                    <a:lstStyle/>
                    <a:p>
                      <a:pPr indent="0" lvl="0" marL="0" marR="0" rtl="0" algn="l">
                        <a:spcBef>
                          <a:spcPts val="0"/>
                        </a:spcBef>
                        <a:spcAft>
                          <a:spcPts val="0"/>
                        </a:spcAft>
                        <a:buNone/>
                      </a:pPr>
                      <a:r>
                        <a:t/>
                      </a:r>
                      <a:endParaRPr sz="1800" u="none" cap="none" strike="noStrike"/>
                    </a:p>
                  </a:txBody>
                  <a:tcPr marT="34300" marB="34300" marR="68600" marL="68600"/>
                </a:tc>
              </a:tr>
              <a:tr h="334300">
                <a:tc>
                  <a:txBody>
                    <a:bodyPr/>
                    <a:lstStyle/>
                    <a:p>
                      <a:pPr indent="0" lvl="0" marL="0" marR="0" rtl="0" algn="l">
                        <a:spcBef>
                          <a:spcPts val="0"/>
                        </a:spcBef>
                        <a:spcAft>
                          <a:spcPts val="0"/>
                        </a:spcAft>
                        <a:buNone/>
                      </a:pPr>
                      <a:r>
                        <a:rPr lang="es-419" sz="1800" u="none" cap="none" strike="noStrike"/>
                        <a:t>Helado</a:t>
                      </a:r>
                      <a:endParaRPr sz="1100"/>
                    </a:p>
                  </a:txBody>
                  <a:tcPr marT="34300" marB="34300" marR="68600" marL="68600"/>
                </a:tc>
                <a:tc>
                  <a:txBody>
                    <a:bodyPr/>
                    <a:lstStyle/>
                    <a:p>
                      <a:pPr indent="0" lvl="0" marL="0" marR="0" rtl="0" algn="l">
                        <a:spcBef>
                          <a:spcPts val="0"/>
                        </a:spcBef>
                        <a:spcAft>
                          <a:spcPts val="0"/>
                        </a:spcAft>
                        <a:buNone/>
                      </a:pPr>
                      <a:r>
                        <a:t/>
                      </a:r>
                      <a:endParaRPr sz="1800" u="none" cap="none" strike="noStrike"/>
                    </a:p>
                  </a:txBody>
                  <a:tcPr marT="34300" marB="34300" marR="68600" marL="68600"/>
                </a:tc>
              </a:tr>
              <a:tr h="334300">
                <a:tc>
                  <a:txBody>
                    <a:bodyPr/>
                    <a:lstStyle/>
                    <a:p>
                      <a:pPr indent="0" lvl="0" marL="0" marR="0" rtl="0" algn="l">
                        <a:spcBef>
                          <a:spcPts val="0"/>
                        </a:spcBef>
                        <a:spcAft>
                          <a:spcPts val="0"/>
                        </a:spcAft>
                        <a:buNone/>
                      </a:pPr>
                      <a:r>
                        <a:rPr lang="es-419" sz="1800" u="none" cap="none" strike="noStrike"/>
                        <a:t>Ensalada</a:t>
                      </a:r>
                      <a:endParaRPr sz="1100"/>
                    </a:p>
                  </a:txBody>
                  <a:tcPr marT="34300" marB="34300" marR="68600" marL="68600"/>
                </a:tc>
                <a:tc>
                  <a:txBody>
                    <a:bodyPr/>
                    <a:lstStyle/>
                    <a:p>
                      <a:pPr indent="0" lvl="0" marL="0" marR="0" rtl="0" algn="l">
                        <a:spcBef>
                          <a:spcPts val="0"/>
                        </a:spcBef>
                        <a:spcAft>
                          <a:spcPts val="0"/>
                        </a:spcAft>
                        <a:buNone/>
                      </a:pPr>
                      <a:r>
                        <a:t/>
                      </a:r>
                      <a:endParaRPr sz="1800" u="none" cap="none" strike="noStrike"/>
                    </a:p>
                  </a:txBody>
                  <a:tcPr marT="34300" marB="34300" marR="68600" marL="68600"/>
                </a:tc>
              </a:tr>
              <a:tr h="334300">
                <a:tc>
                  <a:txBody>
                    <a:bodyPr/>
                    <a:lstStyle/>
                    <a:p>
                      <a:pPr indent="0" lvl="0" marL="0" marR="0" rtl="0" algn="l">
                        <a:spcBef>
                          <a:spcPts val="0"/>
                        </a:spcBef>
                        <a:spcAft>
                          <a:spcPts val="0"/>
                        </a:spcAft>
                        <a:buNone/>
                      </a:pPr>
                      <a:r>
                        <a:rPr lang="es-419" sz="1800" u="none" cap="none" strike="noStrike"/>
                        <a:t>Nuggets</a:t>
                      </a:r>
                      <a:endParaRPr sz="1100"/>
                    </a:p>
                  </a:txBody>
                  <a:tcPr marT="34300" marB="34300" marR="68600" marL="68600"/>
                </a:tc>
                <a:tc>
                  <a:txBody>
                    <a:bodyPr/>
                    <a:lstStyle/>
                    <a:p>
                      <a:pPr indent="0" lvl="0" marL="0" marR="0" rtl="0" algn="l">
                        <a:spcBef>
                          <a:spcPts val="0"/>
                        </a:spcBef>
                        <a:spcAft>
                          <a:spcPts val="0"/>
                        </a:spcAft>
                        <a:buNone/>
                      </a:pPr>
                      <a:r>
                        <a:t/>
                      </a:r>
                      <a:endParaRPr sz="1800" u="none" cap="none" strike="noStrike"/>
                    </a:p>
                  </a:txBody>
                  <a:tcPr marT="34300" marB="34300" marR="68600" marL="68600"/>
                </a:tc>
              </a:tr>
              <a:tr h="334300">
                <a:tc>
                  <a:txBody>
                    <a:bodyPr/>
                    <a:lstStyle/>
                    <a:p>
                      <a:pPr indent="0" lvl="0" marL="0" marR="0" rtl="0" algn="l">
                        <a:spcBef>
                          <a:spcPts val="0"/>
                        </a:spcBef>
                        <a:spcAft>
                          <a:spcPts val="0"/>
                        </a:spcAft>
                        <a:buNone/>
                      </a:pPr>
                      <a:r>
                        <a:rPr lang="es-419" sz="1800" u="none" cap="none" strike="noStrike"/>
                        <a:t>Rollo de pan</a:t>
                      </a:r>
                      <a:endParaRPr sz="1100"/>
                    </a:p>
                  </a:txBody>
                  <a:tcPr marT="34300" marB="34300" marR="68600" marL="68600"/>
                </a:tc>
                <a:tc>
                  <a:txBody>
                    <a:bodyPr/>
                    <a:lstStyle/>
                    <a:p>
                      <a:pPr indent="0" lvl="0" marL="0" marR="0" rtl="0" algn="l">
                        <a:spcBef>
                          <a:spcPts val="0"/>
                        </a:spcBef>
                        <a:spcAft>
                          <a:spcPts val="0"/>
                        </a:spcAft>
                        <a:buNone/>
                      </a:pPr>
                      <a:r>
                        <a:t/>
                      </a:r>
                      <a:endParaRPr sz="1800" u="none" cap="none" strike="noStrike"/>
                    </a:p>
                  </a:txBody>
                  <a:tcPr marT="34300" marB="34300" marR="68600" marL="6860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6"/>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Casos de uso de visión artificial </a:t>
            </a:r>
            <a:endParaRPr/>
          </a:p>
        </p:txBody>
      </p:sp>
      <p:sp>
        <p:nvSpPr>
          <p:cNvPr id="338" name="Google Shape;338;p46"/>
          <p:cNvSpPr txBox="1"/>
          <p:nvPr>
            <p:ph idx="1" type="body"/>
          </p:nvPr>
        </p:nvSpPr>
        <p:spPr>
          <a:xfrm>
            <a:off x="314325" y="1146131"/>
            <a:ext cx="3603307" cy="3486591"/>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2400"/>
              <a:buNone/>
            </a:pPr>
            <a:r>
              <a:rPr lang="es-419" sz="2400"/>
              <a:t>Reconocimiento de contenido</a:t>
            </a:r>
            <a:endParaRPr/>
          </a:p>
          <a:p>
            <a:pPr indent="0" lvl="0" marL="0" rtl="0" algn="l">
              <a:lnSpc>
                <a:spcPct val="90000"/>
              </a:lnSpc>
              <a:spcBef>
                <a:spcPts val="800"/>
              </a:spcBef>
              <a:spcAft>
                <a:spcPts val="0"/>
              </a:spcAft>
              <a:buClr>
                <a:schemeClr val="dk1"/>
              </a:buClr>
              <a:buSzPts val="2400"/>
              <a:buNone/>
            </a:pPr>
            <a:r>
              <a:rPr lang="es-419" sz="2400"/>
              <a:t>Análisis de video</a:t>
            </a:r>
            <a:endParaRPr/>
          </a:p>
          <a:p>
            <a:pPr indent="-177800" lvl="1" marL="520700" rtl="0" algn="l">
              <a:lnSpc>
                <a:spcPct val="90000"/>
              </a:lnSpc>
              <a:spcBef>
                <a:spcPts val="400"/>
              </a:spcBef>
              <a:spcAft>
                <a:spcPts val="0"/>
              </a:spcAft>
              <a:buClr>
                <a:schemeClr val="dk1"/>
              </a:buClr>
              <a:buSzPts val="1800"/>
              <a:buChar char="•"/>
            </a:pPr>
            <a:r>
              <a:rPr lang="es-419"/>
              <a:t>Seguimiento de instancias</a:t>
            </a:r>
            <a:endParaRPr/>
          </a:p>
          <a:p>
            <a:pPr indent="-76200" lvl="2" marL="863600" rtl="0" algn="l">
              <a:lnSpc>
                <a:spcPct val="90000"/>
              </a:lnSpc>
              <a:spcBef>
                <a:spcPts val="400"/>
              </a:spcBef>
              <a:spcAft>
                <a:spcPts val="0"/>
              </a:spcAft>
              <a:buClr>
                <a:schemeClr val="dk1"/>
              </a:buClr>
              <a:buSzPts val="1500"/>
              <a:buNone/>
            </a:pPr>
            <a:r>
              <a:t/>
            </a:r>
            <a:endParaRPr b="1"/>
          </a:p>
          <a:p>
            <a:pPr indent="0" lvl="1" marL="342900" rtl="0" algn="l">
              <a:lnSpc>
                <a:spcPct val="90000"/>
              </a:lnSpc>
              <a:spcBef>
                <a:spcPts val="400"/>
              </a:spcBef>
              <a:spcAft>
                <a:spcPts val="0"/>
              </a:spcAft>
              <a:buClr>
                <a:schemeClr val="dk1"/>
              </a:buClr>
              <a:buSzPts val="1800"/>
              <a:buNone/>
            </a:pPr>
            <a:r>
              <a:rPr lang="es-419">
                <a:latin typeface="Arial"/>
                <a:ea typeface="Arial"/>
                <a:cs typeface="Arial"/>
                <a:sym typeface="Arial"/>
              </a:rPr>
              <a:t>Recorrido</a:t>
            </a:r>
            <a:r>
              <a:rPr lang="es-419"/>
              <a:t>: puede capturar el recorrido de las personas en la escena. Por ejemplo, puede usar el movimiento de los deportistas durante un partido para identificar jugadas y realizar un análisis posterior.</a:t>
            </a:r>
            <a:endParaRPr/>
          </a:p>
          <a:p>
            <a:pPr indent="-38100" lvl="0" marL="177800" rtl="0" algn="l">
              <a:lnSpc>
                <a:spcPct val="90000"/>
              </a:lnSpc>
              <a:spcBef>
                <a:spcPts val="800"/>
              </a:spcBef>
              <a:spcAft>
                <a:spcPts val="0"/>
              </a:spcAft>
              <a:buClr>
                <a:schemeClr val="dk1"/>
              </a:buClr>
              <a:buSzPts val="2100"/>
              <a:buNone/>
            </a:pPr>
            <a:r>
              <a:t/>
            </a:r>
            <a:endParaRPr/>
          </a:p>
        </p:txBody>
      </p:sp>
      <p:pic>
        <p:nvPicPr>
          <p:cNvPr id="339" name="Google Shape;339;p46"/>
          <p:cNvPicPr preferRelativeResize="0"/>
          <p:nvPr/>
        </p:nvPicPr>
        <p:blipFill rotWithShape="1">
          <a:blip r:embed="rId3">
            <a:alphaModFix/>
          </a:blip>
          <a:srcRect b="0" l="0" r="0" t="0"/>
          <a:stretch/>
        </p:blipFill>
        <p:spPr>
          <a:xfrm>
            <a:off x="4231439" y="1329003"/>
            <a:ext cx="4233452" cy="248549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7"/>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Casos de uso de visión artificial </a:t>
            </a:r>
            <a:endParaRPr/>
          </a:p>
        </p:txBody>
      </p:sp>
      <p:sp>
        <p:nvSpPr>
          <p:cNvPr id="345" name="Google Shape;345;p47"/>
          <p:cNvSpPr txBox="1"/>
          <p:nvPr>
            <p:ph idx="1" type="body"/>
          </p:nvPr>
        </p:nvSpPr>
        <p:spPr>
          <a:xfrm>
            <a:off x="314325" y="1146131"/>
            <a:ext cx="4372311" cy="3486591"/>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2400"/>
              <a:buNone/>
            </a:pPr>
            <a:r>
              <a:rPr lang="es-419" sz="2400"/>
              <a:t>Reconocimiento de </a:t>
            </a:r>
            <a:br>
              <a:rPr lang="es-419" sz="2400"/>
            </a:br>
            <a:r>
              <a:rPr lang="es-419" sz="2400"/>
              <a:t>contenido</a:t>
            </a:r>
            <a:endParaRPr sz="2400"/>
          </a:p>
          <a:p>
            <a:pPr indent="0" lvl="0" marL="0" rtl="0" algn="l">
              <a:lnSpc>
                <a:spcPct val="90000"/>
              </a:lnSpc>
              <a:spcBef>
                <a:spcPts val="800"/>
              </a:spcBef>
              <a:spcAft>
                <a:spcPts val="0"/>
              </a:spcAft>
              <a:buClr>
                <a:schemeClr val="dk1"/>
              </a:buClr>
              <a:buSzPts val="2400"/>
              <a:buNone/>
            </a:pPr>
            <a:r>
              <a:rPr lang="es-419" sz="2400"/>
              <a:t>Análisis de video</a:t>
            </a:r>
            <a:endParaRPr/>
          </a:p>
          <a:p>
            <a:pPr indent="-177800" lvl="1" marL="520700" rtl="0" algn="l">
              <a:lnSpc>
                <a:spcPct val="90000"/>
              </a:lnSpc>
              <a:spcBef>
                <a:spcPts val="400"/>
              </a:spcBef>
              <a:spcAft>
                <a:spcPts val="0"/>
              </a:spcAft>
              <a:buClr>
                <a:schemeClr val="dk1"/>
              </a:buClr>
              <a:buSzPts val="1800"/>
              <a:buChar char="•"/>
            </a:pPr>
            <a:r>
              <a:rPr lang="es-419"/>
              <a:t>Seguimiento de instancias</a:t>
            </a:r>
            <a:endParaRPr/>
          </a:p>
          <a:p>
            <a:pPr indent="-177800" lvl="1" marL="520700" rtl="0" algn="l">
              <a:lnSpc>
                <a:spcPct val="90000"/>
              </a:lnSpc>
              <a:spcBef>
                <a:spcPts val="400"/>
              </a:spcBef>
              <a:spcAft>
                <a:spcPts val="0"/>
              </a:spcAft>
              <a:buClr>
                <a:schemeClr val="dk1"/>
              </a:buClr>
              <a:buSzPts val="1800"/>
              <a:buChar char="•"/>
            </a:pPr>
            <a:r>
              <a:rPr lang="es-419"/>
              <a:t>Reconocimiento de actividad</a:t>
            </a:r>
            <a:endParaRPr/>
          </a:p>
          <a:p>
            <a:pPr indent="0" lvl="1" marL="342900" rtl="0" algn="l">
              <a:lnSpc>
                <a:spcPct val="90000"/>
              </a:lnSpc>
              <a:spcBef>
                <a:spcPts val="400"/>
              </a:spcBef>
              <a:spcAft>
                <a:spcPts val="0"/>
              </a:spcAft>
              <a:buClr>
                <a:schemeClr val="dk1"/>
              </a:buClr>
              <a:buSzPts val="1500"/>
              <a:buNone/>
            </a:pPr>
            <a:r>
              <a:t/>
            </a:r>
            <a:endParaRPr sz="1500"/>
          </a:p>
          <a:p>
            <a:pPr indent="0" lvl="1" marL="342900" rtl="0" algn="l">
              <a:lnSpc>
                <a:spcPct val="90000"/>
              </a:lnSpc>
              <a:spcBef>
                <a:spcPts val="400"/>
              </a:spcBef>
              <a:spcAft>
                <a:spcPts val="0"/>
              </a:spcAft>
              <a:buClr>
                <a:schemeClr val="dk1"/>
              </a:buClr>
              <a:buSzPts val="1800"/>
              <a:buNone/>
            </a:pPr>
            <a:r>
              <a:rPr lang="es-419"/>
              <a:t>Analice el comportamiento y la densidad de compradores en su tienda minorista con el estudio del camino que cada persona sigue</a:t>
            </a:r>
            <a:endParaRPr/>
          </a:p>
          <a:p>
            <a:pPr indent="-38100" lvl="0" marL="177800" rtl="0" algn="l">
              <a:lnSpc>
                <a:spcPct val="90000"/>
              </a:lnSpc>
              <a:spcBef>
                <a:spcPts val="800"/>
              </a:spcBef>
              <a:spcAft>
                <a:spcPts val="0"/>
              </a:spcAft>
              <a:buClr>
                <a:schemeClr val="dk1"/>
              </a:buClr>
              <a:buSzPts val="2100"/>
              <a:buNone/>
            </a:pPr>
            <a:r>
              <a:t/>
            </a:r>
            <a:endParaRPr/>
          </a:p>
        </p:txBody>
      </p:sp>
      <p:grpSp>
        <p:nvGrpSpPr>
          <p:cNvPr descr="Computer vision use case." id="346" name="Google Shape;346;p47"/>
          <p:cNvGrpSpPr/>
          <p:nvPr/>
        </p:nvGrpSpPr>
        <p:grpSpPr>
          <a:xfrm>
            <a:off x="5530877" y="1146131"/>
            <a:ext cx="2343742" cy="3376247"/>
            <a:chOff x="5384011" y="1553573"/>
            <a:chExt cx="3124989" cy="4501662"/>
          </a:xfrm>
        </p:grpSpPr>
        <p:sp>
          <p:nvSpPr>
            <p:cNvPr id="347" name="Google Shape;347;p47"/>
            <p:cNvSpPr/>
            <p:nvPr/>
          </p:nvSpPr>
          <p:spPr>
            <a:xfrm>
              <a:off x="6457950" y="3340100"/>
              <a:ext cx="2051050" cy="1117600"/>
            </a:xfrm>
            <a:prstGeom prst="rect">
              <a:avLst/>
            </a:prstGeom>
            <a:noFill/>
            <a:ln cap="flat" cmpd="sng" w="254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People Inside Building" id="348" name="Google Shape;348;p47"/>
            <p:cNvPicPr preferRelativeResize="0"/>
            <p:nvPr/>
          </p:nvPicPr>
          <p:blipFill rotWithShape="1">
            <a:blip r:embed="rId3">
              <a:alphaModFix/>
            </a:blip>
            <a:srcRect b="0" l="0" r="0" t="0"/>
            <a:stretch/>
          </p:blipFill>
          <p:spPr>
            <a:xfrm>
              <a:off x="5384011" y="1553573"/>
              <a:ext cx="3001108" cy="4501662"/>
            </a:xfrm>
            <a:prstGeom prst="rect">
              <a:avLst/>
            </a:prstGeom>
            <a:noFill/>
            <a:ln>
              <a:noFill/>
            </a:ln>
          </p:spPr>
        </p:pic>
        <p:sp>
          <p:nvSpPr>
            <p:cNvPr id="349" name="Google Shape;349;p47"/>
            <p:cNvSpPr/>
            <p:nvPr/>
          </p:nvSpPr>
          <p:spPr>
            <a:xfrm rot="-3997340">
              <a:off x="7055510" y="5580026"/>
              <a:ext cx="491850" cy="345240"/>
            </a:xfrm>
            <a:prstGeom prst="parallelogram">
              <a:avLst>
                <a:gd fmla="val 25000" name="adj"/>
              </a:avLst>
            </a:prstGeom>
            <a:no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0" name="Google Shape;350;p47"/>
            <p:cNvSpPr/>
            <p:nvPr/>
          </p:nvSpPr>
          <p:spPr>
            <a:xfrm>
              <a:off x="6415830" y="4720128"/>
              <a:ext cx="261720" cy="167580"/>
            </a:xfrm>
            <a:prstGeom prst="parallelogram">
              <a:avLst>
                <a:gd fmla="val 25000" name="adj"/>
              </a:avLst>
            </a:prstGeom>
            <a:noFill/>
            <a:ln cap="flat" cmpd="sng" w="1905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1" name="Google Shape;351;p47"/>
            <p:cNvSpPr/>
            <p:nvPr/>
          </p:nvSpPr>
          <p:spPr>
            <a:xfrm>
              <a:off x="6768542" y="4690318"/>
              <a:ext cx="447568" cy="201418"/>
            </a:xfrm>
            <a:prstGeom prst="parallelogram">
              <a:avLst>
                <a:gd fmla="val 25000" name="adj"/>
              </a:avLst>
            </a:prstGeom>
            <a:no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2" name="Google Shape;352;p47"/>
            <p:cNvSpPr/>
            <p:nvPr/>
          </p:nvSpPr>
          <p:spPr>
            <a:xfrm>
              <a:off x="7994879" y="4738393"/>
              <a:ext cx="225635" cy="201418"/>
            </a:xfrm>
            <a:prstGeom prst="parallelogram">
              <a:avLst>
                <a:gd fmla="val 25000" name="adj"/>
              </a:avLst>
            </a:prstGeom>
            <a:no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3" name="Google Shape;353;p47"/>
            <p:cNvSpPr/>
            <p:nvPr/>
          </p:nvSpPr>
          <p:spPr>
            <a:xfrm rot="-2185581">
              <a:off x="6169645" y="5625170"/>
              <a:ext cx="423999" cy="317533"/>
            </a:xfrm>
            <a:prstGeom prst="parallelogram">
              <a:avLst>
                <a:gd fmla="val 25000" name="adj"/>
              </a:avLst>
            </a:prstGeom>
            <a:noFill/>
            <a:ln cap="flat" cmpd="sng" w="254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8"/>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Casos de uso de visión artificial </a:t>
            </a:r>
            <a:endParaRPr/>
          </a:p>
        </p:txBody>
      </p:sp>
      <p:sp>
        <p:nvSpPr>
          <p:cNvPr id="359" name="Google Shape;359;p48"/>
          <p:cNvSpPr txBox="1"/>
          <p:nvPr>
            <p:ph idx="1" type="body"/>
          </p:nvPr>
        </p:nvSpPr>
        <p:spPr>
          <a:xfrm>
            <a:off x="314325" y="1146131"/>
            <a:ext cx="4128516" cy="3486591"/>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2400"/>
              <a:buNone/>
            </a:pPr>
            <a:r>
              <a:rPr lang="es-419" sz="2400"/>
              <a:t>Reconocimiento de </a:t>
            </a:r>
            <a:br>
              <a:rPr lang="es-419" sz="2400"/>
            </a:br>
            <a:r>
              <a:rPr lang="es-419" sz="2400"/>
              <a:t>contenido</a:t>
            </a:r>
            <a:endParaRPr sz="2400"/>
          </a:p>
          <a:p>
            <a:pPr indent="0" lvl="0" marL="0" rtl="0" algn="l">
              <a:lnSpc>
                <a:spcPct val="90000"/>
              </a:lnSpc>
              <a:spcBef>
                <a:spcPts val="800"/>
              </a:spcBef>
              <a:spcAft>
                <a:spcPts val="0"/>
              </a:spcAft>
              <a:buClr>
                <a:schemeClr val="dk1"/>
              </a:buClr>
              <a:buSzPts val="2400"/>
              <a:buNone/>
            </a:pPr>
            <a:r>
              <a:rPr lang="es-419" sz="2400"/>
              <a:t>Análisis de video</a:t>
            </a:r>
            <a:endParaRPr/>
          </a:p>
          <a:p>
            <a:pPr indent="-177800" lvl="1" marL="520700" rtl="0" algn="l">
              <a:lnSpc>
                <a:spcPct val="90000"/>
              </a:lnSpc>
              <a:spcBef>
                <a:spcPts val="400"/>
              </a:spcBef>
              <a:spcAft>
                <a:spcPts val="0"/>
              </a:spcAft>
              <a:buClr>
                <a:schemeClr val="dk1"/>
              </a:buClr>
              <a:buSzPts val="1800"/>
              <a:buChar char="•"/>
            </a:pPr>
            <a:r>
              <a:rPr lang="es-419"/>
              <a:t>Seguimiento de instancias</a:t>
            </a:r>
            <a:endParaRPr/>
          </a:p>
          <a:p>
            <a:pPr indent="-177800" lvl="1" marL="520700" rtl="0" algn="l">
              <a:lnSpc>
                <a:spcPct val="90000"/>
              </a:lnSpc>
              <a:spcBef>
                <a:spcPts val="400"/>
              </a:spcBef>
              <a:spcAft>
                <a:spcPts val="0"/>
              </a:spcAft>
              <a:buClr>
                <a:schemeClr val="dk1"/>
              </a:buClr>
              <a:buSzPts val="1800"/>
              <a:buChar char="•"/>
            </a:pPr>
            <a:r>
              <a:rPr lang="es-419"/>
              <a:t>Reconocimiento de actividad</a:t>
            </a:r>
            <a:endParaRPr/>
          </a:p>
          <a:p>
            <a:pPr indent="-177800" lvl="1" marL="520700" rtl="0" algn="l">
              <a:lnSpc>
                <a:spcPct val="90000"/>
              </a:lnSpc>
              <a:spcBef>
                <a:spcPts val="400"/>
              </a:spcBef>
              <a:spcAft>
                <a:spcPts val="0"/>
              </a:spcAft>
              <a:buClr>
                <a:schemeClr val="dk1"/>
              </a:buClr>
              <a:buSzPts val="1800"/>
              <a:buChar char="•"/>
            </a:pPr>
            <a:r>
              <a:rPr lang="es-419"/>
              <a:t>Estimación de movimiento</a:t>
            </a:r>
            <a:endParaRPr/>
          </a:p>
          <a:p>
            <a:pPr indent="-38100" lvl="0" marL="177800" rtl="0" algn="l">
              <a:lnSpc>
                <a:spcPct val="90000"/>
              </a:lnSpc>
              <a:spcBef>
                <a:spcPts val="800"/>
              </a:spcBef>
              <a:spcAft>
                <a:spcPts val="0"/>
              </a:spcAft>
              <a:buClr>
                <a:schemeClr val="dk1"/>
              </a:buClr>
              <a:buSzPts val="2100"/>
              <a:buNone/>
            </a:pPr>
            <a:r>
              <a:t/>
            </a:r>
            <a:endParaRPr/>
          </a:p>
        </p:txBody>
      </p:sp>
      <p:pic>
        <p:nvPicPr>
          <p:cNvPr id="360" name="Google Shape;360;p48"/>
          <p:cNvPicPr preferRelativeResize="0"/>
          <p:nvPr/>
        </p:nvPicPr>
        <p:blipFill rotWithShape="1">
          <a:blip r:embed="rId3">
            <a:alphaModFix/>
          </a:blip>
          <a:srcRect b="0" l="0" r="0" t="0"/>
          <a:stretch/>
        </p:blipFill>
        <p:spPr>
          <a:xfrm>
            <a:off x="5687246" y="1201303"/>
            <a:ext cx="2342329" cy="337624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9"/>
          <p:cNvSpPr txBox="1"/>
          <p:nvPr>
            <p:ph type="title"/>
          </p:nvPr>
        </p:nvSpPr>
        <p:spPr>
          <a:xfrm>
            <a:off x="314325" y="883782"/>
            <a:ext cx="3201485"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3000"/>
              <a:buFont typeface="Arial"/>
              <a:buNone/>
            </a:pPr>
            <a:r>
              <a:rPr lang="es-419">
                <a:latin typeface="Arial"/>
                <a:ea typeface="Arial"/>
                <a:cs typeface="Arial"/>
                <a:sym typeface="Arial"/>
              </a:rPr>
              <a:t>Aprendizajes clave de la Sección 1</a:t>
            </a:r>
            <a:endParaRPr/>
          </a:p>
        </p:txBody>
      </p:sp>
      <p:pic>
        <p:nvPicPr>
          <p:cNvPr id="366" name="Google Shape;366;p49"/>
          <p:cNvPicPr preferRelativeResize="0"/>
          <p:nvPr/>
        </p:nvPicPr>
        <p:blipFill rotWithShape="1">
          <a:blip r:embed="rId3">
            <a:alphaModFix/>
          </a:blip>
          <a:srcRect b="0" l="0" r="0" t="0"/>
          <a:stretch/>
        </p:blipFill>
        <p:spPr>
          <a:xfrm>
            <a:off x="447917" y="2126752"/>
            <a:ext cx="2948485" cy="2328151"/>
          </a:xfrm>
          <a:prstGeom prst="rect">
            <a:avLst/>
          </a:prstGeom>
          <a:noFill/>
          <a:ln>
            <a:noFill/>
          </a:ln>
        </p:spPr>
      </p:pic>
      <p:sp>
        <p:nvSpPr>
          <p:cNvPr id="367" name="Google Shape;367;p49"/>
          <p:cNvSpPr txBox="1"/>
          <p:nvPr>
            <p:ph idx="1" type="body"/>
          </p:nvPr>
        </p:nvSpPr>
        <p:spPr>
          <a:xfrm>
            <a:off x="4285856" y="883782"/>
            <a:ext cx="4325709" cy="3611190"/>
          </a:xfrm>
          <a:prstGeom prst="rect">
            <a:avLst/>
          </a:prstGeom>
          <a:noFill/>
          <a:ln>
            <a:noFill/>
          </a:ln>
        </p:spPr>
        <p:txBody>
          <a:bodyPr anchorCtr="0" anchor="t" bIns="34275" lIns="68575" spcFirstLastPara="1" rIns="68575" wrap="square" tIns="34275">
            <a:noAutofit/>
          </a:bodyPr>
          <a:lstStyle/>
          <a:p>
            <a:pPr indent="-171450" lvl="0" marL="177800" rtl="0" algn="l">
              <a:lnSpc>
                <a:spcPct val="90000"/>
              </a:lnSpc>
              <a:spcBef>
                <a:spcPts val="0"/>
              </a:spcBef>
              <a:spcAft>
                <a:spcPts val="0"/>
              </a:spcAft>
              <a:buClr>
                <a:schemeClr val="dk1"/>
              </a:buClr>
              <a:buSzPts val="2100"/>
              <a:buChar char="•"/>
            </a:pPr>
            <a:r>
              <a:rPr lang="es-419">
                <a:latin typeface="Arial"/>
                <a:ea typeface="Arial"/>
                <a:cs typeface="Arial"/>
                <a:sym typeface="Arial"/>
              </a:rPr>
              <a:t>La visión artificial es la extracción automatizada de información de imágenes</a:t>
            </a:r>
            <a:endParaRPr/>
          </a:p>
          <a:p>
            <a:pPr indent="-171450" lvl="0" marL="177800" rtl="0" algn="l">
              <a:lnSpc>
                <a:spcPct val="90000"/>
              </a:lnSpc>
              <a:spcBef>
                <a:spcPts val="800"/>
              </a:spcBef>
              <a:spcAft>
                <a:spcPts val="0"/>
              </a:spcAft>
              <a:buClr>
                <a:schemeClr val="dk1"/>
              </a:buClr>
              <a:buSzPts val="2100"/>
              <a:buChar char="•"/>
            </a:pPr>
            <a:r>
              <a:rPr lang="es-419">
                <a:latin typeface="Arial"/>
                <a:ea typeface="Arial"/>
                <a:cs typeface="Arial"/>
                <a:sym typeface="Arial"/>
              </a:rPr>
              <a:t>El análisis de imágenes incluye clasificación, detección y segmentación de objetos</a:t>
            </a:r>
            <a:endParaRPr/>
          </a:p>
          <a:p>
            <a:pPr indent="-171450" lvl="0" marL="177800" rtl="0" algn="l">
              <a:lnSpc>
                <a:spcPct val="90000"/>
              </a:lnSpc>
              <a:spcBef>
                <a:spcPts val="800"/>
              </a:spcBef>
              <a:spcAft>
                <a:spcPts val="0"/>
              </a:spcAft>
              <a:buClr>
                <a:schemeClr val="dk1"/>
              </a:buClr>
              <a:buSzPts val="2100"/>
              <a:buChar char="•"/>
            </a:pPr>
            <a:r>
              <a:rPr lang="es-419">
                <a:latin typeface="Arial"/>
                <a:ea typeface="Arial"/>
                <a:cs typeface="Arial"/>
                <a:sym typeface="Arial"/>
              </a:rPr>
              <a:t>El análisis de video incluye seguimiento de instancias, reconocimiento de acciones y estimación de movimiento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0"/>
          <p:cNvSpPr txBox="1"/>
          <p:nvPr>
            <p:ph idx="1" type="body"/>
          </p:nvPr>
        </p:nvSpPr>
        <p:spPr>
          <a:xfrm>
            <a:off x="314325" y="1915767"/>
            <a:ext cx="6935561" cy="366374"/>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rgbClr val="36C2B4"/>
              </a:buClr>
              <a:buSzPts val="1500"/>
              <a:buNone/>
            </a:pPr>
            <a:r>
              <a:rPr b="1" lang="es-419">
                <a:latin typeface="Arial"/>
                <a:ea typeface="Arial"/>
                <a:cs typeface="Arial"/>
                <a:sym typeface="Arial"/>
              </a:rPr>
              <a:t>Módulo 5: Introducción a la visión artificial</a:t>
            </a:r>
            <a:endParaRPr/>
          </a:p>
        </p:txBody>
      </p:sp>
      <p:sp>
        <p:nvSpPr>
          <p:cNvPr id="373" name="Google Shape;373;p50"/>
          <p:cNvSpPr txBox="1"/>
          <p:nvPr>
            <p:ph type="title"/>
          </p:nvPr>
        </p:nvSpPr>
        <p:spPr>
          <a:xfrm>
            <a:off x="314325" y="2393955"/>
            <a:ext cx="8515350"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sz="3000"/>
              <a:t>Sección 2: Análisis de imágenes y videos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id="378" name="Google Shape;378;p51"/>
          <p:cNvPicPr preferRelativeResize="0"/>
          <p:nvPr/>
        </p:nvPicPr>
        <p:blipFill rotWithShape="1">
          <a:blip r:embed="rId3">
            <a:alphaModFix/>
          </a:blip>
          <a:srcRect b="0" l="0" r="0" t="0"/>
          <a:stretch/>
        </p:blipFill>
        <p:spPr>
          <a:xfrm>
            <a:off x="3963716" y="1417340"/>
            <a:ext cx="4616597" cy="2521593"/>
          </a:xfrm>
          <a:prstGeom prst="rect">
            <a:avLst/>
          </a:prstGeom>
          <a:noFill/>
          <a:ln>
            <a:noFill/>
          </a:ln>
        </p:spPr>
      </p:pic>
      <p:sp>
        <p:nvSpPr>
          <p:cNvPr id="379" name="Google Shape;379;p51"/>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Amazon Rekognition</a:t>
            </a:r>
            <a:endParaRPr/>
          </a:p>
        </p:txBody>
      </p:sp>
      <p:sp>
        <p:nvSpPr>
          <p:cNvPr id="380" name="Google Shape;380;p51"/>
          <p:cNvSpPr txBox="1"/>
          <p:nvPr>
            <p:ph idx="1" type="body"/>
          </p:nvPr>
        </p:nvSpPr>
        <p:spPr>
          <a:xfrm>
            <a:off x="314325" y="1146131"/>
            <a:ext cx="3533741" cy="3486591"/>
          </a:xfrm>
          <a:prstGeom prst="rect">
            <a:avLst/>
          </a:prstGeom>
          <a:noFill/>
          <a:ln>
            <a:noFill/>
          </a:ln>
        </p:spPr>
        <p:txBody>
          <a:bodyPr anchorCtr="0" anchor="t" bIns="34275" lIns="68575" spcFirstLastPara="1" rIns="68575" wrap="square" tIns="34275">
            <a:noAutofit/>
          </a:bodyPr>
          <a:lstStyle/>
          <a:p>
            <a:pPr indent="-177800" lvl="0" marL="177800" rtl="0" algn="l">
              <a:lnSpc>
                <a:spcPct val="90000"/>
              </a:lnSpc>
              <a:spcBef>
                <a:spcPts val="0"/>
              </a:spcBef>
              <a:spcAft>
                <a:spcPts val="0"/>
              </a:spcAft>
              <a:buClr>
                <a:schemeClr val="dk1"/>
              </a:buClr>
              <a:buSzPts val="1800"/>
              <a:buChar char="•"/>
            </a:pPr>
            <a:r>
              <a:rPr lang="es-419" sz="1800"/>
              <a:t>Servicio administrado para análisis de imágenes y video</a:t>
            </a:r>
            <a:endParaRPr/>
          </a:p>
          <a:p>
            <a:pPr indent="-177800" lvl="0" marL="177800" rtl="0" algn="l">
              <a:lnSpc>
                <a:spcPct val="90000"/>
              </a:lnSpc>
              <a:spcBef>
                <a:spcPts val="800"/>
              </a:spcBef>
              <a:spcAft>
                <a:spcPts val="0"/>
              </a:spcAft>
              <a:buClr>
                <a:schemeClr val="dk1"/>
              </a:buClr>
              <a:buSzPts val="1800"/>
              <a:buChar char="•"/>
            </a:pPr>
            <a:r>
              <a:rPr lang="es-419" sz="1800"/>
              <a:t>Tipos de análisis</a:t>
            </a:r>
            <a:endParaRPr/>
          </a:p>
          <a:p>
            <a:pPr indent="-171450" lvl="1" marL="520700" rtl="0" algn="l">
              <a:lnSpc>
                <a:spcPct val="90000"/>
              </a:lnSpc>
              <a:spcBef>
                <a:spcPts val="400"/>
              </a:spcBef>
              <a:spcAft>
                <a:spcPts val="0"/>
              </a:spcAft>
              <a:buClr>
                <a:schemeClr val="dk1"/>
              </a:buClr>
              <a:buSzPts val="1500"/>
              <a:buChar char="•"/>
            </a:pPr>
            <a:r>
              <a:rPr lang="es-419" sz="1500"/>
              <a:t>Bibliotecas de imágenes y videos con capacidad de búsqueda</a:t>
            </a:r>
            <a:endParaRPr/>
          </a:p>
          <a:p>
            <a:pPr indent="-171450" lvl="1" marL="520700" rtl="0" algn="l">
              <a:lnSpc>
                <a:spcPct val="90000"/>
              </a:lnSpc>
              <a:spcBef>
                <a:spcPts val="400"/>
              </a:spcBef>
              <a:spcAft>
                <a:spcPts val="0"/>
              </a:spcAft>
              <a:buClr>
                <a:schemeClr val="dk1"/>
              </a:buClr>
              <a:buSzPts val="1500"/>
              <a:buChar char="•"/>
            </a:pPr>
            <a:r>
              <a:rPr lang="es-419" sz="1500"/>
              <a:t>Verificación de usuarios basada </a:t>
            </a:r>
            <a:br>
              <a:rPr lang="es-419" sz="1500"/>
            </a:br>
            <a:r>
              <a:rPr lang="es-419" sz="1500"/>
              <a:t>en el rostro</a:t>
            </a:r>
            <a:endParaRPr/>
          </a:p>
          <a:p>
            <a:pPr indent="-171450" lvl="1" marL="520700" rtl="0" algn="l">
              <a:lnSpc>
                <a:spcPct val="90000"/>
              </a:lnSpc>
              <a:spcBef>
                <a:spcPts val="400"/>
              </a:spcBef>
              <a:spcAft>
                <a:spcPts val="0"/>
              </a:spcAft>
              <a:buClr>
                <a:schemeClr val="dk1"/>
              </a:buClr>
              <a:buSzPts val="1500"/>
              <a:buChar char="•"/>
            </a:pPr>
            <a:r>
              <a:rPr lang="es-419" sz="1500"/>
              <a:t>Sentimiento y análisis demográfico</a:t>
            </a:r>
            <a:endParaRPr/>
          </a:p>
          <a:p>
            <a:pPr indent="-171450" lvl="1" marL="520700" rtl="0" algn="l">
              <a:lnSpc>
                <a:spcPct val="90000"/>
              </a:lnSpc>
              <a:spcBef>
                <a:spcPts val="400"/>
              </a:spcBef>
              <a:spcAft>
                <a:spcPts val="0"/>
              </a:spcAft>
              <a:buClr>
                <a:schemeClr val="dk1"/>
              </a:buClr>
              <a:buSzPts val="1500"/>
              <a:buChar char="•"/>
            </a:pPr>
            <a:r>
              <a:rPr lang="es-419" sz="1500"/>
              <a:t>Detección de contenido no seguro</a:t>
            </a:r>
            <a:endParaRPr/>
          </a:p>
          <a:p>
            <a:pPr indent="-171450" lvl="1" marL="520700" rtl="0" algn="l">
              <a:lnSpc>
                <a:spcPct val="90000"/>
              </a:lnSpc>
              <a:spcBef>
                <a:spcPts val="400"/>
              </a:spcBef>
              <a:spcAft>
                <a:spcPts val="0"/>
              </a:spcAft>
              <a:buClr>
                <a:schemeClr val="dk1"/>
              </a:buClr>
              <a:buSzPts val="1500"/>
              <a:buChar char="•"/>
            </a:pPr>
            <a:r>
              <a:rPr lang="es-419" sz="1500"/>
              <a:t>Detección de texto</a:t>
            </a:r>
            <a:endParaRPr/>
          </a:p>
          <a:p>
            <a:pPr indent="-177800" lvl="0" marL="177800" rtl="0" algn="l">
              <a:lnSpc>
                <a:spcPct val="90000"/>
              </a:lnSpc>
              <a:spcBef>
                <a:spcPts val="800"/>
              </a:spcBef>
              <a:spcAft>
                <a:spcPts val="0"/>
              </a:spcAft>
              <a:buClr>
                <a:schemeClr val="dk1"/>
              </a:buClr>
              <a:buSzPts val="1800"/>
              <a:buChar char="•"/>
            </a:pPr>
            <a:r>
              <a:rPr lang="es-419" sz="1800"/>
              <a:t>Seguridad y conformidad</a:t>
            </a:r>
            <a:endParaRPr/>
          </a:p>
          <a:p>
            <a:pPr indent="-63500" lvl="0" marL="177800" rtl="0" algn="l">
              <a:lnSpc>
                <a:spcPct val="90000"/>
              </a:lnSpc>
              <a:spcBef>
                <a:spcPts val="800"/>
              </a:spcBef>
              <a:spcAft>
                <a:spcPts val="0"/>
              </a:spcAft>
              <a:buClr>
                <a:schemeClr val="dk1"/>
              </a:buClr>
              <a:buSzPts val="1800"/>
              <a:buNone/>
            </a:pPr>
            <a:r>
              <a:t/>
            </a:r>
            <a:endParaRPr sz="1800"/>
          </a:p>
          <a:p>
            <a:pPr indent="-76200" lvl="1" marL="520700" rtl="0" algn="l">
              <a:lnSpc>
                <a:spcPct val="90000"/>
              </a:lnSpc>
              <a:spcBef>
                <a:spcPts val="400"/>
              </a:spcBef>
              <a:spcAft>
                <a:spcPts val="0"/>
              </a:spcAft>
              <a:buClr>
                <a:schemeClr val="dk1"/>
              </a:buClr>
              <a:buSzPts val="1500"/>
              <a:buNone/>
            </a:pPr>
            <a:r>
              <a:t/>
            </a:r>
            <a:endParaRPr sz="1500"/>
          </a:p>
        </p:txBody>
      </p:sp>
      <p:pic>
        <p:nvPicPr>
          <p:cNvPr id="381" name="Google Shape;381;p51"/>
          <p:cNvPicPr preferRelativeResize="0"/>
          <p:nvPr/>
        </p:nvPicPr>
        <p:blipFill rotWithShape="1">
          <a:blip r:embed="rId4">
            <a:alphaModFix/>
          </a:blip>
          <a:srcRect b="0" l="0" r="0" t="0"/>
          <a:stretch/>
        </p:blipFill>
        <p:spPr>
          <a:xfrm>
            <a:off x="4078016" y="1531640"/>
            <a:ext cx="4617947" cy="2490069"/>
          </a:xfrm>
          <a:prstGeom prst="rect">
            <a:avLst/>
          </a:prstGeom>
          <a:noFill/>
          <a:ln>
            <a:noFill/>
          </a:ln>
        </p:spPr>
      </p:pic>
      <p:pic>
        <p:nvPicPr>
          <p:cNvPr id="382" name="Google Shape;382;p51"/>
          <p:cNvPicPr preferRelativeResize="0"/>
          <p:nvPr/>
        </p:nvPicPr>
        <p:blipFill rotWithShape="1">
          <a:blip r:embed="rId5">
            <a:alphaModFix/>
          </a:blip>
          <a:srcRect b="0" l="0" r="0" t="0"/>
          <a:stretch/>
        </p:blipFill>
        <p:spPr>
          <a:xfrm>
            <a:off x="4192316" y="1645940"/>
            <a:ext cx="4617947" cy="2490069"/>
          </a:xfrm>
          <a:prstGeom prst="rect">
            <a:avLst/>
          </a:prstGeom>
          <a:noFill/>
          <a:ln>
            <a:noFill/>
          </a:ln>
        </p:spPr>
      </p:pic>
      <p:pic>
        <p:nvPicPr>
          <p:cNvPr id="383" name="Google Shape;383;p51"/>
          <p:cNvPicPr preferRelativeResize="0"/>
          <p:nvPr/>
        </p:nvPicPr>
        <p:blipFill rotWithShape="1">
          <a:blip r:embed="rId6">
            <a:alphaModFix/>
          </a:blip>
          <a:srcRect b="0" l="0" r="0" t="0"/>
          <a:stretch/>
        </p:blipFill>
        <p:spPr>
          <a:xfrm>
            <a:off x="4306616" y="1760240"/>
            <a:ext cx="4617947" cy="2490069"/>
          </a:xfrm>
          <a:prstGeom prst="rect">
            <a:avLst/>
          </a:prstGeom>
          <a:noFill/>
          <a:ln>
            <a:noFill/>
          </a:ln>
        </p:spPr>
      </p:pic>
      <p:pic>
        <p:nvPicPr>
          <p:cNvPr id="384" name="Google Shape;384;p51"/>
          <p:cNvPicPr preferRelativeResize="0"/>
          <p:nvPr/>
        </p:nvPicPr>
        <p:blipFill rotWithShape="1">
          <a:blip r:embed="rId7">
            <a:alphaModFix/>
          </a:blip>
          <a:srcRect b="0" l="0" r="0" t="0"/>
          <a:stretch/>
        </p:blipFill>
        <p:spPr>
          <a:xfrm>
            <a:off x="4400303" y="1843015"/>
            <a:ext cx="4622158" cy="252159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0">
                                            <p:txEl>
                                              <p:pRg end="0" st="0"/>
                                            </p:txEl>
                                          </p:spTgt>
                                        </p:tgtEl>
                                        <p:attrNameLst>
                                          <p:attrName>style.visibility</p:attrName>
                                        </p:attrNameLst>
                                      </p:cBhvr>
                                      <p:to>
                                        <p:strVal val="visible"/>
                                      </p:to>
                                    </p:set>
                                    <p:animEffect filter="fade" transition="in">
                                      <p:cBhvr>
                                        <p:cTn dur="500"/>
                                        <p:tgtEl>
                                          <p:spTgt spid="380">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80">
                                            <p:txEl>
                                              <p:pRg end="1" st="1"/>
                                            </p:txEl>
                                          </p:spTgt>
                                        </p:tgtEl>
                                        <p:attrNameLst>
                                          <p:attrName>style.visibility</p:attrName>
                                        </p:attrNameLst>
                                      </p:cBhvr>
                                      <p:to>
                                        <p:strVal val="visible"/>
                                      </p:to>
                                    </p:set>
                                    <p:animEffect filter="fade" transition="in">
                                      <p:cBhvr>
                                        <p:cTn dur="500"/>
                                        <p:tgtEl>
                                          <p:spTgt spid="380">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380">
                                            <p:txEl>
                                              <p:pRg end="2" st="2"/>
                                            </p:txEl>
                                          </p:spTgt>
                                        </p:tgtEl>
                                        <p:attrNameLst>
                                          <p:attrName>style.visibility</p:attrName>
                                        </p:attrNameLst>
                                      </p:cBhvr>
                                      <p:to>
                                        <p:strVal val="visible"/>
                                      </p:to>
                                    </p:set>
                                    <p:animEffect filter="fade" transition="in">
                                      <p:cBhvr>
                                        <p:cTn dur="500"/>
                                        <p:tgtEl>
                                          <p:spTgt spid="380">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380">
                                            <p:txEl>
                                              <p:pRg end="3" st="3"/>
                                            </p:txEl>
                                          </p:spTgt>
                                        </p:tgtEl>
                                        <p:attrNameLst>
                                          <p:attrName>style.visibility</p:attrName>
                                        </p:attrNameLst>
                                      </p:cBhvr>
                                      <p:to>
                                        <p:strVal val="visible"/>
                                      </p:to>
                                    </p:set>
                                    <p:animEffect filter="fade" transition="in">
                                      <p:cBhvr>
                                        <p:cTn dur="500"/>
                                        <p:tgtEl>
                                          <p:spTgt spid="380">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380">
                                            <p:txEl>
                                              <p:pRg end="4" st="4"/>
                                            </p:txEl>
                                          </p:spTgt>
                                        </p:tgtEl>
                                        <p:attrNameLst>
                                          <p:attrName>style.visibility</p:attrName>
                                        </p:attrNameLst>
                                      </p:cBhvr>
                                      <p:to>
                                        <p:strVal val="visible"/>
                                      </p:to>
                                    </p:set>
                                    <p:animEffect filter="fade" transition="in">
                                      <p:cBhvr>
                                        <p:cTn dur="500"/>
                                        <p:tgtEl>
                                          <p:spTgt spid="380">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380">
                                            <p:txEl>
                                              <p:pRg end="5" st="5"/>
                                            </p:txEl>
                                          </p:spTgt>
                                        </p:tgtEl>
                                        <p:attrNameLst>
                                          <p:attrName>style.visibility</p:attrName>
                                        </p:attrNameLst>
                                      </p:cBhvr>
                                      <p:to>
                                        <p:strVal val="visible"/>
                                      </p:to>
                                    </p:set>
                                    <p:animEffect filter="fade" transition="in">
                                      <p:cBhvr>
                                        <p:cTn dur="500"/>
                                        <p:tgtEl>
                                          <p:spTgt spid="380">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380">
                                            <p:txEl>
                                              <p:pRg end="6" st="6"/>
                                            </p:txEl>
                                          </p:spTgt>
                                        </p:tgtEl>
                                        <p:attrNameLst>
                                          <p:attrName>style.visibility</p:attrName>
                                        </p:attrNameLst>
                                      </p:cBhvr>
                                      <p:to>
                                        <p:strVal val="visible"/>
                                      </p:to>
                                    </p:set>
                                    <p:animEffect filter="fade" transition="in">
                                      <p:cBhvr>
                                        <p:cTn dur="500"/>
                                        <p:tgtEl>
                                          <p:spTgt spid="380">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380">
                                            <p:txEl>
                                              <p:pRg end="7" st="7"/>
                                            </p:txEl>
                                          </p:spTgt>
                                        </p:tgtEl>
                                        <p:attrNameLst>
                                          <p:attrName>style.visibility</p:attrName>
                                        </p:attrNameLst>
                                      </p:cBhvr>
                                      <p:to>
                                        <p:strVal val="visible"/>
                                      </p:to>
                                    </p:set>
                                    <p:animEffect filter="fade" transition="in">
                                      <p:cBhvr>
                                        <p:cTn dur="500"/>
                                        <p:tgtEl>
                                          <p:spTgt spid="380">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380">
                                            <p:txEl>
                                              <p:pRg end="8" st="8"/>
                                            </p:txEl>
                                          </p:spTgt>
                                        </p:tgtEl>
                                        <p:attrNameLst>
                                          <p:attrName>style.visibility</p:attrName>
                                        </p:attrNameLst>
                                      </p:cBhvr>
                                      <p:to>
                                        <p:strVal val="visible"/>
                                      </p:to>
                                    </p:set>
                                    <p:animEffect filter="fade" transition="in">
                                      <p:cBhvr>
                                        <p:cTn dur="500"/>
                                        <p:tgtEl>
                                          <p:spTgt spid="380">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380">
                                            <p:txEl>
                                              <p:pRg end="9" st="9"/>
                                            </p:txEl>
                                          </p:spTgt>
                                        </p:tgtEl>
                                        <p:attrNameLst>
                                          <p:attrName>style.visibility</p:attrName>
                                        </p:attrNameLst>
                                      </p:cBhvr>
                                      <p:to>
                                        <p:strVal val="visible"/>
                                      </p:to>
                                    </p:set>
                                    <p:animEffect filter="fade" transition="in">
                                      <p:cBhvr>
                                        <p:cTn dur="500"/>
                                        <p:tgtEl>
                                          <p:spTgt spid="38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500"/>
                                        <p:tgtEl>
                                          <p:spTgt spid="3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500"/>
                                        <p:tgtEl>
                                          <p:spTgt spid="3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500"/>
                                        <p:tgtEl>
                                          <p:spTgt spid="3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500"/>
                                        <p:tgtEl>
                                          <p:spTgt spid="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2"/>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Amazon Rekognition</a:t>
            </a:r>
            <a:endParaRPr/>
          </a:p>
        </p:txBody>
      </p:sp>
      <p:pic>
        <p:nvPicPr>
          <p:cNvPr id="390" name="Google Shape;390;p52"/>
          <p:cNvPicPr preferRelativeResize="0"/>
          <p:nvPr/>
        </p:nvPicPr>
        <p:blipFill rotWithShape="1">
          <a:blip r:embed="rId3">
            <a:alphaModFix/>
          </a:blip>
          <a:srcRect b="0" l="0" r="0" t="0"/>
          <a:stretch/>
        </p:blipFill>
        <p:spPr>
          <a:xfrm>
            <a:off x="314325" y="1206188"/>
            <a:ext cx="603790" cy="603790"/>
          </a:xfrm>
          <a:prstGeom prst="rect">
            <a:avLst/>
          </a:prstGeom>
          <a:noFill/>
          <a:ln>
            <a:noFill/>
          </a:ln>
        </p:spPr>
      </p:pic>
      <p:pic>
        <p:nvPicPr>
          <p:cNvPr id="391" name="Google Shape;391;p52"/>
          <p:cNvPicPr preferRelativeResize="0"/>
          <p:nvPr/>
        </p:nvPicPr>
        <p:blipFill rotWithShape="1">
          <a:blip r:embed="rId4">
            <a:alphaModFix/>
          </a:blip>
          <a:srcRect b="0" l="0" r="0" t="0"/>
          <a:stretch/>
        </p:blipFill>
        <p:spPr>
          <a:xfrm>
            <a:off x="314325" y="1969712"/>
            <a:ext cx="603790" cy="603790"/>
          </a:xfrm>
          <a:prstGeom prst="rect">
            <a:avLst/>
          </a:prstGeom>
          <a:noFill/>
          <a:ln>
            <a:noFill/>
          </a:ln>
        </p:spPr>
      </p:pic>
      <p:pic>
        <p:nvPicPr>
          <p:cNvPr id="392" name="Google Shape;392;p52"/>
          <p:cNvPicPr preferRelativeResize="0"/>
          <p:nvPr/>
        </p:nvPicPr>
        <p:blipFill rotWithShape="1">
          <a:blip r:embed="rId5">
            <a:alphaModFix/>
          </a:blip>
          <a:srcRect b="0" l="0" r="0" t="0"/>
          <a:stretch/>
        </p:blipFill>
        <p:spPr>
          <a:xfrm>
            <a:off x="314325" y="2733235"/>
            <a:ext cx="603790" cy="603790"/>
          </a:xfrm>
          <a:prstGeom prst="rect">
            <a:avLst/>
          </a:prstGeom>
          <a:noFill/>
          <a:ln>
            <a:noFill/>
          </a:ln>
        </p:spPr>
      </p:pic>
      <p:sp>
        <p:nvSpPr>
          <p:cNvPr id="393" name="Google Shape;393;p52"/>
          <p:cNvSpPr/>
          <p:nvPr/>
        </p:nvSpPr>
        <p:spPr>
          <a:xfrm>
            <a:off x="1007888" y="1311875"/>
            <a:ext cx="6431087" cy="392415"/>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es-419" sz="2100" u="none" cap="none" strike="noStrike">
                <a:solidFill>
                  <a:schemeClr val="dk1"/>
                </a:solidFill>
                <a:latin typeface="Arial"/>
                <a:ea typeface="Arial"/>
                <a:cs typeface="Arial"/>
                <a:sym typeface="Arial"/>
              </a:rPr>
              <a:t>Puede agregar un potente análisis visual a su aplicación</a:t>
            </a:r>
            <a:endParaRPr sz="1100"/>
          </a:p>
        </p:txBody>
      </p:sp>
      <p:sp>
        <p:nvSpPr>
          <p:cNvPr id="394" name="Google Shape;394;p52"/>
          <p:cNvSpPr/>
          <p:nvPr/>
        </p:nvSpPr>
        <p:spPr>
          <a:xfrm>
            <a:off x="1007887" y="2075399"/>
            <a:ext cx="4969149" cy="392415"/>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es-419" sz="2100" u="none" cap="none" strike="noStrike">
                <a:solidFill>
                  <a:schemeClr val="dk1"/>
                </a:solidFill>
                <a:latin typeface="Arial"/>
                <a:ea typeface="Arial"/>
                <a:cs typeface="Arial"/>
                <a:sym typeface="Arial"/>
              </a:rPr>
              <a:t>Es altamente escalable y aprende continuamente</a:t>
            </a:r>
            <a:endParaRPr sz="1100"/>
          </a:p>
        </p:txBody>
      </p:sp>
      <p:sp>
        <p:nvSpPr>
          <p:cNvPr id="395" name="Google Shape;395;p52"/>
          <p:cNvSpPr/>
          <p:nvPr/>
        </p:nvSpPr>
        <p:spPr>
          <a:xfrm>
            <a:off x="1007888" y="2836037"/>
            <a:ext cx="4226157" cy="392415"/>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es-419" sz="2100" u="none" cap="none" strike="noStrike">
                <a:solidFill>
                  <a:schemeClr val="dk1"/>
                </a:solidFill>
                <a:latin typeface="Arial"/>
                <a:ea typeface="Arial"/>
                <a:cs typeface="Arial"/>
                <a:sym typeface="Arial"/>
              </a:rPr>
              <a:t>Integración con otros servicios de AWS</a:t>
            </a:r>
            <a:endParaRPr sz="1100"/>
          </a:p>
        </p:txBody>
      </p:sp>
      <p:grpSp>
        <p:nvGrpSpPr>
          <p:cNvPr descr="Languages supported by Amazon Rekognition SDKs." id="396" name="Google Shape;396;p52"/>
          <p:cNvGrpSpPr/>
          <p:nvPr/>
        </p:nvGrpSpPr>
        <p:grpSpPr>
          <a:xfrm>
            <a:off x="439181" y="3536277"/>
            <a:ext cx="8226020" cy="716163"/>
            <a:chOff x="585574" y="4715036"/>
            <a:chExt cx="10968027" cy="954884"/>
          </a:xfrm>
        </p:grpSpPr>
        <p:grpSp>
          <p:nvGrpSpPr>
            <p:cNvPr id="397" name="Google Shape;397;p52"/>
            <p:cNvGrpSpPr/>
            <p:nvPr/>
          </p:nvGrpSpPr>
          <p:grpSpPr>
            <a:xfrm>
              <a:off x="585574" y="5331355"/>
              <a:ext cx="10968027" cy="338565"/>
              <a:chOff x="349856" y="1765887"/>
              <a:chExt cx="10968027" cy="354300"/>
            </a:xfrm>
          </p:grpSpPr>
          <p:sp>
            <p:nvSpPr>
              <p:cNvPr id="398" name="Google Shape;398;p52"/>
              <p:cNvSpPr txBox="1"/>
              <p:nvPr/>
            </p:nvSpPr>
            <p:spPr>
              <a:xfrm>
                <a:off x="349856" y="1765887"/>
                <a:ext cx="1209000" cy="354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1200" u="none" cap="none" strike="noStrike">
                    <a:solidFill>
                      <a:schemeClr val="dk1"/>
                    </a:solidFill>
                    <a:latin typeface="Arial"/>
                    <a:ea typeface="Arial"/>
                    <a:cs typeface="Arial"/>
                    <a:sym typeface="Arial"/>
                  </a:rPr>
                  <a:t>JavaScript</a:t>
                </a:r>
                <a:endParaRPr sz="900"/>
              </a:p>
            </p:txBody>
          </p:sp>
          <p:sp>
            <p:nvSpPr>
              <p:cNvPr id="399" name="Google Shape;399;p52"/>
              <p:cNvSpPr txBox="1"/>
              <p:nvPr/>
            </p:nvSpPr>
            <p:spPr>
              <a:xfrm>
                <a:off x="1761924" y="1765887"/>
                <a:ext cx="909300" cy="354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1200" u="none" cap="none" strike="noStrike">
                    <a:solidFill>
                      <a:schemeClr val="dk1"/>
                    </a:solidFill>
                    <a:latin typeface="Arial"/>
                    <a:ea typeface="Arial"/>
                    <a:cs typeface="Arial"/>
                    <a:sym typeface="Arial"/>
                  </a:rPr>
                  <a:t>Python</a:t>
                </a:r>
                <a:endParaRPr sz="900"/>
              </a:p>
            </p:txBody>
          </p:sp>
          <p:sp>
            <p:nvSpPr>
              <p:cNvPr id="400" name="Google Shape;400;p52"/>
              <p:cNvSpPr txBox="1"/>
              <p:nvPr/>
            </p:nvSpPr>
            <p:spPr>
              <a:xfrm>
                <a:off x="3162039" y="1765887"/>
                <a:ext cx="615900" cy="354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1200" u="none" cap="none" strike="noStrike">
                    <a:solidFill>
                      <a:schemeClr val="dk1"/>
                    </a:solidFill>
                    <a:latin typeface="Arial"/>
                    <a:ea typeface="Arial"/>
                    <a:cs typeface="Arial"/>
                    <a:sym typeface="Arial"/>
                  </a:rPr>
                  <a:t>PHP</a:t>
                </a:r>
                <a:endParaRPr sz="900"/>
              </a:p>
            </p:txBody>
          </p:sp>
          <p:sp>
            <p:nvSpPr>
              <p:cNvPr id="401" name="Google Shape;401;p52"/>
              <p:cNvSpPr txBox="1"/>
              <p:nvPr/>
            </p:nvSpPr>
            <p:spPr>
              <a:xfrm>
                <a:off x="4407036" y="1765887"/>
                <a:ext cx="649500" cy="354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1200" u="none" cap="none" strike="noStrike">
                    <a:solidFill>
                      <a:schemeClr val="dk1"/>
                    </a:solidFill>
                    <a:latin typeface="Arial"/>
                    <a:ea typeface="Arial"/>
                    <a:cs typeface="Arial"/>
                    <a:sym typeface="Arial"/>
                  </a:rPr>
                  <a:t>.NET</a:t>
                </a:r>
                <a:endParaRPr sz="900"/>
              </a:p>
            </p:txBody>
          </p:sp>
          <p:sp>
            <p:nvSpPr>
              <p:cNvPr id="402" name="Google Shape;402;p52"/>
              <p:cNvSpPr txBox="1"/>
              <p:nvPr/>
            </p:nvSpPr>
            <p:spPr>
              <a:xfrm>
                <a:off x="5643866" y="1765887"/>
                <a:ext cx="694500" cy="354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1200" u="none" cap="none" strike="noStrike">
                    <a:solidFill>
                      <a:schemeClr val="dk1"/>
                    </a:solidFill>
                    <a:latin typeface="Arial"/>
                    <a:ea typeface="Arial"/>
                    <a:cs typeface="Arial"/>
                    <a:sym typeface="Arial"/>
                  </a:rPr>
                  <a:t>Ruby</a:t>
                </a:r>
                <a:endParaRPr sz="900"/>
              </a:p>
            </p:txBody>
          </p:sp>
          <p:sp>
            <p:nvSpPr>
              <p:cNvPr id="403" name="Google Shape;403;p52"/>
              <p:cNvSpPr txBox="1"/>
              <p:nvPr/>
            </p:nvSpPr>
            <p:spPr>
              <a:xfrm>
                <a:off x="6937599" y="1765887"/>
                <a:ext cx="628800" cy="354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1200" u="none" cap="none" strike="noStrike">
                    <a:solidFill>
                      <a:schemeClr val="dk1"/>
                    </a:solidFill>
                    <a:latin typeface="Arial"/>
                    <a:ea typeface="Arial"/>
                    <a:cs typeface="Arial"/>
                    <a:sym typeface="Arial"/>
                  </a:rPr>
                  <a:t>Java</a:t>
                </a:r>
                <a:endParaRPr sz="900"/>
              </a:p>
            </p:txBody>
          </p:sp>
          <p:sp>
            <p:nvSpPr>
              <p:cNvPr id="404" name="Google Shape;404;p52"/>
              <p:cNvSpPr txBox="1"/>
              <p:nvPr/>
            </p:nvSpPr>
            <p:spPr>
              <a:xfrm>
                <a:off x="8276373" y="1765887"/>
                <a:ext cx="471600" cy="354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1200" u="none" cap="none" strike="noStrike">
                    <a:solidFill>
                      <a:schemeClr val="dk1"/>
                    </a:solidFill>
                    <a:latin typeface="Arial"/>
                    <a:ea typeface="Arial"/>
                    <a:cs typeface="Arial"/>
                    <a:sym typeface="Arial"/>
                  </a:rPr>
                  <a:t>Go</a:t>
                </a:r>
                <a:endParaRPr sz="900"/>
              </a:p>
            </p:txBody>
          </p:sp>
          <p:sp>
            <p:nvSpPr>
              <p:cNvPr id="405" name="Google Shape;405;p52"/>
              <p:cNvSpPr txBox="1"/>
              <p:nvPr/>
            </p:nvSpPr>
            <p:spPr>
              <a:xfrm>
                <a:off x="9305194" y="1765887"/>
                <a:ext cx="927000" cy="354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1200" u="none" cap="none" strike="noStrike">
                    <a:solidFill>
                      <a:schemeClr val="dk1"/>
                    </a:solidFill>
                    <a:latin typeface="Arial"/>
                    <a:ea typeface="Arial"/>
                    <a:cs typeface="Arial"/>
                    <a:sym typeface="Arial"/>
                  </a:rPr>
                  <a:t>Node.js</a:t>
                </a:r>
                <a:endParaRPr sz="900"/>
              </a:p>
            </p:txBody>
          </p:sp>
          <p:sp>
            <p:nvSpPr>
              <p:cNvPr id="406" name="Google Shape;406;p52"/>
              <p:cNvSpPr txBox="1"/>
              <p:nvPr/>
            </p:nvSpPr>
            <p:spPr>
              <a:xfrm>
                <a:off x="10725983" y="1765887"/>
                <a:ext cx="591900" cy="354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1200" u="none" cap="none" strike="noStrike">
                    <a:solidFill>
                      <a:schemeClr val="dk1"/>
                    </a:solidFill>
                    <a:latin typeface="Arial"/>
                    <a:ea typeface="Arial"/>
                    <a:cs typeface="Arial"/>
                    <a:sym typeface="Arial"/>
                  </a:rPr>
                  <a:t>C++</a:t>
                </a:r>
                <a:endParaRPr sz="900"/>
              </a:p>
            </p:txBody>
          </p:sp>
        </p:grpSp>
        <p:sp>
          <p:nvSpPr>
            <p:cNvPr id="407" name="Google Shape;407;p52"/>
            <p:cNvSpPr/>
            <p:nvPr/>
          </p:nvSpPr>
          <p:spPr>
            <a:xfrm>
              <a:off x="654540" y="4715036"/>
              <a:ext cx="6486071" cy="40011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0" i="0" lang="es-419" sz="1300" u="none" cap="none" strike="noStrike">
                  <a:solidFill>
                    <a:schemeClr val="dk1"/>
                  </a:solidFill>
                  <a:latin typeface="Arial"/>
                  <a:ea typeface="Arial"/>
                  <a:cs typeface="Arial"/>
                  <a:sym typeface="Arial"/>
                </a:rPr>
                <a:t>Idiomas compatibles con los SDK de Amazon Rekognition:</a:t>
              </a:r>
              <a:endParaRPr sz="900"/>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3"/>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Caso de uso 1: Biblioteca de imágenes con capacidad de búsqueda</a:t>
            </a:r>
            <a:endParaRPr/>
          </a:p>
        </p:txBody>
      </p:sp>
      <p:cxnSp>
        <p:nvCxnSpPr>
          <p:cNvPr id="413" name="Google Shape;413;p53"/>
          <p:cNvCxnSpPr>
            <a:stCxn id="414" idx="1"/>
            <a:endCxn id="415" idx="3"/>
          </p:cNvCxnSpPr>
          <p:nvPr/>
        </p:nvCxnSpPr>
        <p:spPr>
          <a:xfrm flipH="1">
            <a:off x="2694413" y="3594246"/>
            <a:ext cx="2342700" cy="600"/>
          </a:xfrm>
          <a:prstGeom prst="straightConnector1">
            <a:avLst/>
          </a:prstGeom>
          <a:noFill/>
          <a:ln cap="flat" cmpd="sng" w="12700">
            <a:solidFill>
              <a:schemeClr val="accent1"/>
            </a:solidFill>
            <a:prstDash val="solid"/>
            <a:miter lim="800000"/>
            <a:headEnd len="sm" w="sm" type="none"/>
            <a:tailEnd len="med" w="med" type="stealth"/>
          </a:ln>
        </p:spPr>
      </p:cxnSp>
      <p:grpSp>
        <p:nvGrpSpPr>
          <p:cNvPr descr="Searchable image library workflow." id="416" name="Google Shape;416;p53"/>
          <p:cNvGrpSpPr/>
          <p:nvPr/>
        </p:nvGrpSpPr>
        <p:grpSpPr>
          <a:xfrm>
            <a:off x="919847" y="1146821"/>
            <a:ext cx="7344096" cy="3170366"/>
            <a:chOff x="1226463" y="1529095"/>
            <a:chExt cx="9792128" cy="4227155"/>
          </a:xfrm>
        </p:grpSpPr>
        <p:pic>
          <p:nvPicPr>
            <p:cNvPr id="417" name="Google Shape;417;p53"/>
            <p:cNvPicPr preferRelativeResize="0"/>
            <p:nvPr/>
          </p:nvPicPr>
          <p:blipFill rotWithShape="1">
            <a:blip r:embed="rId3">
              <a:alphaModFix/>
            </a:blip>
            <a:srcRect b="65165" l="4391" r="89025" t="19068"/>
            <a:stretch/>
          </p:blipFill>
          <p:spPr>
            <a:xfrm>
              <a:off x="1226463" y="1815233"/>
              <a:ext cx="659424" cy="729762"/>
            </a:xfrm>
            <a:prstGeom prst="rect">
              <a:avLst/>
            </a:prstGeom>
            <a:noFill/>
            <a:ln>
              <a:noFill/>
            </a:ln>
          </p:spPr>
        </p:pic>
        <p:grpSp>
          <p:nvGrpSpPr>
            <p:cNvPr id="418" name="Google Shape;418;p53"/>
            <p:cNvGrpSpPr/>
            <p:nvPr/>
          </p:nvGrpSpPr>
          <p:grpSpPr>
            <a:xfrm>
              <a:off x="6306296" y="1825169"/>
              <a:ext cx="1506552" cy="1078628"/>
              <a:chOff x="6306296" y="1647909"/>
              <a:chExt cx="1506552" cy="1078628"/>
            </a:xfrm>
          </p:grpSpPr>
          <p:pic>
            <p:nvPicPr>
              <p:cNvPr id="419" name="Google Shape;419;p53"/>
              <p:cNvPicPr preferRelativeResize="0"/>
              <p:nvPr/>
            </p:nvPicPr>
            <p:blipFill rotWithShape="1">
              <a:blip r:embed="rId4">
                <a:alphaModFix/>
              </a:blip>
              <a:srcRect b="0" l="0" r="0" t="0"/>
              <a:stretch/>
            </p:blipFill>
            <p:spPr>
              <a:xfrm>
                <a:off x="6716151" y="1647909"/>
                <a:ext cx="711200" cy="711200"/>
              </a:xfrm>
              <a:prstGeom prst="rect">
                <a:avLst/>
              </a:prstGeom>
              <a:noFill/>
              <a:ln>
                <a:noFill/>
              </a:ln>
            </p:spPr>
          </p:pic>
          <p:sp>
            <p:nvSpPr>
              <p:cNvPr id="420" name="Google Shape;420;p53"/>
              <p:cNvSpPr txBox="1"/>
              <p:nvPr/>
            </p:nvSpPr>
            <p:spPr>
              <a:xfrm>
                <a:off x="6306296" y="2387983"/>
                <a:ext cx="1506552"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AWS Lambda</a:t>
                </a:r>
                <a:endParaRPr sz="1100"/>
              </a:p>
            </p:txBody>
          </p:sp>
        </p:grpSp>
        <p:grpSp>
          <p:nvGrpSpPr>
            <p:cNvPr id="421" name="Google Shape;421;p53"/>
            <p:cNvGrpSpPr/>
            <p:nvPr/>
          </p:nvGrpSpPr>
          <p:grpSpPr>
            <a:xfrm>
              <a:off x="4451549" y="1946267"/>
              <a:ext cx="1506552" cy="842451"/>
              <a:chOff x="3677507" y="1769188"/>
              <a:chExt cx="1506552" cy="842451"/>
            </a:xfrm>
          </p:grpSpPr>
          <p:pic>
            <p:nvPicPr>
              <p:cNvPr id="422" name="Google Shape;422;p53"/>
              <p:cNvPicPr preferRelativeResize="0"/>
              <p:nvPr/>
            </p:nvPicPr>
            <p:blipFill rotWithShape="1">
              <a:blip r:embed="rId5">
                <a:alphaModFix/>
              </a:blip>
              <a:srcRect b="0" l="0" r="0" t="0"/>
              <a:stretch/>
            </p:blipFill>
            <p:spPr>
              <a:xfrm>
                <a:off x="4195833" y="1769188"/>
                <a:ext cx="469900" cy="469900"/>
              </a:xfrm>
              <a:prstGeom prst="rect">
                <a:avLst/>
              </a:prstGeom>
              <a:noFill/>
              <a:ln>
                <a:noFill/>
              </a:ln>
            </p:spPr>
          </p:pic>
          <p:sp>
            <p:nvSpPr>
              <p:cNvPr id="423" name="Google Shape;423;p53"/>
              <p:cNvSpPr txBox="1"/>
              <p:nvPr/>
            </p:nvSpPr>
            <p:spPr>
              <a:xfrm>
                <a:off x="3677507" y="2273085"/>
                <a:ext cx="1506552"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Amazon S3 </a:t>
                </a:r>
                <a:endParaRPr sz="1100"/>
              </a:p>
            </p:txBody>
          </p:sp>
        </p:grpSp>
        <p:grpSp>
          <p:nvGrpSpPr>
            <p:cNvPr id="424" name="Google Shape;424;p53"/>
            <p:cNvGrpSpPr/>
            <p:nvPr/>
          </p:nvGrpSpPr>
          <p:grpSpPr>
            <a:xfrm>
              <a:off x="2669857" y="1943328"/>
              <a:ext cx="1375232" cy="867030"/>
              <a:chOff x="1385575" y="1769188"/>
              <a:chExt cx="1375232" cy="867030"/>
            </a:xfrm>
          </p:grpSpPr>
          <p:pic>
            <p:nvPicPr>
              <p:cNvPr id="425" name="Google Shape;425;p53"/>
              <p:cNvPicPr preferRelativeResize="0"/>
              <p:nvPr/>
            </p:nvPicPr>
            <p:blipFill rotWithShape="1">
              <a:blip r:embed="rId6">
                <a:alphaModFix/>
              </a:blip>
              <a:srcRect b="0" l="0" r="0" t="0"/>
              <a:stretch/>
            </p:blipFill>
            <p:spPr>
              <a:xfrm>
                <a:off x="1838241" y="1769188"/>
                <a:ext cx="469900" cy="469900"/>
              </a:xfrm>
              <a:prstGeom prst="rect">
                <a:avLst/>
              </a:prstGeom>
              <a:noFill/>
              <a:ln>
                <a:noFill/>
              </a:ln>
            </p:spPr>
          </p:pic>
          <p:sp>
            <p:nvSpPr>
              <p:cNvPr id="426" name="Google Shape;426;p53"/>
              <p:cNvSpPr txBox="1"/>
              <p:nvPr/>
            </p:nvSpPr>
            <p:spPr>
              <a:xfrm>
                <a:off x="1385575" y="2297664"/>
                <a:ext cx="1375232"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rgbClr val="232F3E"/>
                    </a:solidFill>
                    <a:latin typeface="Arial"/>
                    <a:ea typeface="Arial"/>
                    <a:cs typeface="Arial"/>
                    <a:sym typeface="Arial"/>
                  </a:rPr>
                  <a:t>Aplicación móvil</a:t>
                </a:r>
                <a:endParaRPr sz="1100"/>
              </a:p>
            </p:txBody>
          </p:sp>
        </p:grpSp>
        <p:grpSp>
          <p:nvGrpSpPr>
            <p:cNvPr id="427" name="Google Shape;427;p53"/>
            <p:cNvGrpSpPr/>
            <p:nvPr/>
          </p:nvGrpSpPr>
          <p:grpSpPr>
            <a:xfrm>
              <a:off x="5970220" y="4436728"/>
              <a:ext cx="2203060" cy="1319522"/>
              <a:chOff x="3245701" y="3570675"/>
              <a:chExt cx="2203060" cy="1319522"/>
            </a:xfrm>
          </p:grpSpPr>
          <p:sp>
            <p:nvSpPr>
              <p:cNvPr id="428" name="Google Shape;428;p53"/>
              <p:cNvSpPr txBox="1"/>
              <p:nvPr/>
            </p:nvSpPr>
            <p:spPr>
              <a:xfrm>
                <a:off x="3245701" y="4305422"/>
                <a:ext cx="2203060" cy="58477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rgbClr val="000000"/>
                    </a:solidFill>
                    <a:latin typeface="Arial"/>
                    <a:ea typeface="Arial"/>
                    <a:cs typeface="Arial"/>
                    <a:sym typeface="Arial"/>
                  </a:rPr>
                  <a:t>Amazon Elasticsearch Service</a:t>
                </a:r>
                <a:endParaRPr b="0" i="0" sz="1200" u="none" cap="none" strike="noStrike">
                  <a:solidFill>
                    <a:schemeClr val="dk1"/>
                  </a:solidFill>
                  <a:latin typeface="Arial"/>
                  <a:ea typeface="Arial"/>
                  <a:cs typeface="Arial"/>
                  <a:sym typeface="Arial"/>
                </a:endParaRPr>
              </a:p>
            </p:txBody>
          </p:sp>
          <p:pic>
            <p:nvPicPr>
              <p:cNvPr id="414" name="Google Shape;414;p53"/>
              <p:cNvPicPr preferRelativeResize="0"/>
              <p:nvPr/>
            </p:nvPicPr>
            <p:blipFill rotWithShape="1">
              <a:blip r:embed="rId7">
                <a:alphaModFix/>
              </a:blip>
              <a:srcRect b="0" l="0" r="0" t="0"/>
              <a:stretch/>
            </p:blipFill>
            <p:spPr>
              <a:xfrm>
                <a:off x="3991631" y="3570675"/>
                <a:ext cx="711200" cy="711200"/>
              </a:xfrm>
              <a:prstGeom prst="rect">
                <a:avLst/>
              </a:prstGeom>
              <a:noFill/>
              <a:ln>
                <a:noFill/>
              </a:ln>
            </p:spPr>
          </p:pic>
        </p:grpSp>
        <p:pic>
          <p:nvPicPr>
            <p:cNvPr id="429" name="Google Shape;429;p53"/>
            <p:cNvPicPr preferRelativeResize="0"/>
            <p:nvPr/>
          </p:nvPicPr>
          <p:blipFill rotWithShape="1">
            <a:blip r:embed="rId3">
              <a:alphaModFix/>
            </a:blip>
            <a:srcRect b="65551" l="80375" r="13234" t="20620"/>
            <a:stretch/>
          </p:blipFill>
          <p:spPr>
            <a:xfrm>
              <a:off x="10378510" y="1529095"/>
              <a:ext cx="640081" cy="640080"/>
            </a:xfrm>
            <a:prstGeom prst="rect">
              <a:avLst/>
            </a:prstGeom>
            <a:noFill/>
            <a:ln>
              <a:noFill/>
            </a:ln>
          </p:spPr>
        </p:pic>
        <p:pic>
          <p:nvPicPr>
            <p:cNvPr id="430" name="Google Shape;430;p53"/>
            <p:cNvPicPr preferRelativeResize="0"/>
            <p:nvPr/>
          </p:nvPicPr>
          <p:blipFill rotWithShape="1">
            <a:blip r:embed="rId3">
              <a:alphaModFix/>
            </a:blip>
            <a:srcRect b="65456" l="86458" r="7151" t="20385"/>
            <a:stretch/>
          </p:blipFill>
          <p:spPr>
            <a:xfrm>
              <a:off x="10378510" y="2205319"/>
              <a:ext cx="640080" cy="655320"/>
            </a:xfrm>
            <a:prstGeom prst="rect">
              <a:avLst/>
            </a:prstGeom>
            <a:noFill/>
            <a:ln>
              <a:noFill/>
            </a:ln>
          </p:spPr>
        </p:pic>
        <p:cxnSp>
          <p:nvCxnSpPr>
            <p:cNvPr id="431" name="Google Shape;431;p53"/>
            <p:cNvCxnSpPr>
              <a:stCxn id="425" idx="3"/>
              <a:endCxn id="422" idx="1"/>
            </p:cNvCxnSpPr>
            <p:nvPr/>
          </p:nvCxnSpPr>
          <p:spPr>
            <a:xfrm>
              <a:off x="3592423" y="2178278"/>
              <a:ext cx="1377600" cy="3000"/>
            </a:xfrm>
            <a:prstGeom prst="straightConnector1">
              <a:avLst/>
            </a:prstGeom>
            <a:noFill/>
            <a:ln cap="flat" cmpd="sng" w="12700">
              <a:solidFill>
                <a:schemeClr val="accent1"/>
              </a:solidFill>
              <a:prstDash val="solid"/>
              <a:miter lim="800000"/>
              <a:headEnd len="sm" w="sm" type="none"/>
              <a:tailEnd len="med" w="med" type="stealth"/>
            </a:ln>
          </p:spPr>
        </p:cxnSp>
        <p:cxnSp>
          <p:nvCxnSpPr>
            <p:cNvPr id="432" name="Google Shape;432;p53"/>
            <p:cNvCxnSpPr>
              <a:stCxn id="417" idx="3"/>
              <a:endCxn id="425" idx="1"/>
            </p:cNvCxnSpPr>
            <p:nvPr/>
          </p:nvCxnSpPr>
          <p:spPr>
            <a:xfrm flipH="1" rot="10800000">
              <a:off x="1885887" y="2178314"/>
              <a:ext cx="1236600" cy="1800"/>
            </a:xfrm>
            <a:prstGeom prst="straightConnector1">
              <a:avLst/>
            </a:prstGeom>
            <a:noFill/>
            <a:ln cap="flat" cmpd="sng" w="12700">
              <a:solidFill>
                <a:schemeClr val="accent1"/>
              </a:solidFill>
              <a:prstDash val="solid"/>
              <a:miter lim="800000"/>
              <a:headEnd len="sm" w="sm" type="none"/>
              <a:tailEnd len="med" w="med" type="stealth"/>
            </a:ln>
          </p:spPr>
        </p:cxnSp>
        <p:cxnSp>
          <p:nvCxnSpPr>
            <p:cNvPr id="433" name="Google Shape;433;p53"/>
            <p:cNvCxnSpPr>
              <a:stCxn id="422" idx="3"/>
              <a:endCxn id="419" idx="1"/>
            </p:cNvCxnSpPr>
            <p:nvPr/>
          </p:nvCxnSpPr>
          <p:spPr>
            <a:xfrm flipH="1" rot="10800000">
              <a:off x="5439775" y="2180917"/>
              <a:ext cx="1276500" cy="300"/>
            </a:xfrm>
            <a:prstGeom prst="straightConnector1">
              <a:avLst/>
            </a:prstGeom>
            <a:noFill/>
            <a:ln cap="flat" cmpd="sng" w="12700">
              <a:solidFill>
                <a:schemeClr val="accent1"/>
              </a:solidFill>
              <a:prstDash val="solid"/>
              <a:miter lim="800000"/>
              <a:headEnd len="sm" w="sm" type="none"/>
              <a:tailEnd len="med" w="med" type="stealth"/>
            </a:ln>
          </p:spPr>
        </p:cxnSp>
        <p:grpSp>
          <p:nvGrpSpPr>
            <p:cNvPr id="434" name="Google Shape;434;p53"/>
            <p:cNvGrpSpPr/>
            <p:nvPr/>
          </p:nvGrpSpPr>
          <p:grpSpPr>
            <a:xfrm>
              <a:off x="7713161" y="1824271"/>
              <a:ext cx="2301904" cy="1111057"/>
              <a:chOff x="9029700" y="1586464"/>
              <a:chExt cx="2301904" cy="1111057"/>
            </a:xfrm>
          </p:grpSpPr>
          <p:sp>
            <p:nvSpPr>
              <p:cNvPr id="435" name="Google Shape;435;p53"/>
              <p:cNvSpPr txBox="1"/>
              <p:nvPr/>
            </p:nvSpPr>
            <p:spPr>
              <a:xfrm>
                <a:off x="9029700" y="2358967"/>
                <a:ext cx="2301904"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Amazon Rekognition</a:t>
                </a:r>
                <a:endParaRPr sz="1100"/>
              </a:p>
            </p:txBody>
          </p:sp>
          <p:pic>
            <p:nvPicPr>
              <p:cNvPr id="436" name="Google Shape;436;p53"/>
              <p:cNvPicPr preferRelativeResize="0"/>
              <p:nvPr/>
            </p:nvPicPr>
            <p:blipFill rotWithShape="1">
              <a:blip r:embed="rId8">
                <a:alphaModFix/>
              </a:blip>
              <a:srcRect b="0" l="0" r="0" t="0"/>
              <a:stretch/>
            </p:blipFill>
            <p:spPr>
              <a:xfrm>
                <a:off x="9825052" y="1586464"/>
                <a:ext cx="711200" cy="711200"/>
              </a:xfrm>
              <a:prstGeom prst="rect">
                <a:avLst/>
              </a:prstGeom>
              <a:noFill/>
              <a:ln>
                <a:noFill/>
              </a:ln>
            </p:spPr>
          </p:pic>
        </p:grpSp>
        <p:cxnSp>
          <p:nvCxnSpPr>
            <p:cNvPr id="437" name="Google Shape;437;p53"/>
            <p:cNvCxnSpPr>
              <a:stCxn id="419" idx="3"/>
              <a:endCxn id="436" idx="1"/>
            </p:cNvCxnSpPr>
            <p:nvPr/>
          </p:nvCxnSpPr>
          <p:spPr>
            <a:xfrm flipH="1" rot="10800000">
              <a:off x="7427351" y="2179869"/>
              <a:ext cx="1081200" cy="900"/>
            </a:xfrm>
            <a:prstGeom prst="straightConnector1">
              <a:avLst/>
            </a:prstGeom>
            <a:noFill/>
            <a:ln cap="flat" cmpd="sng" w="12700">
              <a:solidFill>
                <a:schemeClr val="accent1"/>
              </a:solidFill>
              <a:prstDash val="solid"/>
              <a:miter lim="800000"/>
              <a:headEnd len="sm" w="sm" type="none"/>
              <a:tailEnd len="med" w="med" type="stealth"/>
            </a:ln>
          </p:spPr>
        </p:cxnSp>
        <p:grpSp>
          <p:nvGrpSpPr>
            <p:cNvPr id="438" name="Google Shape;438;p53"/>
            <p:cNvGrpSpPr/>
            <p:nvPr/>
          </p:nvGrpSpPr>
          <p:grpSpPr>
            <a:xfrm>
              <a:off x="2669857" y="4558363"/>
              <a:ext cx="1375232" cy="867030"/>
              <a:chOff x="1384175" y="3677514"/>
              <a:chExt cx="1375232" cy="867030"/>
            </a:xfrm>
          </p:grpSpPr>
          <p:pic>
            <p:nvPicPr>
              <p:cNvPr id="415" name="Google Shape;415;p53"/>
              <p:cNvPicPr preferRelativeResize="0"/>
              <p:nvPr/>
            </p:nvPicPr>
            <p:blipFill rotWithShape="1">
              <a:blip r:embed="rId6">
                <a:alphaModFix/>
              </a:blip>
              <a:srcRect b="0" l="0" r="0" t="0"/>
              <a:stretch/>
            </p:blipFill>
            <p:spPr>
              <a:xfrm>
                <a:off x="1836841" y="3677514"/>
                <a:ext cx="469900" cy="469900"/>
              </a:xfrm>
              <a:prstGeom prst="rect">
                <a:avLst/>
              </a:prstGeom>
              <a:noFill/>
              <a:ln>
                <a:noFill/>
              </a:ln>
            </p:spPr>
          </p:pic>
          <p:sp>
            <p:nvSpPr>
              <p:cNvPr id="439" name="Google Shape;439;p53"/>
              <p:cNvSpPr txBox="1"/>
              <p:nvPr/>
            </p:nvSpPr>
            <p:spPr>
              <a:xfrm>
                <a:off x="1384175" y="4205990"/>
                <a:ext cx="1375232"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rgbClr val="232F3E"/>
                    </a:solidFill>
                    <a:latin typeface="Arial"/>
                    <a:ea typeface="Arial"/>
                    <a:cs typeface="Arial"/>
                    <a:sym typeface="Arial"/>
                  </a:rPr>
                  <a:t>Aplicación móvil</a:t>
                </a:r>
                <a:endParaRPr sz="1100"/>
              </a:p>
            </p:txBody>
          </p:sp>
        </p:grpSp>
        <p:cxnSp>
          <p:nvCxnSpPr>
            <p:cNvPr id="440" name="Google Shape;440;p53"/>
            <p:cNvCxnSpPr>
              <a:stCxn id="420" idx="2"/>
              <a:endCxn id="414" idx="0"/>
            </p:cNvCxnSpPr>
            <p:nvPr/>
          </p:nvCxnSpPr>
          <p:spPr>
            <a:xfrm>
              <a:off x="7059572" y="2903797"/>
              <a:ext cx="12300" cy="1533000"/>
            </a:xfrm>
            <a:prstGeom prst="straightConnector1">
              <a:avLst/>
            </a:prstGeom>
            <a:noFill/>
            <a:ln cap="flat" cmpd="sng" w="12700">
              <a:solidFill>
                <a:schemeClr val="accent1"/>
              </a:solidFill>
              <a:prstDash val="solid"/>
              <a:miter lim="800000"/>
              <a:headEnd len="sm" w="sm" type="none"/>
              <a:tailEnd len="med" w="med" type="stealth"/>
            </a:ln>
          </p:spPr>
        </p:cxnSp>
        <p:sp>
          <p:nvSpPr>
            <p:cNvPr id="441" name="Google Shape;441;p53"/>
            <p:cNvSpPr/>
            <p:nvPr/>
          </p:nvSpPr>
          <p:spPr>
            <a:xfrm>
              <a:off x="2803346" y="1720458"/>
              <a:ext cx="319177" cy="319177"/>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s-419" sz="1200" u="none" cap="none" strike="noStrike">
                  <a:solidFill>
                    <a:schemeClr val="lt1"/>
                  </a:solidFill>
                  <a:latin typeface="Arial"/>
                  <a:ea typeface="Arial"/>
                  <a:cs typeface="Arial"/>
                  <a:sym typeface="Arial"/>
                </a:rPr>
                <a:t>1</a:t>
              </a:r>
              <a:endParaRPr sz="1100"/>
            </a:p>
          </p:txBody>
        </p:sp>
        <p:sp>
          <p:nvSpPr>
            <p:cNvPr id="442" name="Google Shape;442;p53"/>
            <p:cNvSpPr/>
            <p:nvPr/>
          </p:nvSpPr>
          <p:spPr>
            <a:xfrm>
              <a:off x="4650698" y="1719450"/>
              <a:ext cx="319177" cy="319177"/>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s-419" sz="1200" u="none" cap="none" strike="noStrike">
                  <a:solidFill>
                    <a:schemeClr val="lt1"/>
                  </a:solidFill>
                  <a:latin typeface="Arial"/>
                  <a:ea typeface="Arial"/>
                  <a:cs typeface="Arial"/>
                  <a:sym typeface="Arial"/>
                </a:rPr>
                <a:t>2</a:t>
              </a:r>
              <a:endParaRPr sz="1100"/>
            </a:p>
          </p:txBody>
        </p:sp>
        <p:sp>
          <p:nvSpPr>
            <p:cNvPr id="443" name="Google Shape;443;p53"/>
            <p:cNvSpPr/>
            <p:nvPr/>
          </p:nvSpPr>
          <p:spPr>
            <a:xfrm>
              <a:off x="6383993" y="1717613"/>
              <a:ext cx="319177" cy="319177"/>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s-419" sz="1200" u="none" cap="none" strike="noStrike">
                  <a:solidFill>
                    <a:schemeClr val="lt1"/>
                  </a:solidFill>
                  <a:latin typeface="Arial"/>
                  <a:ea typeface="Arial"/>
                  <a:cs typeface="Arial"/>
                  <a:sym typeface="Arial"/>
                </a:rPr>
                <a:t>3</a:t>
              </a:r>
              <a:endParaRPr sz="1100"/>
            </a:p>
          </p:txBody>
        </p:sp>
        <p:sp>
          <p:nvSpPr>
            <p:cNvPr id="444" name="Google Shape;444;p53"/>
            <p:cNvSpPr/>
            <p:nvPr/>
          </p:nvSpPr>
          <p:spPr>
            <a:xfrm>
              <a:off x="8169626" y="1717612"/>
              <a:ext cx="319177" cy="319177"/>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s-419" sz="1200" u="none" cap="none" strike="noStrike">
                  <a:solidFill>
                    <a:schemeClr val="lt1"/>
                  </a:solidFill>
                  <a:latin typeface="Arial"/>
                  <a:ea typeface="Arial"/>
                  <a:cs typeface="Arial"/>
                  <a:sym typeface="Arial"/>
                </a:rPr>
                <a:t>4</a:t>
              </a:r>
              <a:endParaRPr sz="1100"/>
            </a:p>
          </p:txBody>
        </p:sp>
      </p:grpSp>
      <p:sp>
        <p:nvSpPr>
          <p:cNvPr id="445" name="Google Shape;445;p53"/>
          <p:cNvSpPr/>
          <p:nvPr/>
        </p:nvSpPr>
        <p:spPr>
          <a:xfrm>
            <a:off x="4786100" y="3275910"/>
            <a:ext cx="239383" cy="239383"/>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s-419" sz="1200" u="none" cap="none" strike="noStrike">
                <a:solidFill>
                  <a:schemeClr val="lt1"/>
                </a:solidFill>
                <a:latin typeface="Arial"/>
                <a:ea typeface="Arial"/>
                <a:cs typeface="Arial"/>
                <a:sym typeface="Arial"/>
              </a:rPr>
              <a:t>5</a:t>
            </a:r>
            <a:endParaRPr sz="1100"/>
          </a:p>
        </p:txBody>
      </p:sp>
      <p:sp>
        <p:nvSpPr>
          <p:cNvPr id="446" name="Google Shape;446;p53"/>
          <p:cNvSpPr/>
          <p:nvPr/>
        </p:nvSpPr>
        <p:spPr>
          <a:xfrm>
            <a:off x="2733265" y="3275910"/>
            <a:ext cx="239383" cy="239383"/>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s-419" sz="1200" u="none" cap="none" strike="noStrike">
                <a:solidFill>
                  <a:schemeClr val="lt1"/>
                </a:solidFill>
                <a:latin typeface="Arial"/>
                <a:ea typeface="Arial"/>
                <a:cs typeface="Arial"/>
                <a:sym typeface="Arial"/>
              </a:rPr>
              <a:t>6</a:t>
            </a:r>
            <a:endParaRPr sz="1100"/>
          </a:p>
        </p:txBody>
      </p:sp>
      <p:cxnSp>
        <p:nvCxnSpPr>
          <p:cNvPr id="447" name="Google Shape;447;p53"/>
          <p:cNvCxnSpPr>
            <a:stCxn id="436" idx="3"/>
            <a:endCxn id="429" idx="1"/>
          </p:cNvCxnSpPr>
          <p:nvPr/>
        </p:nvCxnSpPr>
        <p:spPr>
          <a:xfrm flipH="1" rot="10800000">
            <a:off x="6914785" y="1386803"/>
            <a:ext cx="869100" cy="248100"/>
          </a:xfrm>
          <a:prstGeom prst="bentConnector3">
            <a:avLst>
              <a:gd fmla="val 49996" name="adj1"/>
            </a:avLst>
          </a:prstGeom>
          <a:noFill/>
          <a:ln cap="flat" cmpd="sng" w="12700">
            <a:solidFill>
              <a:schemeClr val="accent1"/>
            </a:solidFill>
            <a:prstDash val="solid"/>
            <a:miter lim="800000"/>
            <a:headEnd len="sm" w="sm" type="none"/>
            <a:tailEnd len="med" w="med" type="stealth"/>
          </a:ln>
        </p:spPr>
      </p:cxnSp>
      <p:cxnSp>
        <p:nvCxnSpPr>
          <p:cNvPr id="448" name="Google Shape;448;p53"/>
          <p:cNvCxnSpPr>
            <a:stCxn id="436" idx="3"/>
            <a:endCxn id="430" idx="1"/>
          </p:cNvCxnSpPr>
          <p:nvPr/>
        </p:nvCxnSpPr>
        <p:spPr>
          <a:xfrm>
            <a:off x="6914785" y="1634903"/>
            <a:ext cx="869100" cy="264900"/>
          </a:xfrm>
          <a:prstGeom prst="bentConnector3">
            <a:avLst>
              <a:gd fmla="val 49996" name="adj1"/>
            </a:avLst>
          </a:prstGeom>
          <a:noFill/>
          <a:ln cap="flat" cmpd="sng" w="12700">
            <a:solidFill>
              <a:schemeClr val="accent1"/>
            </a:solidFill>
            <a:prstDash val="solid"/>
            <a:miter lim="800000"/>
            <a:headEnd len="sm" w="sm" type="none"/>
            <a:tailEnd len="med" w="med" type="stealth"/>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4"/>
          <p:cNvSpPr txBox="1"/>
          <p:nvPr>
            <p:ph type="title"/>
          </p:nvPr>
        </p:nvSpPr>
        <p:spPr>
          <a:xfrm>
            <a:off x="314325" y="273844"/>
            <a:ext cx="6886340"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Caso de uso 2: Moderación de la imagen</a:t>
            </a:r>
            <a:endParaRPr/>
          </a:p>
        </p:txBody>
      </p:sp>
      <p:sp>
        <p:nvSpPr>
          <p:cNvPr id="454" name="Google Shape;454;p54"/>
          <p:cNvSpPr/>
          <p:nvPr/>
        </p:nvSpPr>
        <p:spPr>
          <a:xfrm>
            <a:off x="3115918" y="1363088"/>
            <a:ext cx="239383" cy="239383"/>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s-419" sz="1200" u="none" cap="none" strike="noStrike">
                <a:solidFill>
                  <a:schemeClr val="lt1"/>
                </a:solidFill>
                <a:latin typeface="Arial"/>
                <a:ea typeface="Arial"/>
                <a:cs typeface="Arial"/>
                <a:sym typeface="Arial"/>
              </a:rPr>
              <a:t>1</a:t>
            </a:r>
            <a:endParaRPr sz="1100"/>
          </a:p>
        </p:txBody>
      </p:sp>
      <p:cxnSp>
        <p:nvCxnSpPr>
          <p:cNvPr id="455" name="Google Shape;455;p54"/>
          <p:cNvCxnSpPr>
            <a:stCxn id="456" idx="2"/>
            <a:endCxn id="457" idx="2"/>
          </p:cNvCxnSpPr>
          <p:nvPr/>
        </p:nvCxnSpPr>
        <p:spPr>
          <a:xfrm rot="5400000">
            <a:off x="4012439" y="2163141"/>
            <a:ext cx="1188000" cy="1722300"/>
          </a:xfrm>
          <a:prstGeom prst="bentConnector2">
            <a:avLst/>
          </a:prstGeom>
          <a:noFill/>
          <a:ln cap="flat" cmpd="sng" w="12700">
            <a:solidFill>
              <a:schemeClr val="accent1"/>
            </a:solidFill>
            <a:prstDash val="solid"/>
            <a:miter lim="800000"/>
            <a:headEnd len="sm" w="sm" type="none"/>
            <a:tailEnd len="med" w="med" type="stealth"/>
          </a:ln>
        </p:spPr>
      </p:cxnSp>
      <p:cxnSp>
        <p:nvCxnSpPr>
          <p:cNvPr id="458" name="Google Shape;458;p54"/>
          <p:cNvCxnSpPr>
            <a:stCxn id="459" idx="0"/>
            <a:endCxn id="460" idx="2"/>
          </p:cNvCxnSpPr>
          <p:nvPr/>
        </p:nvCxnSpPr>
        <p:spPr>
          <a:xfrm rot="10800000">
            <a:off x="3745967" y="3759227"/>
            <a:ext cx="3739800" cy="0"/>
          </a:xfrm>
          <a:prstGeom prst="straightConnector1">
            <a:avLst/>
          </a:prstGeom>
          <a:noFill/>
          <a:ln cap="flat" cmpd="sng" w="12700">
            <a:solidFill>
              <a:schemeClr val="accent1"/>
            </a:solidFill>
            <a:prstDash val="solid"/>
            <a:miter lim="800000"/>
            <a:headEnd len="med" w="med" type="stealth"/>
            <a:tailEnd len="sm" w="sm" type="none"/>
          </a:ln>
        </p:spPr>
      </p:cxnSp>
      <p:sp>
        <p:nvSpPr>
          <p:cNvPr id="461" name="Google Shape;461;p54"/>
          <p:cNvSpPr/>
          <p:nvPr/>
        </p:nvSpPr>
        <p:spPr>
          <a:xfrm>
            <a:off x="1556363" y="2261337"/>
            <a:ext cx="239383" cy="239383"/>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s-419" sz="1200" u="none" cap="none" strike="noStrike">
                <a:solidFill>
                  <a:schemeClr val="lt1"/>
                </a:solidFill>
                <a:latin typeface="Arial"/>
                <a:ea typeface="Arial"/>
                <a:cs typeface="Arial"/>
                <a:sym typeface="Arial"/>
              </a:rPr>
              <a:t>6</a:t>
            </a:r>
            <a:endParaRPr sz="1100"/>
          </a:p>
        </p:txBody>
      </p:sp>
      <p:sp>
        <p:nvSpPr>
          <p:cNvPr id="462" name="Google Shape;462;p54"/>
          <p:cNvSpPr/>
          <p:nvPr/>
        </p:nvSpPr>
        <p:spPr>
          <a:xfrm>
            <a:off x="5008580" y="1364626"/>
            <a:ext cx="239383" cy="239383"/>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s-419" sz="1200" u="none" cap="none" strike="noStrike">
                <a:solidFill>
                  <a:schemeClr val="lt1"/>
                </a:solidFill>
                <a:latin typeface="Arial"/>
                <a:ea typeface="Arial"/>
                <a:cs typeface="Arial"/>
                <a:sym typeface="Arial"/>
              </a:rPr>
              <a:t>2</a:t>
            </a:r>
            <a:endParaRPr sz="1100"/>
          </a:p>
        </p:txBody>
      </p:sp>
      <p:grpSp>
        <p:nvGrpSpPr>
          <p:cNvPr descr="Image moderation workflow." id="463" name="Google Shape;463;p54"/>
          <p:cNvGrpSpPr/>
          <p:nvPr/>
        </p:nvGrpSpPr>
        <p:grpSpPr>
          <a:xfrm>
            <a:off x="1092429" y="1362896"/>
            <a:ext cx="7441099" cy="3024476"/>
            <a:chOff x="1456572" y="1817194"/>
            <a:chExt cx="9921466" cy="4032634"/>
          </a:xfrm>
        </p:grpSpPr>
        <p:grpSp>
          <p:nvGrpSpPr>
            <p:cNvPr id="464" name="Google Shape;464;p54"/>
            <p:cNvGrpSpPr/>
            <p:nvPr/>
          </p:nvGrpSpPr>
          <p:grpSpPr>
            <a:xfrm>
              <a:off x="4024259" y="1972849"/>
              <a:ext cx="1506552" cy="842451"/>
              <a:chOff x="3677507" y="1769188"/>
              <a:chExt cx="1506552" cy="842451"/>
            </a:xfrm>
          </p:grpSpPr>
          <p:pic>
            <p:nvPicPr>
              <p:cNvPr id="465" name="Google Shape;465;p54"/>
              <p:cNvPicPr preferRelativeResize="0"/>
              <p:nvPr/>
            </p:nvPicPr>
            <p:blipFill rotWithShape="1">
              <a:blip r:embed="rId3">
                <a:alphaModFix/>
              </a:blip>
              <a:srcRect b="0" l="0" r="0" t="0"/>
              <a:stretch/>
            </p:blipFill>
            <p:spPr>
              <a:xfrm>
                <a:off x="4195833" y="1769188"/>
                <a:ext cx="469900" cy="469900"/>
              </a:xfrm>
              <a:prstGeom prst="rect">
                <a:avLst/>
              </a:prstGeom>
              <a:noFill/>
              <a:ln>
                <a:noFill/>
              </a:ln>
            </p:spPr>
          </p:pic>
          <p:sp>
            <p:nvSpPr>
              <p:cNvPr id="466" name="Google Shape;466;p54"/>
              <p:cNvSpPr txBox="1"/>
              <p:nvPr/>
            </p:nvSpPr>
            <p:spPr>
              <a:xfrm>
                <a:off x="3677507" y="2273085"/>
                <a:ext cx="1506552"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Amazon S3 </a:t>
                </a:r>
                <a:endParaRPr sz="1100"/>
              </a:p>
            </p:txBody>
          </p:sp>
        </p:grpSp>
        <p:grpSp>
          <p:nvGrpSpPr>
            <p:cNvPr id="467" name="Google Shape;467;p54"/>
            <p:cNvGrpSpPr/>
            <p:nvPr/>
          </p:nvGrpSpPr>
          <p:grpSpPr>
            <a:xfrm>
              <a:off x="9076134" y="1849566"/>
              <a:ext cx="2301904" cy="1111057"/>
              <a:chOff x="9029700" y="1586464"/>
              <a:chExt cx="2301904" cy="1111057"/>
            </a:xfrm>
          </p:grpSpPr>
          <p:sp>
            <p:nvSpPr>
              <p:cNvPr id="468" name="Google Shape;468;p54"/>
              <p:cNvSpPr txBox="1"/>
              <p:nvPr/>
            </p:nvSpPr>
            <p:spPr>
              <a:xfrm>
                <a:off x="9029700" y="2358967"/>
                <a:ext cx="2301904"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Amazon Rekognition</a:t>
                </a:r>
                <a:endParaRPr sz="1100"/>
              </a:p>
            </p:txBody>
          </p:sp>
          <p:pic>
            <p:nvPicPr>
              <p:cNvPr id="469" name="Google Shape;469;p54"/>
              <p:cNvPicPr preferRelativeResize="0"/>
              <p:nvPr/>
            </p:nvPicPr>
            <p:blipFill rotWithShape="1">
              <a:blip r:embed="rId4">
                <a:alphaModFix/>
              </a:blip>
              <a:srcRect b="0" l="0" r="0" t="0"/>
              <a:stretch/>
            </p:blipFill>
            <p:spPr>
              <a:xfrm>
                <a:off x="9825052" y="1586464"/>
                <a:ext cx="711200" cy="711200"/>
              </a:xfrm>
              <a:prstGeom prst="rect">
                <a:avLst/>
              </a:prstGeom>
              <a:noFill/>
              <a:ln>
                <a:noFill/>
              </a:ln>
            </p:spPr>
          </p:pic>
        </p:grpSp>
        <p:grpSp>
          <p:nvGrpSpPr>
            <p:cNvPr id="470" name="Google Shape;470;p54"/>
            <p:cNvGrpSpPr/>
            <p:nvPr/>
          </p:nvGrpSpPr>
          <p:grpSpPr>
            <a:xfrm>
              <a:off x="1456572" y="1976783"/>
              <a:ext cx="1072750" cy="910523"/>
              <a:chOff x="8732967" y="4281463"/>
              <a:chExt cx="1072750" cy="910523"/>
            </a:xfrm>
          </p:grpSpPr>
          <p:pic>
            <p:nvPicPr>
              <p:cNvPr id="471" name="Google Shape;471;p54"/>
              <p:cNvPicPr preferRelativeResize="0"/>
              <p:nvPr/>
            </p:nvPicPr>
            <p:blipFill rotWithShape="1">
              <a:blip r:embed="rId5">
                <a:alphaModFix/>
              </a:blip>
              <a:srcRect b="0" l="0" r="0" t="0"/>
              <a:stretch/>
            </p:blipFill>
            <p:spPr>
              <a:xfrm flipH="1">
                <a:off x="9027549" y="4281463"/>
                <a:ext cx="483586" cy="469900"/>
              </a:xfrm>
              <a:prstGeom prst="rect">
                <a:avLst/>
              </a:prstGeom>
              <a:noFill/>
              <a:ln>
                <a:noFill/>
              </a:ln>
            </p:spPr>
          </p:pic>
          <p:sp>
            <p:nvSpPr>
              <p:cNvPr id="472" name="Google Shape;472;p54"/>
              <p:cNvSpPr txBox="1"/>
              <p:nvPr/>
            </p:nvSpPr>
            <p:spPr>
              <a:xfrm>
                <a:off x="8732967" y="4853432"/>
                <a:ext cx="1072750"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rgbClr val="232F3E"/>
                    </a:solidFill>
                    <a:latin typeface="Arial"/>
                    <a:ea typeface="Arial"/>
                    <a:cs typeface="Arial"/>
                    <a:sym typeface="Arial"/>
                  </a:rPr>
                  <a:t>Usuarios</a:t>
                </a:r>
                <a:endParaRPr sz="1100"/>
              </a:p>
            </p:txBody>
          </p:sp>
        </p:grpSp>
        <p:grpSp>
          <p:nvGrpSpPr>
            <p:cNvPr id="473" name="Google Shape;473;p54"/>
            <p:cNvGrpSpPr/>
            <p:nvPr/>
          </p:nvGrpSpPr>
          <p:grpSpPr>
            <a:xfrm>
              <a:off x="4213170" y="4684055"/>
              <a:ext cx="1072750" cy="1165774"/>
              <a:chOff x="2820081" y="4706112"/>
              <a:chExt cx="1072750" cy="1165774"/>
            </a:xfrm>
          </p:grpSpPr>
          <p:sp>
            <p:nvSpPr>
              <p:cNvPr id="460" name="Google Shape;460;p54"/>
              <p:cNvSpPr/>
              <p:nvPr/>
            </p:nvSpPr>
            <p:spPr>
              <a:xfrm rot="-5400000">
                <a:off x="3349372" y="4922464"/>
                <a:ext cx="280315" cy="22411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200" u="none" cap="none" strike="noStrike">
                  <a:solidFill>
                    <a:schemeClr val="lt1"/>
                  </a:solidFill>
                  <a:latin typeface="Arial"/>
                  <a:ea typeface="Arial"/>
                  <a:cs typeface="Arial"/>
                  <a:sym typeface="Arial"/>
                </a:endParaRPr>
              </a:p>
            </p:txBody>
          </p:sp>
          <p:sp>
            <p:nvSpPr>
              <p:cNvPr id="457" name="Google Shape;457;p54"/>
              <p:cNvSpPr/>
              <p:nvPr/>
            </p:nvSpPr>
            <p:spPr>
              <a:xfrm rot="-5400000">
                <a:off x="3348218" y="4734210"/>
                <a:ext cx="280315" cy="22411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200" u="none" cap="none" strike="noStrike">
                  <a:solidFill>
                    <a:schemeClr val="lt1"/>
                  </a:solidFill>
                  <a:latin typeface="Arial"/>
                  <a:ea typeface="Arial"/>
                  <a:cs typeface="Arial"/>
                  <a:sym typeface="Arial"/>
                </a:endParaRPr>
              </a:p>
            </p:txBody>
          </p:sp>
          <p:grpSp>
            <p:nvGrpSpPr>
              <p:cNvPr id="474" name="Google Shape;474;p54"/>
              <p:cNvGrpSpPr/>
              <p:nvPr/>
            </p:nvGrpSpPr>
            <p:grpSpPr>
              <a:xfrm>
                <a:off x="2820081" y="4758634"/>
                <a:ext cx="1072750" cy="1113251"/>
                <a:chOff x="2224836" y="4758559"/>
                <a:chExt cx="1072750" cy="1113251"/>
              </a:xfrm>
            </p:grpSpPr>
            <p:pic>
              <p:nvPicPr>
                <p:cNvPr id="475" name="Google Shape;475;p54"/>
                <p:cNvPicPr preferRelativeResize="0"/>
                <p:nvPr/>
              </p:nvPicPr>
              <p:blipFill rotWithShape="1">
                <a:blip r:embed="rId6">
                  <a:alphaModFix/>
                </a:blip>
                <a:srcRect b="0" l="0" r="0" t="0"/>
                <a:stretch/>
              </p:blipFill>
              <p:spPr>
                <a:xfrm>
                  <a:off x="2526261" y="4758559"/>
                  <a:ext cx="469900" cy="469900"/>
                </a:xfrm>
                <a:prstGeom prst="rect">
                  <a:avLst/>
                </a:prstGeom>
                <a:noFill/>
                <a:ln>
                  <a:noFill/>
                </a:ln>
              </p:spPr>
            </p:pic>
            <p:sp>
              <p:nvSpPr>
                <p:cNvPr id="476" name="Google Shape;476;p54"/>
                <p:cNvSpPr txBox="1"/>
                <p:nvPr/>
              </p:nvSpPr>
              <p:spPr>
                <a:xfrm>
                  <a:off x="2224836" y="5287035"/>
                  <a:ext cx="1072750" cy="58477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rgbClr val="232F3E"/>
                      </a:solidFill>
                      <a:latin typeface="Arial"/>
                      <a:ea typeface="Arial"/>
                      <a:cs typeface="Arial"/>
                      <a:sym typeface="Arial"/>
                    </a:rPr>
                    <a:t>Revisión manual</a:t>
                  </a:r>
                  <a:endParaRPr sz="1100"/>
                </a:p>
              </p:txBody>
            </p:sp>
          </p:grpSp>
        </p:grpSp>
        <p:cxnSp>
          <p:nvCxnSpPr>
            <p:cNvPr id="477" name="Google Shape;477;p54"/>
            <p:cNvCxnSpPr>
              <a:stCxn id="471" idx="1"/>
              <a:endCxn id="465" idx="1"/>
            </p:cNvCxnSpPr>
            <p:nvPr/>
          </p:nvCxnSpPr>
          <p:spPr>
            <a:xfrm flipH="1" rot="10800000">
              <a:off x="2234740" y="2207833"/>
              <a:ext cx="2307900" cy="3900"/>
            </a:xfrm>
            <a:prstGeom prst="straightConnector1">
              <a:avLst/>
            </a:prstGeom>
            <a:noFill/>
            <a:ln cap="flat" cmpd="sng" w="12700">
              <a:solidFill>
                <a:schemeClr val="accent1"/>
              </a:solidFill>
              <a:prstDash val="solid"/>
              <a:miter lim="800000"/>
              <a:headEnd len="sm" w="sm" type="none"/>
              <a:tailEnd len="med" w="med" type="stealth"/>
            </a:ln>
          </p:spPr>
        </p:cxnSp>
        <p:cxnSp>
          <p:nvCxnSpPr>
            <p:cNvPr id="478" name="Google Shape;478;p54"/>
            <p:cNvCxnSpPr>
              <a:stCxn id="465" idx="3"/>
              <a:endCxn id="479" idx="1"/>
            </p:cNvCxnSpPr>
            <p:nvPr/>
          </p:nvCxnSpPr>
          <p:spPr>
            <a:xfrm flipH="1" rot="10800000">
              <a:off x="5012485" y="2206599"/>
              <a:ext cx="2109000" cy="1200"/>
            </a:xfrm>
            <a:prstGeom prst="straightConnector1">
              <a:avLst/>
            </a:prstGeom>
            <a:noFill/>
            <a:ln cap="flat" cmpd="sng" w="12700">
              <a:solidFill>
                <a:schemeClr val="accent1"/>
              </a:solidFill>
              <a:prstDash val="solid"/>
              <a:miter lim="800000"/>
              <a:headEnd len="sm" w="sm" type="none"/>
              <a:tailEnd len="med" w="med" type="stealth"/>
            </a:ln>
          </p:spPr>
        </p:cxnSp>
        <p:cxnSp>
          <p:nvCxnSpPr>
            <p:cNvPr id="480" name="Google Shape;480;p54"/>
            <p:cNvCxnSpPr>
              <a:stCxn id="479" idx="3"/>
              <a:endCxn id="469" idx="1"/>
            </p:cNvCxnSpPr>
            <p:nvPr/>
          </p:nvCxnSpPr>
          <p:spPr>
            <a:xfrm flipH="1" rot="10800000">
              <a:off x="7832709" y="2205060"/>
              <a:ext cx="2038800" cy="1500"/>
            </a:xfrm>
            <a:prstGeom prst="straightConnector1">
              <a:avLst/>
            </a:prstGeom>
            <a:noFill/>
            <a:ln cap="flat" cmpd="sng" w="12700">
              <a:solidFill>
                <a:schemeClr val="accent1"/>
              </a:solidFill>
              <a:prstDash val="solid"/>
              <a:miter lim="800000"/>
              <a:headEnd len="med" w="med" type="stealth"/>
              <a:tailEnd len="med" w="med" type="stealth"/>
            </a:ln>
          </p:spPr>
        </p:cxnSp>
        <p:cxnSp>
          <p:nvCxnSpPr>
            <p:cNvPr id="481" name="Google Shape;481;p54"/>
            <p:cNvCxnSpPr>
              <a:stCxn id="482" idx="2"/>
              <a:endCxn id="483" idx="0"/>
            </p:cNvCxnSpPr>
            <p:nvPr/>
          </p:nvCxnSpPr>
          <p:spPr>
            <a:xfrm flipH="1" rot="-5400000">
              <a:off x="8017293" y="2861684"/>
              <a:ext cx="1584900" cy="2340000"/>
            </a:xfrm>
            <a:prstGeom prst="bentConnector2">
              <a:avLst/>
            </a:prstGeom>
            <a:noFill/>
            <a:ln cap="flat" cmpd="sng" w="12700">
              <a:solidFill>
                <a:schemeClr val="accent1"/>
              </a:solidFill>
              <a:prstDash val="solid"/>
              <a:miter lim="800000"/>
              <a:headEnd len="sm" w="sm" type="none"/>
              <a:tailEnd len="med" w="med" type="stealth"/>
            </a:ln>
          </p:spPr>
        </p:cxnSp>
        <p:grpSp>
          <p:nvGrpSpPr>
            <p:cNvPr id="484" name="Google Shape;484;p54"/>
            <p:cNvGrpSpPr/>
            <p:nvPr/>
          </p:nvGrpSpPr>
          <p:grpSpPr>
            <a:xfrm>
              <a:off x="6711654" y="1850960"/>
              <a:ext cx="1506552" cy="1389428"/>
              <a:chOff x="4434019" y="1890835"/>
              <a:chExt cx="1506552" cy="1389428"/>
            </a:xfrm>
          </p:grpSpPr>
          <p:grpSp>
            <p:nvGrpSpPr>
              <p:cNvPr id="485" name="Google Shape;485;p54"/>
              <p:cNvGrpSpPr/>
              <p:nvPr/>
            </p:nvGrpSpPr>
            <p:grpSpPr>
              <a:xfrm>
                <a:off x="4434019" y="1890835"/>
                <a:ext cx="1506552" cy="1078628"/>
                <a:chOff x="6306296" y="1647909"/>
                <a:chExt cx="1506552" cy="1078628"/>
              </a:xfrm>
            </p:grpSpPr>
            <p:pic>
              <p:nvPicPr>
                <p:cNvPr id="479" name="Google Shape;479;p54"/>
                <p:cNvPicPr preferRelativeResize="0"/>
                <p:nvPr/>
              </p:nvPicPr>
              <p:blipFill rotWithShape="1">
                <a:blip r:embed="rId7">
                  <a:alphaModFix/>
                </a:blip>
                <a:srcRect b="0" l="0" r="0" t="0"/>
                <a:stretch/>
              </p:blipFill>
              <p:spPr>
                <a:xfrm>
                  <a:off x="6716151" y="1647909"/>
                  <a:ext cx="711200" cy="711200"/>
                </a:xfrm>
                <a:prstGeom prst="rect">
                  <a:avLst/>
                </a:prstGeom>
                <a:noFill/>
                <a:ln>
                  <a:noFill/>
                </a:ln>
              </p:spPr>
            </p:pic>
            <p:sp>
              <p:nvSpPr>
                <p:cNvPr id="486" name="Google Shape;486;p54"/>
                <p:cNvSpPr txBox="1"/>
                <p:nvPr/>
              </p:nvSpPr>
              <p:spPr>
                <a:xfrm>
                  <a:off x="6306296" y="2387983"/>
                  <a:ext cx="1506552"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AWS Lambda</a:t>
                  </a:r>
                  <a:endParaRPr sz="1100"/>
                </a:p>
              </p:txBody>
            </p:sp>
          </p:grpSp>
          <p:sp>
            <p:nvSpPr>
              <p:cNvPr id="456" name="Google Shape;456;p54"/>
              <p:cNvSpPr/>
              <p:nvPr/>
            </p:nvSpPr>
            <p:spPr>
              <a:xfrm>
                <a:off x="4872326" y="3056145"/>
                <a:ext cx="280315" cy="22411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200" u="none" cap="none" strike="noStrike">
                  <a:solidFill>
                    <a:schemeClr val="lt1"/>
                  </a:solidFill>
                  <a:latin typeface="Arial"/>
                  <a:ea typeface="Arial"/>
                  <a:cs typeface="Arial"/>
                  <a:sym typeface="Arial"/>
                </a:endParaRPr>
              </a:p>
            </p:txBody>
          </p:sp>
          <p:sp>
            <p:nvSpPr>
              <p:cNvPr id="482" name="Google Shape;482;p54"/>
              <p:cNvSpPr/>
              <p:nvPr/>
            </p:nvSpPr>
            <p:spPr>
              <a:xfrm>
                <a:off x="5221950" y="3054991"/>
                <a:ext cx="280315" cy="22411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200" u="none" cap="none" strike="noStrike">
                  <a:solidFill>
                    <a:schemeClr val="lt1"/>
                  </a:solidFill>
                  <a:latin typeface="Arial"/>
                  <a:ea typeface="Arial"/>
                  <a:cs typeface="Arial"/>
                  <a:sym typeface="Arial"/>
                </a:endParaRPr>
              </a:p>
            </p:txBody>
          </p:sp>
        </p:grpSp>
        <p:grpSp>
          <p:nvGrpSpPr>
            <p:cNvPr id="487" name="Google Shape;487;p54"/>
            <p:cNvGrpSpPr/>
            <p:nvPr/>
          </p:nvGrpSpPr>
          <p:grpSpPr>
            <a:xfrm>
              <a:off x="9620331" y="4683891"/>
              <a:ext cx="1213509" cy="1165774"/>
              <a:chOff x="6404632" y="4706112"/>
              <a:chExt cx="1213509" cy="1165774"/>
            </a:xfrm>
          </p:grpSpPr>
          <p:grpSp>
            <p:nvGrpSpPr>
              <p:cNvPr id="488" name="Google Shape;488;p54"/>
              <p:cNvGrpSpPr/>
              <p:nvPr/>
            </p:nvGrpSpPr>
            <p:grpSpPr>
              <a:xfrm>
                <a:off x="6404632" y="4758634"/>
                <a:ext cx="1213509" cy="1113251"/>
                <a:chOff x="2154456" y="4758559"/>
                <a:chExt cx="1213509" cy="1113251"/>
              </a:xfrm>
            </p:grpSpPr>
            <p:pic>
              <p:nvPicPr>
                <p:cNvPr id="489" name="Google Shape;489;p54"/>
                <p:cNvPicPr preferRelativeResize="0"/>
                <p:nvPr/>
              </p:nvPicPr>
              <p:blipFill rotWithShape="1">
                <a:blip r:embed="rId6">
                  <a:alphaModFix/>
                </a:blip>
                <a:srcRect b="0" l="0" r="0" t="0"/>
                <a:stretch/>
              </p:blipFill>
              <p:spPr>
                <a:xfrm>
                  <a:off x="2526261" y="4758559"/>
                  <a:ext cx="469900" cy="469900"/>
                </a:xfrm>
                <a:prstGeom prst="rect">
                  <a:avLst/>
                </a:prstGeom>
                <a:noFill/>
                <a:ln>
                  <a:noFill/>
                </a:ln>
              </p:spPr>
            </p:pic>
            <p:sp>
              <p:nvSpPr>
                <p:cNvPr id="490" name="Google Shape;490;p54"/>
                <p:cNvSpPr txBox="1"/>
                <p:nvPr/>
              </p:nvSpPr>
              <p:spPr>
                <a:xfrm>
                  <a:off x="2154456" y="5287035"/>
                  <a:ext cx="1213509" cy="58477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rgbClr val="232F3E"/>
                      </a:solidFill>
                      <a:latin typeface="Arial"/>
                      <a:ea typeface="Arial"/>
                      <a:cs typeface="Arial"/>
                      <a:sym typeface="Arial"/>
                    </a:rPr>
                    <a:t>Fotos publicadas</a:t>
                  </a:r>
                  <a:endParaRPr sz="1100"/>
                </a:p>
              </p:txBody>
            </p:sp>
          </p:grpSp>
          <p:sp>
            <p:nvSpPr>
              <p:cNvPr id="459" name="Google Shape;459;p54"/>
              <p:cNvSpPr/>
              <p:nvPr/>
            </p:nvSpPr>
            <p:spPr>
              <a:xfrm rot="-5400000">
                <a:off x="6737225" y="4922464"/>
                <a:ext cx="280315" cy="22411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200" u="none" cap="none" strike="noStrike">
                  <a:solidFill>
                    <a:schemeClr val="lt1"/>
                  </a:solidFill>
                  <a:latin typeface="Arial"/>
                  <a:ea typeface="Arial"/>
                  <a:cs typeface="Arial"/>
                  <a:sym typeface="Arial"/>
                </a:endParaRPr>
              </a:p>
            </p:txBody>
          </p:sp>
          <p:sp>
            <p:nvSpPr>
              <p:cNvPr id="483" name="Google Shape;483;p54"/>
              <p:cNvSpPr/>
              <p:nvPr/>
            </p:nvSpPr>
            <p:spPr>
              <a:xfrm rot="-5400000">
                <a:off x="6736071" y="4734210"/>
                <a:ext cx="280315" cy="22411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200" u="none" cap="none" strike="noStrike">
                  <a:solidFill>
                    <a:schemeClr val="lt1"/>
                  </a:solidFill>
                  <a:latin typeface="Arial"/>
                  <a:ea typeface="Arial"/>
                  <a:cs typeface="Arial"/>
                  <a:sym typeface="Arial"/>
                </a:endParaRPr>
              </a:p>
            </p:txBody>
          </p:sp>
        </p:grpSp>
        <p:sp>
          <p:nvSpPr>
            <p:cNvPr id="491" name="Google Shape;491;p54"/>
            <p:cNvSpPr/>
            <p:nvPr/>
          </p:nvSpPr>
          <p:spPr>
            <a:xfrm>
              <a:off x="9600886" y="4385627"/>
              <a:ext cx="319177" cy="319177"/>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s-419" sz="1200" u="none" cap="none" strike="noStrike">
                  <a:solidFill>
                    <a:schemeClr val="lt1"/>
                  </a:solidFill>
                  <a:latin typeface="Arial"/>
                  <a:ea typeface="Arial"/>
                  <a:cs typeface="Arial"/>
                  <a:sym typeface="Arial"/>
                </a:rPr>
                <a:t>4</a:t>
              </a:r>
              <a:endParaRPr sz="1100"/>
            </a:p>
          </p:txBody>
        </p:sp>
        <p:sp>
          <p:nvSpPr>
            <p:cNvPr id="492" name="Google Shape;492;p54"/>
            <p:cNvSpPr/>
            <p:nvPr/>
          </p:nvSpPr>
          <p:spPr>
            <a:xfrm>
              <a:off x="5043402" y="4386634"/>
              <a:ext cx="319177" cy="319177"/>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s-419" sz="1200" u="none" cap="none" strike="noStrike">
                  <a:solidFill>
                    <a:schemeClr val="lt1"/>
                  </a:solidFill>
                  <a:latin typeface="Arial"/>
                  <a:ea typeface="Arial"/>
                  <a:cs typeface="Arial"/>
                  <a:sym typeface="Arial"/>
                </a:rPr>
                <a:t>5</a:t>
              </a:r>
              <a:endParaRPr sz="1100"/>
            </a:p>
          </p:txBody>
        </p:sp>
        <p:sp>
          <p:nvSpPr>
            <p:cNvPr id="493" name="Google Shape;493;p54"/>
            <p:cNvSpPr/>
            <p:nvPr/>
          </p:nvSpPr>
          <p:spPr>
            <a:xfrm>
              <a:off x="9429134" y="1817194"/>
              <a:ext cx="319177" cy="319177"/>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s-419" sz="1200" u="none" cap="none" strike="noStrike">
                  <a:solidFill>
                    <a:schemeClr val="lt1"/>
                  </a:solidFill>
                  <a:latin typeface="Arial"/>
                  <a:ea typeface="Arial"/>
                  <a:cs typeface="Arial"/>
                  <a:sym typeface="Arial"/>
                </a:rPr>
                <a:t>3</a:t>
              </a:r>
              <a:endParaRPr sz="1100"/>
            </a:p>
          </p:txBody>
        </p:sp>
        <p:cxnSp>
          <p:nvCxnSpPr>
            <p:cNvPr id="494" name="Google Shape;494;p54"/>
            <p:cNvCxnSpPr>
              <a:stCxn id="475" idx="1"/>
              <a:endCxn id="472" idx="2"/>
            </p:cNvCxnSpPr>
            <p:nvPr/>
          </p:nvCxnSpPr>
          <p:spPr>
            <a:xfrm rot="10800000">
              <a:off x="1993095" y="2887427"/>
              <a:ext cx="2521500" cy="2084100"/>
            </a:xfrm>
            <a:prstGeom prst="bentConnector2">
              <a:avLst/>
            </a:prstGeom>
            <a:noFill/>
            <a:ln cap="flat" cmpd="sng" w="12700">
              <a:solidFill>
                <a:schemeClr val="accent1"/>
              </a:solidFill>
              <a:prstDash val="solid"/>
              <a:miter lim="800000"/>
              <a:headEnd len="sm" w="sm" type="none"/>
              <a:tailEnd len="med" w="med" type="stealth"/>
            </a:ln>
          </p:spPr>
        </p:cxnSp>
        <p:sp>
          <p:nvSpPr>
            <p:cNvPr id="495" name="Google Shape;495;p54"/>
            <p:cNvSpPr txBox="1"/>
            <p:nvPr/>
          </p:nvSpPr>
          <p:spPr>
            <a:xfrm>
              <a:off x="5530810" y="3240388"/>
              <a:ext cx="1687357" cy="830997"/>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s-419" sz="1200" u="none" cap="none" strike="noStrike">
                  <a:solidFill>
                    <a:schemeClr val="dk1"/>
                  </a:solidFill>
                  <a:latin typeface="Arial"/>
                  <a:ea typeface="Arial"/>
                  <a:cs typeface="Arial"/>
                  <a:sym typeface="Arial"/>
                </a:rPr>
                <a:t>Contenido inapropiado detectado</a:t>
              </a:r>
              <a:endParaRPr b="0" i="0" sz="1200" u="none" cap="none" strike="noStrike">
                <a:solidFill>
                  <a:schemeClr val="dk1"/>
                </a:solidFill>
                <a:latin typeface="Arial"/>
                <a:ea typeface="Arial"/>
                <a:cs typeface="Arial"/>
                <a:sym typeface="Arial"/>
              </a:endParaRPr>
            </a:p>
          </p:txBody>
        </p:sp>
      </p:grpSp>
      <p:sp>
        <p:nvSpPr>
          <p:cNvPr id="496" name="Google Shape;496;p54"/>
          <p:cNvSpPr txBox="1"/>
          <p:nvPr/>
        </p:nvSpPr>
        <p:spPr>
          <a:xfrm>
            <a:off x="5778541" y="2429424"/>
            <a:ext cx="1130894" cy="6232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1200" u="none" cap="none" strike="noStrike">
                <a:solidFill>
                  <a:schemeClr val="dk1"/>
                </a:solidFill>
                <a:latin typeface="Arial"/>
                <a:ea typeface="Arial"/>
                <a:cs typeface="Arial"/>
                <a:sym typeface="Arial"/>
              </a:rPr>
              <a:t>Contenido apropiado detectado</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5"/>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Caso de uso 3: Análisis de sentimientos</a:t>
            </a:r>
            <a:endParaRPr/>
          </a:p>
        </p:txBody>
      </p:sp>
      <p:sp>
        <p:nvSpPr>
          <p:cNvPr id="502" name="Google Shape;502;p55"/>
          <p:cNvSpPr/>
          <p:nvPr/>
        </p:nvSpPr>
        <p:spPr>
          <a:xfrm>
            <a:off x="2958800" y="1350457"/>
            <a:ext cx="239383" cy="239383"/>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s-419" sz="1200" u="none" cap="none" strike="noStrike">
                <a:solidFill>
                  <a:schemeClr val="lt1"/>
                </a:solidFill>
                <a:latin typeface="Arial"/>
                <a:ea typeface="Arial"/>
                <a:cs typeface="Arial"/>
                <a:sym typeface="Arial"/>
              </a:rPr>
              <a:t>1</a:t>
            </a:r>
            <a:endParaRPr sz="1100"/>
          </a:p>
        </p:txBody>
      </p:sp>
      <p:sp>
        <p:nvSpPr>
          <p:cNvPr id="503" name="Google Shape;503;p55"/>
          <p:cNvSpPr/>
          <p:nvPr/>
        </p:nvSpPr>
        <p:spPr>
          <a:xfrm>
            <a:off x="5039766" y="1350236"/>
            <a:ext cx="239383" cy="239383"/>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s-419" sz="1200" u="none" cap="none" strike="noStrike">
                <a:solidFill>
                  <a:schemeClr val="lt1"/>
                </a:solidFill>
                <a:latin typeface="Arial"/>
                <a:ea typeface="Arial"/>
                <a:cs typeface="Arial"/>
                <a:sym typeface="Arial"/>
              </a:rPr>
              <a:t>2</a:t>
            </a:r>
            <a:endParaRPr sz="1100"/>
          </a:p>
        </p:txBody>
      </p:sp>
      <p:grpSp>
        <p:nvGrpSpPr>
          <p:cNvPr descr="Sentiment analysis workflow." id="504" name="Google Shape;504;p55"/>
          <p:cNvGrpSpPr/>
          <p:nvPr/>
        </p:nvGrpSpPr>
        <p:grpSpPr>
          <a:xfrm>
            <a:off x="730219" y="1346634"/>
            <a:ext cx="7499090" cy="2411075"/>
            <a:chOff x="973625" y="1795512"/>
            <a:chExt cx="9998787" cy="3214767"/>
          </a:xfrm>
        </p:grpSpPr>
        <p:grpSp>
          <p:nvGrpSpPr>
            <p:cNvPr id="505" name="Google Shape;505;p55"/>
            <p:cNvGrpSpPr/>
            <p:nvPr/>
          </p:nvGrpSpPr>
          <p:grpSpPr>
            <a:xfrm>
              <a:off x="6719688" y="4048173"/>
              <a:ext cx="1506552" cy="842451"/>
              <a:chOff x="3677507" y="1769188"/>
              <a:chExt cx="1506552" cy="842451"/>
            </a:xfrm>
          </p:grpSpPr>
          <p:pic>
            <p:nvPicPr>
              <p:cNvPr id="506" name="Google Shape;506;p55"/>
              <p:cNvPicPr preferRelativeResize="0"/>
              <p:nvPr/>
            </p:nvPicPr>
            <p:blipFill rotWithShape="1">
              <a:blip r:embed="rId3">
                <a:alphaModFix/>
              </a:blip>
              <a:srcRect b="0" l="0" r="0" t="0"/>
              <a:stretch/>
            </p:blipFill>
            <p:spPr>
              <a:xfrm>
                <a:off x="4195833" y="1769188"/>
                <a:ext cx="469900" cy="469900"/>
              </a:xfrm>
              <a:prstGeom prst="rect">
                <a:avLst/>
              </a:prstGeom>
              <a:noFill/>
              <a:ln>
                <a:noFill/>
              </a:ln>
            </p:spPr>
          </p:pic>
          <p:sp>
            <p:nvSpPr>
              <p:cNvPr id="507" name="Google Shape;507;p55"/>
              <p:cNvSpPr txBox="1"/>
              <p:nvPr/>
            </p:nvSpPr>
            <p:spPr>
              <a:xfrm>
                <a:off x="3677507" y="2273085"/>
                <a:ext cx="1506552"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Amazon S3 </a:t>
                </a:r>
                <a:endParaRPr sz="1100"/>
              </a:p>
            </p:txBody>
          </p:sp>
        </p:grpSp>
        <p:grpSp>
          <p:nvGrpSpPr>
            <p:cNvPr id="508" name="Google Shape;508;p55"/>
            <p:cNvGrpSpPr/>
            <p:nvPr/>
          </p:nvGrpSpPr>
          <p:grpSpPr>
            <a:xfrm>
              <a:off x="6322012" y="1804650"/>
              <a:ext cx="2301904" cy="1111057"/>
              <a:chOff x="9029700" y="1586464"/>
              <a:chExt cx="2301904" cy="1111057"/>
            </a:xfrm>
          </p:grpSpPr>
          <p:sp>
            <p:nvSpPr>
              <p:cNvPr id="509" name="Google Shape;509;p55"/>
              <p:cNvSpPr txBox="1"/>
              <p:nvPr/>
            </p:nvSpPr>
            <p:spPr>
              <a:xfrm>
                <a:off x="9029700" y="2358967"/>
                <a:ext cx="2301904"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Amazon Rekognition</a:t>
                </a:r>
                <a:endParaRPr sz="1100"/>
              </a:p>
            </p:txBody>
          </p:sp>
          <p:pic>
            <p:nvPicPr>
              <p:cNvPr id="510" name="Google Shape;510;p55"/>
              <p:cNvPicPr preferRelativeResize="0"/>
              <p:nvPr/>
            </p:nvPicPr>
            <p:blipFill rotWithShape="1">
              <a:blip r:embed="rId4">
                <a:alphaModFix/>
              </a:blip>
              <a:srcRect b="0" l="0" r="0" t="0"/>
              <a:stretch/>
            </p:blipFill>
            <p:spPr>
              <a:xfrm>
                <a:off x="9825052" y="1586464"/>
                <a:ext cx="711200" cy="711200"/>
              </a:xfrm>
              <a:prstGeom prst="rect">
                <a:avLst/>
              </a:prstGeom>
              <a:noFill/>
              <a:ln>
                <a:noFill/>
              </a:ln>
            </p:spPr>
          </p:pic>
        </p:grpSp>
        <p:grpSp>
          <p:nvGrpSpPr>
            <p:cNvPr id="511" name="Google Shape;511;p55"/>
            <p:cNvGrpSpPr/>
            <p:nvPr/>
          </p:nvGrpSpPr>
          <p:grpSpPr>
            <a:xfrm>
              <a:off x="3897780" y="3913000"/>
              <a:ext cx="1850462" cy="1049754"/>
              <a:chOff x="5239206" y="1635087"/>
              <a:chExt cx="1850462" cy="1049754"/>
            </a:xfrm>
          </p:grpSpPr>
          <p:sp>
            <p:nvSpPr>
              <p:cNvPr id="512" name="Google Shape;512;p55"/>
              <p:cNvSpPr txBox="1"/>
              <p:nvPr/>
            </p:nvSpPr>
            <p:spPr>
              <a:xfrm>
                <a:off x="5239206" y="2346287"/>
                <a:ext cx="1850462"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rgbClr val="000000"/>
                    </a:solidFill>
                    <a:latin typeface="Arial"/>
                    <a:ea typeface="Arial"/>
                    <a:cs typeface="Arial"/>
                    <a:sym typeface="Arial"/>
                  </a:rPr>
                  <a:t>Amazon Redshift</a:t>
                </a:r>
                <a:endParaRPr b="0" i="0" sz="1200" u="none" cap="none" strike="noStrike">
                  <a:solidFill>
                    <a:schemeClr val="dk1"/>
                  </a:solidFill>
                  <a:latin typeface="Arial"/>
                  <a:ea typeface="Arial"/>
                  <a:cs typeface="Arial"/>
                  <a:sym typeface="Arial"/>
                </a:endParaRPr>
              </a:p>
            </p:txBody>
          </p:sp>
          <p:pic>
            <p:nvPicPr>
              <p:cNvPr id="513" name="Google Shape;513;p55"/>
              <p:cNvPicPr preferRelativeResize="0"/>
              <p:nvPr/>
            </p:nvPicPr>
            <p:blipFill rotWithShape="1">
              <a:blip r:embed="rId5">
                <a:alphaModFix/>
              </a:blip>
              <a:srcRect b="0" l="0" r="0" t="0"/>
              <a:stretch/>
            </p:blipFill>
            <p:spPr>
              <a:xfrm>
                <a:off x="5729311" y="1635087"/>
                <a:ext cx="711200" cy="711200"/>
              </a:xfrm>
              <a:prstGeom prst="rect">
                <a:avLst/>
              </a:prstGeom>
              <a:noFill/>
              <a:ln>
                <a:noFill/>
              </a:ln>
            </p:spPr>
          </p:pic>
        </p:grpSp>
        <p:grpSp>
          <p:nvGrpSpPr>
            <p:cNvPr id="514" name="Google Shape;514;p55"/>
            <p:cNvGrpSpPr/>
            <p:nvPr/>
          </p:nvGrpSpPr>
          <p:grpSpPr>
            <a:xfrm>
              <a:off x="973625" y="3913000"/>
              <a:ext cx="2026005" cy="1045292"/>
              <a:chOff x="973625" y="4429836"/>
              <a:chExt cx="2026005" cy="1045292"/>
            </a:xfrm>
          </p:grpSpPr>
          <p:sp>
            <p:nvSpPr>
              <p:cNvPr id="515" name="Google Shape;515;p55"/>
              <p:cNvSpPr txBox="1"/>
              <p:nvPr/>
            </p:nvSpPr>
            <p:spPr>
              <a:xfrm>
                <a:off x="973625" y="5136574"/>
                <a:ext cx="2026005"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rgbClr val="000000"/>
                    </a:solidFill>
                    <a:latin typeface="Arial"/>
                    <a:ea typeface="Arial"/>
                    <a:cs typeface="Arial"/>
                    <a:sym typeface="Arial"/>
                  </a:rPr>
                  <a:t>Amazon QuickSight</a:t>
                </a:r>
                <a:endParaRPr b="0" i="0" sz="1200" u="none" cap="none" strike="noStrike">
                  <a:solidFill>
                    <a:schemeClr val="dk1"/>
                  </a:solidFill>
                  <a:latin typeface="Arial"/>
                  <a:ea typeface="Arial"/>
                  <a:cs typeface="Arial"/>
                  <a:sym typeface="Arial"/>
                </a:endParaRPr>
              </a:p>
            </p:txBody>
          </p:sp>
          <p:pic>
            <p:nvPicPr>
              <p:cNvPr id="516" name="Google Shape;516;p55"/>
              <p:cNvPicPr preferRelativeResize="0"/>
              <p:nvPr/>
            </p:nvPicPr>
            <p:blipFill rotWithShape="1">
              <a:blip r:embed="rId6">
                <a:alphaModFix/>
              </a:blip>
              <a:srcRect b="0" l="0" r="0" t="0"/>
              <a:stretch/>
            </p:blipFill>
            <p:spPr>
              <a:xfrm>
                <a:off x="1571399" y="4429836"/>
                <a:ext cx="711200" cy="711200"/>
              </a:xfrm>
              <a:prstGeom prst="rect">
                <a:avLst/>
              </a:prstGeom>
              <a:noFill/>
              <a:ln>
                <a:noFill/>
              </a:ln>
            </p:spPr>
          </p:pic>
        </p:grpSp>
        <p:grpSp>
          <p:nvGrpSpPr>
            <p:cNvPr id="517" name="Google Shape;517;p55"/>
            <p:cNvGrpSpPr/>
            <p:nvPr/>
          </p:nvGrpSpPr>
          <p:grpSpPr>
            <a:xfrm>
              <a:off x="1197547" y="1870649"/>
              <a:ext cx="1691411" cy="980373"/>
              <a:chOff x="3975441" y="1767099"/>
              <a:chExt cx="1691411" cy="980373"/>
            </a:xfrm>
          </p:grpSpPr>
          <p:pic>
            <p:nvPicPr>
              <p:cNvPr id="518" name="Google Shape;518;p55"/>
              <p:cNvPicPr preferRelativeResize="0"/>
              <p:nvPr/>
            </p:nvPicPr>
            <p:blipFill rotWithShape="1">
              <a:blip r:embed="rId7">
                <a:alphaModFix/>
              </a:blip>
              <a:srcRect b="70240" l="31505" r="60668" t="12187"/>
              <a:stretch/>
            </p:blipFill>
            <p:spPr>
              <a:xfrm>
                <a:off x="4507143" y="1767099"/>
                <a:ext cx="628006" cy="582054"/>
              </a:xfrm>
              <a:prstGeom prst="rect">
                <a:avLst/>
              </a:prstGeom>
              <a:noFill/>
              <a:ln>
                <a:noFill/>
              </a:ln>
            </p:spPr>
          </p:pic>
          <p:sp>
            <p:nvSpPr>
              <p:cNvPr id="519" name="Google Shape;519;p55"/>
              <p:cNvSpPr txBox="1"/>
              <p:nvPr/>
            </p:nvSpPr>
            <p:spPr>
              <a:xfrm>
                <a:off x="3975441" y="2408918"/>
                <a:ext cx="1691411"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rgbClr val="000000"/>
                    </a:solidFill>
                    <a:latin typeface="Arial"/>
                    <a:ea typeface="Arial"/>
                    <a:cs typeface="Arial"/>
                    <a:sym typeface="Arial"/>
                  </a:rPr>
                  <a:t>Cámara en la tienda</a:t>
                </a:r>
                <a:endParaRPr b="0" i="0" sz="1200" u="none" cap="none" strike="noStrike">
                  <a:solidFill>
                    <a:schemeClr val="dk1"/>
                  </a:solidFill>
                  <a:latin typeface="Arial"/>
                  <a:ea typeface="Arial"/>
                  <a:cs typeface="Arial"/>
                  <a:sym typeface="Arial"/>
                </a:endParaRPr>
              </a:p>
            </p:txBody>
          </p:sp>
        </p:grpSp>
        <p:cxnSp>
          <p:nvCxnSpPr>
            <p:cNvPr id="520" name="Google Shape;520;p55"/>
            <p:cNvCxnSpPr>
              <a:stCxn id="518" idx="3"/>
              <a:endCxn id="521" idx="1"/>
            </p:cNvCxnSpPr>
            <p:nvPr/>
          </p:nvCxnSpPr>
          <p:spPr>
            <a:xfrm>
              <a:off x="2357255" y="2161676"/>
              <a:ext cx="2030700" cy="2400"/>
            </a:xfrm>
            <a:prstGeom prst="straightConnector1">
              <a:avLst/>
            </a:prstGeom>
            <a:noFill/>
            <a:ln cap="flat" cmpd="sng" w="12700">
              <a:solidFill>
                <a:schemeClr val="accent1"/>
              </a:solidFill>
              <a:prstDash val="solid"/>
              <a:miter lim="800000"/>
              <a:headEnd len="sm" w="sm" type="none"/>
              <a:tailEnd len="med" w="med" type="stealth"/>
            </a:ln>
          </p:spPr>
        </p:cxnSp>
        <p:cxnSp>
          <p:nvCxnSpPr>
            <p:cNvPr id="522" name="Google Shape;522;p55"/>
            <p:cNvCxnSpPr>
              <a:stCxn id="521" idx="3"/>
              <a:endCxn id="510" idx="1"/>
            </p:cNvCxnSpPr>
            <p:nvPr/>
          </p:nvCxnSpPr>
          <p:spPr>
            <a:xfrm flipH="1" rot="10800000">
              <a:off x="5099084" y="2160398"/>
              <a:ext cx="2018400" cy="3600"/>
            </a:xfrm>
            <a:prstGeom prst="straightConnector1">
              <a:avLst/>
            </a:prstGeom>
            <a:noFill/>
            <a:ln cap="flat" cmpd="sng" w="12700">
              <a:solidFill>
                <a:schemeClr val="accent1"/>
              </a:solidFill>
              <a:prstDash val="solid"/>
              <a:miter lim="800000"/>
              <a:headEnd len="sm" w="sm" type="none"/>
              <a:tailEnd len="med" w="med" type="stealth"/>
            </a:ln>
          </p:spPr>
        </p:cxnSp>
        <p:cxnSp>
          <p:nvCxnSpPr>
            <p:cNvPr id="523" name="Google Shape;523;p55"/>
            <p:cNvCxnSpPr>
              <a:stCxn id="510" idx="3"/>
              <a:endCxn id="524" idx="1"/>
            </p:cNvCxnSpPr>
            <p:nvPr/>
          </p:nvCxnSpPr>
          <p:spPr>
            <a:xfrm flipH="1" rot="10800000">
              <a:off x="7828564" y="2151250"/>
              <a:ext cx="2041200" cy="9000"/>
            </a:xfrm>
            <a:prstGeom prst="straightConnector1">
              <a:avLst/>
            </a:prstGeom>
            <a:noFill/>
            <a:ln cap="flat" cmpd="sng" w="12700">
              <a:solidFill>
                <a:schemeClr val="accent1"/>
              </a:solidFill>
              <a:prstDash val="solid"/>
              <a:miter lim="800000"/>
              <a:headEnd len="sm" w="sm" type="none"/>
              <a:tailEnd len="med" w="med" type="stealth"/>
            </a:ln>
          </p:spPr>
        </p:cxnSp>
        <p:cxnSp>
          <p:nvCxnSpPr>
            <p:cNvPr id="525" name="Google Shape;525;p55"/>
            <p:cNvCxnSpPr>
              <a:stCxn id="513" idx="1"/>
              <a:endCxn id="516" idx="3"/>
            </p:cNvCxnSpPr>
            <p:nvPr/>
          </p:nvCxnSpPr>
          <p:spPr>
            <a:xfrm rot="10800000">
              <a:off x="2282485" y="4268600"/>
              <a:ext cx="2105400" cy="0"/>
            </a:xfrm>
            <a:prstGeom prst="straightConnector1">
              <a:avLst/>
            </a:prstGeom>
            <a:noFill/>
            <a:ln cap="flat" cmpd="sng" w="12700">
              <a:solidFill>
                <a:schemeClr val="accent1"/>
              </a:solidFill>
              <a:prstDash val="solid"/>
              <a:miter lim="800000"/>
              <a:headEnd len="sm" w="sm" type="none"/>
              <a:tailEnd len="med" w="med" type="stealth"/>
            </a:ln>
          </p:spPr>
        </p:cxnSp>
        <p:cxnSp>
          <p:nvCxnSpPr>
            <p:cNvPr id="526" name="Google Shape;526;p55"/>
            <p:cNvCxnSpPr>
              <a:stCxn id="506" idx="1"/>
              <a:endCxn id="513" idx="3"/>
            </p:cNvCxnSpPr>
            <p:nvPr/>
          </p:nvCxnSpPr>
          <p:spPr>
            <a:xfrm rot="10800000">
              <a:off x="5099014" y="4268723"/>
              <a:ext cx="2139000" cy="14400"/>
            </a:xfrm>
            <a:prstGeom prst="straightConnector1">
              <a:avLst/>
            </a:prstGeom>
            <a:noFill/>
            <a:ln cap="flat" cmpd="sng" w="12700">
              <a:solidFill>
                <a:schemeClr val="accent1"/>
              </a:solidFill>
              <a:prstDash val="solid"/>
              <a:miter lim="800000"/>
              <a:headEnd len="sm" w="sm" type="none"/>
              <a:tailEnd len="med" w="med" type="stealth"/>
            </a:ln>
          </p:spPr>
        </p:cxnSp>
        <p:grpSp>
          <p:nvGrpSpPr>
            <p:cNvPr id="527" name="Google Shape;527;p55"/>
            <p:cNvGrpSpPr/>
            <p:nvPr/>
          </p:nvGrpSpPr>
          <p:grpSpPr>
            <a:xfrm>
              <a:off x="3738727" y="1808398"/>
              <a:ext cx="2009516" cy="1338535"/>
              <a:chOff x="1529435" y="3020430"/>
              <a:chExt cx="2009516" cy="1338535"/>
            </a:xfrm>
          </p:grpSpPr>
          <p:sp>
            <p:nvSpPr>
              <p:cNvPr id="528" name="Google Shape;528;p55"/>
              <p:cNvSpPr txBox="1"/>
              <p:nvPr/>
            </p:nvSpPr>
            <p:spPr>
              <a:xfrm>
                <a:off x="1529435" y="3774190"/>
                <a:ext cx="2009516" cy="58477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rgbClr val="000000"/>
                    </a:solidFill>
                    <a:latin typeface="Arial"/>
                    <a:ea typeface="Arial"/>
                    <a:cs typeface="Arial"/>
                    <a:sym typeface="Arial"/>
                  </a:rPr>
                  <a:t>Amazon Kinesis Video Streams</a:t>
                </a:r>
                <a:endParaRPr b="0" i="0" sz="1200" u="none" cap="none" strike="noStrike">
                  <a:solidFill>
                    <a:schemeClr val="dk1"/>
                  </a:solidFill>
                  <a:latin typeface="Arial"/>
                  <a:ea typeface="Arial"/>
                  <a:cs typeface="Arial"/>
                  <a:sym typeface="Arial"/>
                </a:endParaRPr>
              </a:p>
            </p:txBody>
          </p:sp>
          <p:pic>
            <p:nvPicPr>
              <p:cNvPr id="521" name="Google Shape;521;p55"/>
              <p:cNvPicPr preferRelativeResize="0"/>
              <p:nvPr/>
            </p:nvPicPr>
            <p:blipFill rotWithShape="1">
              <a:blip r:embed="rId8">
                <a:alphaModFix/>
              </a:blip>
              <a:srcRect b="0" l="0" r="0" t="0"/>
              <a:stretch/>
            </p:blipFill>
            <p:spPr>
              <a:xfrm>
                <a:off x="2178592" y="3020430"/>
                <a:ext cx="711200" cy="711200"/>
              </a:xfrm>
              <a:prstGeom prst="rect">
                <a:avLst/>
              </a:prstGeom>
              <a:noFill/>
              <a:ln>
                <a:noFill/>
              </a:ln>
            </p:spPr>
          </p:pic>
        </p:grpSp>
        <p:grpSp>
          <p:nvGrpSpPr>
            <p:cNvPr id="529" name="Google Shape;529;p55"/>
            <p:cNvGrpSpPr/>
            <p:nvPr/>
          </p:nvGrpSpPr>
          <p:grpSpPr>
            <a:xfrm>
              <a:off x="9478362" y="1795512"/>
              <a:ext cx="1494050" cy="1276980"/>
              <a:chOff x="4228207" y="3020430"/>
              <a:chExt cx="1494050" cy="1276980"/>
            </a:xfrm>
          </p:grpSpPr>
          <p:pic>
            <p:nvPicPr>
              <p:cNvPr id="524" name="Google Shape;524;p55"/>
              <p:cNvPicPr preferRelativeResize="0"/>
              <p:nvPr/>
            </p:nvPicPr>
            <p:blipFill rotWithShape="1">
              <a:blip r:embed="rId9">
                <a:alphaModFix/>
              </a:blip>
              <a:srcRect b="0" l="0" r="0" t="0"/>
              <a:stretch/>
            </p:blipFill>
            <p:spPr>
              <a:xfrm>
                <a:off x="4619631" y="3020430"/>
                <a:ext cx="711200" cy="711200"/>
              </a:xfrm>
              <a:prstGeom prst="rect">
                <a:avLst/>
              </a:prstGeom>
              <a:noFill/>
              <a:ln>
                <a:noFill/>
              </a:ln>
            </p:spPr>
          </p:pic>
          <p:sp>
            <p:nvSpPr>
              <p:cNvPr id="530" name="Google Shape;530;p55"/>
              <p:cNvSpPr txBox="1"/>
              <p:nvPr/>
            </p:nvSpPr>
            <p:spPr>
              <a:xfrm>
                <a:off x="4228207" y="3774190"/>
                <a:ext cx="1494050" cy="52322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100" u="none" cap="none" strike="noStrike">
                    <a:solidFill>
                      <a:srgbClr val="000000"/>
                    </a:solidFill>
                    <a:latin typeface="Arial"/>
                    <a:ea typeface="Arial"/>
                    <a:cs typeface="Arial"/>
                    <a:sym typeface="Arial"/>
                  </a:rPr>
                  <a:t>Amazon Kinesis Data Streams</a:t>
                </a:r>
                <a:endParaRPr b="0" i="0" sz="1100" u="none" cap="none" strike="noStrike">
                  <a:solidFill>
                    <a:schemeClr val="dk1"/>
                  </a:solidFill>
                  <a:latin typeface="Arial"/>
                  <a:ea typeface="Arial"/>
                  <a:cs typeface="Arial"/>
                  <a:sym typeface="Arial"/>
                </a:endParaRPr>
              </a:p>
            </p:txBody>
          </p:sp>
        </p:grpSp>
        <p:grpSp>
          <p:nvGrpSpPr>
            <p:cNvPr id="531" name="Google Shape;531;p55"/>
            <p:cNvGrpSpPr/>
            <p:nvPr/>
          </p:nvGrpSpPr>
          <p:grpSpPr>
            <a:xfrm>
              <a:off x="9465859" y="3931651"/>
              <a:ext cx="1506552" cy="1078628"/>
              <a:chOff x="6306296" y="1647909"/>
              <a:chExt cx="1506552" cy="1078628"/>
            </a:xfrm>
          </p:grpSpPr>
          <p:pic>
            <p:nvPicPr>
              <p:cNvPr id="532" name="Google Shape;532;p55"/>
              <p:cNvPicPr preferRelativeResize="0"/>
              <p:nvPr/>
            </p:nvPicPr>
            <p:blipFill rotWithShape="1">
              <a:blip r:embed="rId10">
                <a:alphaModFix/>
              </a:blip>
              <a:srcRect b="0" l="0" r="0" t="0"/>
              <a:stretch/>
            </p:blipFill>
            <p:spPr>
              <a:xfrm>
                <a:off x="6716151" y="1647909"/>
                <a:ext cx="711200" cy="711200"/>
              </a:xfrm>
              <a:prstGeom prst="rect">
                <a:avLst/>
              </a:prstGeom>
              <a:noFill/>
              <a:ln>
                <a:noFill/>
              </a:ln>
            </p:spPr>
          </p:pic>
          <p:sp>
            <p:nvSpPr>
              <p:cNvPr id="533" name="Google Shape;533;p55"/>
              <p:cNvSpPr txBox="1"/>
              <p:nvPr/>
            </p:nvSpPr>
            <p:spPr>
              <a:xfrm>
                <a:off x="6306296" y="2387983"/>
                <a:ext cx="1506552"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AWS Lambda</a:t>
                </a:r>
                <a:endParaRPr sz="1100"/>
              </a:p>
            </p:txBody>
          </p:sp>
        </p:grpSp>
        <p:cxnSp>
          <p:nvCxnSpPr>
            <p:cNvPr id="534" name="Google Shape;534;p55"/>
            <p:cNvCxnSpPr>
              <a:stCxn id="532" idx="1"/>
              <a:endCxn id="506" idx="3"/>
            </p:cNvCxnSpPr>
            <p:nvPr/>
          </p:nvCxnSpPr>
          <p:spPr>
            <a:xfrm rot="10800000">
              <a:off x="7707914" y="4283051"/>
              <a:ext cx="2167800" cy="4200"/>
            </a:xfrm>
            <a:prstGeom prst="straightConnector1">
              <a:avLst/>
            </a:prstGeom>
            <a:noFill/>
            <a:ln cap="flat" cmpd="sng" w="12700">
              <a:solidFill>
                <a:schemeClr val="accent1"/>
              </a:solidFill>
              <a:prstDash val="solid"/>
              <a:miter lim="800000"/>
              <a:headEnd len="sm" w="sm" type="none"/>
              <a:tailEnd len="med" w="med" type="stealth"/>
            </a:ln>
          </p:spPr>
        </p:cxnSp>
        <p:cxnSp>
          <p:nvCxnSpPr>
            <p:cNvPr id="535" name="Google Shape;535;p55"/>
            <p:cNvCxnSpPr>
              <a:stCxn id="530" idx="2"/>
              <a:endCxn id="532" idx="0"/>
            </p:cNvCxnSpPr>
            <p:nvPr/>
          </p:nvCxnSpPr>
          <p:spPr>
            <a:xfrm>
              <a:off x="10225387" y="3072492"/>
              <a:ext cx="6000" cy="859200"/>
            </a:xfrm>
            <a:prstGeom prst="straightConnector1">
              <a:avLst/>
            </a:prstGeom>
            <a:noFill/>
            <a:ln cap="flat" cmpd="sng" w="12700">
              <a:solidFill>
                <a:schemeClr val="accent1"/>
              </a:solidFill>
              <a:prstDash val="solid"/>
              <a:miter lim="800000"/>
              <a:headEnd len="sm" w="sm" type="none"/>
              <a:tailEnd len="med" w="med" type="stealth"/>
            </a:ln>
          </p:spPr>
        </p:cxnSp>
      </p:grpSp>
      <p:sp>
        <p:nvSpPr>
          <p:cNvPr id="536" name="Google Shape;536;p55"/>
          <p:cNvSpPr/>
          <p:nvPr/>
        </p:nvSpPr>
        <p:spPr>
          <a:xfrm>
            <a:off x="7090739" y="1336753"/>
            <a:ext cx="239383" cy="239383"/>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s-419" sz="1200" u="none" cap="none" strike="noStrike">
                <a:solidFill>
                  <a:schemeClr val="lt1"/>
                </a:solidFill>
                <a:latin typeface="Arial"/>
                <a:ea typeface="Arial"/>
                <a:cs typeface="Arial"/>
                <a:sym typeface="Arial"/>
              </a:rPr>
              <a:t>3</a:t>
            </a:r>
            <a:endParaRPr sz="1100"/>
          </a:p>
        </p:txBody>
      </p:sp>
      <p:sp>
        <p:nvSpPr>
          <p:cNvPr id="537" name="Google Shape;537;p55"/>
          <p:cNvSpPr/>
          <p:nvPr/>
        </p:nvSpPr>
        <p:spPr>
          <a:xfrm>
            <a:off x="7330122" y="2657936"/>
            <a:ext cx="239383" cy="239383"/>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s-419" sz="1200" u="none" cap="none" strike="noStrike">
                <a:solidFill>
                  <a:schemeClr val="lt1"/>
                </a:solidFill>
                <a:latin typeface="Arial"/>
                <a:ea typeface="Arial"/>
                <a:cs typeface="Arial"/>
                <a:sym typeface="Arial"/>
              </a:rPr>
              <a:t>4</a:t>
            </a:r>
            <a:endParaRPr sz="1100"/>
          </a:p>
        </p:txBody>
      </p:sp>
      <p:sp>
        <p:nvSpPr>
          <p:cNvPr id="538" name="Google Shape;538;p55"/>
          <p:cNvSpPr/>
          <p:nvPr/>
        </p:nvSpPr>
        <p:spPr>
          <a:xfrm>
            <a:off x="5861005" y="2897319"/>
            <a:ext cx="239383" cy="239383"/>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s-419" sz="1200" u="none" cap="none" strike="noStrike">
                <a:solidFill>
                  <a:schemeClr val="lt1"/>
                </a:solidFill>
                <a:latin typeface="Arial"/>
                <a:ea typeface="Arial"/>
                <a:cs typeface="Arial"/>
                <a:sym typeface="Arial"/>
              </a:rPr>
              <a:t>5</a:t>
            </a:r>
            <a:endParaRPr sz="1100"/>
          </a:p>
        </p:txBody>
      </p:sp>
      <p:sp>
        <p:nvSpPr>
          <p:cNvPr id="539" name="Google Shape;539;p55"/>
          <p:cNvSpPr/>
          <p:nvPr/>
        </p:nvSpPr>
        <p:spPr>
          <a:xfrm>
            <a:off x="3902428" y="2893600"/>
            <a:ext cx="239383" cy="239383"/>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s-419" sz="1200" u="none" cap="none" strike="noStrike">
                <a:solidFill>
                  <a:schemeClr val="lt1"/>
                </a:solidFill>
                <a:latin typeface="Arial"/>
                <a:ea typeface="Arial"/>
                <a:cs typeface="Arial"/>
                <a:sym typeface="Arial"/>
              </a:rPr>
              <a:t>6</a:t>
            </a:r>
            <a:endParaRPr sz="1100"/>
          </a:p>
        </p:txBody>
      </p:sp>
      <p:sp>
        <p:nvSpPr>
          <p:cNvPr id="540" name="Google Shape;540;p55"/>
          <p:cNvSpPr/>
          <p:nvPr/>
        </p:nvSpPr>
        <p:spPr>
          <a:xfrm>
            <a:off x="1788108" y="2916438"/>
            <a:ext cx="239383" cy="239383"/>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s-419" sz="1200" u="none" cap="none" strike="noStrike">
                <a:solidFill>
                  <a:schemeClr val="lt1"/>
                </a:solidFill>
                <a:latin typeface="Arial"/>
                <a:ea typeface="Arial"/>
                <a:cs typeface="Arial"/>
                <a:sym typeface="Arial"/>
              </a:rPr>
              <a:t>7</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56"/>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Uso de Amazon Rekognition</a:t>
            </a:r>
            <a:endParaRPr/>
          </a:p>
        </p:txBody>
      </p:sp>
      <p:sp>
        <p:nvSpPr>
          <p:cNvPr id="546" name="Google Shape;546;p56"/>
          <p:cNvSpPr txBox="1"/>
          <p:nvPr/>
        </p:nvSpPr>
        <p:spPr>
          <a:xfrm>
            <a:off x="320375" y="3858530"/>
            <a:ext cx="842341" cy="25391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Image.jpg</a:t>
            </a:r>
            <a:endParaRPr sz="1100"/>
          </a:p>
        </p:txBody>
      </p:sp>
      <p:sp>
        <p:nvSpPr>
          <p:cNvPr id="547" name="Google Shape;547;p56"/>
          <p:cNvSpPr txBox="1"/>
          <p:nvPr/>
        </p:nvSpPr>
        <p:spPr>
          <a:xfrm>
            <a:off x="2574169" y="3156287"/>
            <a:ext cx="1726428" cy="253916"/>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Amazon Rekognition</a:t>
            </a:r>
            <a:endParaRPr sz="1100"/>
          </a:p>
        </p:txBody>
      </p:sp>
      <p:cxnSp>
        <p:nvCxnSpPr>
          <p:cNvPr id="548" name="Google Shape;548;p56"/>
          <p:cNvCxnSpPr>
            <a:endCxn id="549" idx="1"/>
          </p:cNvCxnSpPr>
          <p:nvPr/>
        </p:nvCxnSpPr>
        <p:spPr>
          <a:xfrm>
            <a:off x="2008619" y="2223570"/>
            <a:ext cx="1107300" cy="496800"/>
          </a:xfrm>
          <a:prstGeom prst="bentConnector2">
            <a:avLst/>
          </a:prstGeom>
          <a:noFill/>
          <a:ln cap="flat" cmpd="sng" w="12700">
            <a:solidFill>
              <a:srgbClr val="545B64"/>
            </a:solidFill>
            <a:prstDash val="solid"/>
            <a:miter lim="800000"/>
            <a:headEnd len="sm" w="sm" type="none"/>
            <a:tailEnd len="med" w="med" type="stealth"/>
          </a:ln>
        </p:spPr>
      </p:cxnSp>
      <p:grpSp>
        <p:nvGrpSpPr>
          <p:cNvPr descr="Amazon Rekognition workflow." id="550" name="Google Shape;550;p56"/>
          <p:cNvGrpSpPr/>
          <p:nvPr/>
        </p:nvGrpSpPr>
        <p:grpSpPr>
          <a:xfrm>
            <a:off x="226351" y="1379462"/>
            <a:ext cx="4343442" cy="2460146"/>
            <a:chOff x="301802" y="1839283"/>
            <a:chExt cx="5791256" cy="3280194"/>
          </a:xfrm>
        </p:grpSpPr>
        <p:grpSp>
          <p:nvGrpSpPr>
            <p:cNvPr id="551" name="Google Shape;551;p56"/>
            <p:cNvGrpSpPr/>
            <p:nvPr/>
          </p:nvGrpSpPr>
          <p:grpSpPr>
            <a:xfrm>
              <a:off x="301802" y="1839283"/>
              <a:ext cx="1123121" cy="866214"/>
              <a:chOff x="1860880" y="2270166"/>
              <a:chExt cx="1123121" cy="866214"/>
            </a:xfrm>
          </p:grpSpPr>
          <p:pic>
            <p:nvPicPr>
              <p:cNvPr id="552" name="Google Shape;552;p56"/>
              <p:cNvPicPr preferRelativeResize="0"/>
              <p:nvPr/>
            </p:nvPicPr>
            <p:blipFill rotWithShape="1">
              <a:blip r:embed="rId3">
                <a:alphaModFix/>
              </a:blip>
              <a:srcRect b="0" l="0" r="0" t="0"/>
              <a:stretch/>
            </p:blipFill>
            <p:spPr>
              <a:xfrm>
                <a:off x="2187490" y="2270166"/>
                <a:ext cx="469900" cy="469900"/>
              </a:xfrm>
              <a:prstGeom prst="rect">
                <a:avLst/>
              </a:prstGeom>
              <a:noFill/>
              <a:ln>
                <a:noFill/>
              </a:ln>
            </p:spPr>
          </p:pic>
          <p:sp>
            <p:nvSpPr>
              <p:cNvPr id="553" name="Google Shape;553;p56"/>
              <p:cNvSpPr txBox="1"/>
              <p:nvPr/>
            </p:nvSpPr>
            <p:spPr>
              <a:xfrm>
                <a:off x="1860880" y="2797826"/>
                <a:ext cx="1123121"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Bucket de S3</a:t>
                </a:r>
                <a:endParaRPr sz="1100"/>
              </a:p>
            </p:txBody>
          </p:sp>
        </p:grpSp>
        <p:cxnSp>
          <p:nvCxnSpPr>
            <p:cNvPr id="554" name="Google Shape;554;p56"/>
            <p:cNvCxnSpPr>
              <a:stCxn id="552" idx="3"/>
            </p:cNvCxnSpPr>
            <p:nvPr/>
          </p:nvCxnSpPr>
          <p:spPr>
            <a:xfrm>
              <a:off x="1098312" y="2074233"/>
              <a:ext cx="1580100" cy="630600"/>
            </a:xfrm>
            <a:prstGeom prst="bentConnector2">
              <a:avLst/>
            </a:prstGeom>
            <a:noFill/>
            <a:ln cap="flat" cmpd="sng" w="12700">
              <a:solidFill>
                <a:srgbClr val="545B64"/>
              </a:solidFill>
              <a:prstDash val="solid"/>
              <a:miter lim="800000"/>
              <a:headEnd len="sm" w="sm" type="none"/>
              <a:tailEnd len="med" w="med" type="stealth"/>
            </a:ln>
          </p:spPr>
        </p:cxnSp>
        <p:cxnSp>
          <p:nvCxnSpPr>
            <p:cNvPr id="555" name="Google Shape;555;p56"/>
            <p:cNvCxnSpPr>
              <a:stCxn id="556" idx="3"/>
              <a:endCxn id="557" idx="1"/>
            </p:cNvCxnSpPr>
            <p:nvPr/>
          </p:nvCxnSpPr>
          <p:spPr>
            <a:xfrm flipH="1" rot="10800000">
              <a:off x="1388776" y="3974977"/>
              <a:ext cx="452100" cy="877800"/>
            </a:xfrm>
            <a:prstGeom prst="bentConnector3">
              <a:avLst>
                <a:gd fmla="val 50000" name="adj1"/>
              </a:avLst>
            </a:prstGeom>
            <a:noFill/>
            <a:ln cap="flat" cmpd="sng" w="12700">
              <a:solidFill>
                <a:srgbClr val="545B64"/>
              </a:solidFill>
              <a:prstDash val="solid"/>
              <a:miter lim="800000"/>
              <a:headEnd len="sm" w="sm" type="none"/>
              <a:tailEnd len="med" w="med" type="stealth"/>
            </a:ln>
          </p:spPr>
        </p:cxnSp>
        <p:grpSp>
          <p:nvGrpSpPr>
            <p:cNvPr id="558" name="Google Shape;558;p56"/>
            <p:cNvGrpSpPr/>
            <p:nvPr/>
          </p:nvGrpSpPr>
          <p:grpSpPr>
            <a:xfrm>
              <a:off x="1840950" y="3866160"/>
              <a:ext cx="1524827" cy="534028"/>
              <a:chOff x="5005229" y="4013352"/>
              <a:chExt cx="1524827" cy="534028"/>
            </a:xfrm>
          </p:grpSpPr>
          <p:sp>
            <p:nvSpPr>
              <p:cNvPr id="559" name="Google Shape;559;p56"/>
              <p:cNvSpPr txBox="1"/>
              <p:nvPr/>
            </p:nvSpPr>
            <p:spPr>
              <a:xfrm>
                <a:off x="5104388" y="4208826"/>
                <a:ext cx="1326510"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s-419" sz="1200" u="none" cap="none" strike="noStrike">
                    <a:solidFill>
                      <a:schemeClr val="dk1"/>
                    </a:solidFill>
                    <a:latin typeface="Arial"/>
                    <a:ea typeface="Arial"/>
                    <a:cs typeface="Arial"/>
                    <a:sym typeface="Arial"/>
                  </a:rPr>
                  <a:t>Secuencias de bytes</a:t>
                </a:r>
                <a:endParaRPr sz="1100"/>
              </a:p>
            </p:txBody>
          </p:sp>
          <p:grpSp>
            <p:nvGrpSpPr>
              <p:cNvPr id="560" name="Google Shape;560;p56"/>
              <p:cNvGrpSpPr/>
              <p:nvPr/>
            </p:nvGrpSpPr>
            <p:grpSpPr>
              <a:xfrm>
                <a:off x="5005229" y="4013352"/>
                <a:ext cx="1524827" cy="217357"/>
                <a:chOff x="5005229" y="4013352"/>
                <a:chExt cx="1524827" cy="217357"/>
              </a:xfrm>
            </p:grpSpPr>
            <p:sp>
              <p:nvSpPr>
                <p:cNvPr id="557" name="Google Shape;557;p56"/>
                <p:cNvSpPr/>
                <p:nvPr/>
              </p:nvSpPr>
              <p:spPr>
                <a:xfrm>
                  <a:off x="5005229" y="4013352"/>
                  <a:ext cx="1524827" cy="217357"/>
                </a:xfrm>
                <a:prstGeom prst="rect">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s-419" sz="1100" u="none" cap="none" strike="noStrike">
                      <a:solidFill>
                        <a:schemeClr val="lt1"/>
                      </a:solidFill>
                      <a:latin typeface="Arial"/>
                      <a:ea typeface="Arial"/>
                      <a:cs typeface="Arial"/>
                      <a:sym typeface="Arial"/>
                    </a:rPr>
                    <a:t>01100110</a:t>
                  </a:r>
                  <a:endParaRPr sz="1100"/>
                </a:p>
              </p:txBody>
            </p:sp>
            <p:grpSp>
              <p:nvGrpSpPr>
                <p:cNvPr id="561" name="Google Shape;561;p56"/>
                <p:cNvGrpSpPr/>
                <p:nvPr/>
              </p:nvGrpSpPr>
              <p:grpSpPr>
                <a:xfrm>
                  <a:off x="5005229" y="4014165"/>
                  <a:ext cx="130342" cy="215731"/>
                  <a:chOff x="4543660" y="4005946"/>
                  <a:chExt cx="130342" cy="215731"/>
                </a:xfrm>
              </p:grpSpPr>
              <p:sp>
                <p:nvSpPr>
                  <p:cNvPr id="562" name="Google Shape;562;p56"/>
                  <p:cNvSpPr/>
                  <p:nvPr/>
                </p:nvSpPr>
                <p:spPr>
                  <a:xfrm>
                    <a:off x="4543660" y="4005946"/>
                    <a:ext cx="130342" cy="104489"/>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63" name="Google Shape;563;p56"/>
                  <p:cNvSpPr/>
                  <p:nvPr/>
                </p:nvSpPr>
                <p:spPr>
                  <a:xfrm>
                    <a:off x="4543660" y="4117188"/>
                    <a:ext cx="130342" cy="104489"/>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grpSp>
        <p:cxnSp>
          <p:nvCxnSpPr>
            <p:cNvPr id="564" name="Google Shape;564;p56"/>
            <p:cNvCxnSpPr>
              <a:stCxn id="557" idx="3"/>
              <a:endCxn id="565" idx="1"/>
            </p:cNvCxnSpPr>
            <p:nvPr/>
          </p:nvCxnSpPr>
          <p:spPr>
            <a:xfrm>
              <a:off x="3365777" y="3974839"/>
              <a:ext cx="788700" cy="600"/>
            </a:xfrm>
            <a:prstGeom prst="bentConnector3">
              <a:avLst>
                <a:gd fmla="val 50000" name="adj1"/>
              </a:avLst>
            </a:prstGeom>
            <a:noFill/>
            <a:ln cap="flat" cmpd="sng" w="12700">
              <a:solidFill>
                <a:srgbClr val="545B64"/>
              </a:solidFill>
              <a:prstDash val="solid"/>
              <a:miter lim="800000"/>
              <a:headEnd len="sm" w="sm" type="none"/>
              <a:tailEnd len="med" w="med" type="stealth"/>
            </a:ln>
          </p:spPr>
        </p:cxnSp>
        <p:sp>
          <p:nvSpPr>
            <p:cNvPr id="566" name="Google Shape;566;p56"/>
            <p:cNvSpPr txBox="1"/>
            <p:nvPr/>
          </p:nvSpPr>
          <p:spPr>
            <a:xfrm>
              <a:off x="3126820" y="1867997"/>
              <a:ext cx="2842200" cy="11184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s-419" sz="1000" u="none" cap="none" strike="noStrike">
                  <a:solidFill>
                    <a:schemeClr val="dk1"/>
                  </a:solidFill>
                  <a:latin typeface="Arial"/>
                  <a:ea typeface="Arial"/>
                  <a:cs typeface="Arial"/>
                  <a:sym typeface="Arial"/>
                </a:rPr>
                <a:t>Operaciones de API</a:t>
              </a:r>
              <a:endParaRPr sz="900"/>
            </a:p>
            <a:p>
              <a:pPr indent="0" lvl="0" marL="0" marR="0" rtl="0" algn="ctr">
                <a:spcBef>
                  <a:spcPts val="0"/>
                </a:spcBef>
                <a:spcAft>
                  <a:spcPts val="0"/>
                </a:spcAft>
                <a:buNone/>
              </a:pPr>
              <a:r>
                <a:rPr b="0" i="0" lang="es-419" sz="1000" u="none" cap="none" strike="noStrike">
                  <a:solidFill>
                    <a:schemeClr val="dk1"/>
                  </a:solidFill>
                  <a:latin typeface="Arial"/>
                  <a:ea typeface="Arial"/>
                  <a:cs typeface="Arial"/>
                  <a:sym typeface="Arial"/>
                </a:rPr>
                <a:t>Detectar etiquetas</a:t>
              </a:r>
              <a:endParaRPr sz="900"/>
            </a:p>
            <a:p>
              <a:pPr indent="0" lvl="0" marL="0" marR="0" rtl="0" algn="ctr">
                <a:spcBef>
                  <a:spcPts val="0"/>
                </a:spcBef>
                <a:spcAft>
                  <a:spcPts val="0"/>
                </a:spcAft>
                <a:buNone/>
              </a:pPr>
              <a:r>
                <a:rPr b="0" i="0" lang="es-419" sz="1000" u="none" cap="none" strike="noStrike">
                  <a:solidFill>
                    <a:schemeClr val="dk1"/>
                  </a:solidFill>
                  <a:latin typeface="Arial"/>
                  <a:ea typeface="Arial"/>
                  <a:cs typeface="Arial"/>
                  <a:sym typeface="Arial"/>
                </a:rPr>
                <a:t>Detectar rostros</a:t>
              </a:r>
              <a:endParaRPr sz="900"/>
            </a:p>
            <a:p>
              <a:pPr indent="0" lvl="0" marL="0" marR="0" rtl="0" algn="ctr">
                <a:spcBef>
                  <a:spcPts val="0"/>
                </a:spcBef>
                <a:spcAft>
                  <a:spcPts val="0"/>
                </a:spcAft>
                <a:buNone/>
              </a:pPr>
              <a:r>
                <a:rPr b="0" i="0" lang="es-419" sz="1000" u="none" cap="none" strike="noStrike">
                  <a:solidFill>
                    <a:schemeClr val="dk1"/>
                  </a:solidFill>
                  <a:latin typeface="Arial"/>
                  <a:ea typeface="Arial"/>
                  <a:cs typeface="Arial"/>
                  <a:sym typeface="Arial"/>
                </a:rPr>
                <a:t>Reconocimiento de famosos</a:t>
              </a:r>
              <a:endParaRPr sz="900"/>
            </a:p>
            <a:p>
              <a:pPr indent="0" lvl="0" marL="0" marR="0" rtl="0" algn="ctr">
                <a:spcBef>
                  <a:spcPts val="0"/>
                </a:spcBef>
                <a:spcAft>
                  <a:spcPts val="0"/>
                </a:spcAft>
                <a:buNone/>
              </a:pPr>
              <a:r>
                <a:rPr b="0" i="0" lang="es-419" sz="1000" u="none" cap="none" strike="noStrike">
                  <a:solidFill>
                    <a:schemeClr val="dk1"/>
                  </a:solidFill>
                  <a:latin typeface="Arial"/>
                  <a:ea typeface="Arial"/>
                  <a:cs typeface="Arial"/>
                  <a:sym typeface="Arial"/>
                </a:rPr>
                <a:t>Detección de imágenes no seguras</a:t>
              </a:r>
              <a:endParaRPr sz="900"/>
            </a:p>
          </p:txBody>
        </p:sp>
        <p:cxnSp>
          <p:nvCxnSpPr>
            <p:cNvPr id="567" name="Google Shape;567;p56"/>
            <p:cNvCxnSpPr>
              <a:stCxn id="568" idx="3"/>
            </p:cNvCxnSpPr>
            <p:nvPr/>
          </p:nvCxnSpPr>
          <p:spPr>
            <a:xfrm flipH="1" rot="10800000">
              <a:off x="4865758" y="3814966"/>
              <a:ext cx="1227300" cy="1500"/>
            </a:xfrm>
            <a:prstGeom prst="bentConnector3">
              <a:avLst>
                <a:gd fmla="val 50000" name="adj1"/>
              </a:avLst>
            </a:prstGeom>
            <a:noFill/>
            <a:ln cap="flat" cmpd="sng" w="12700">
              <a:solidFill>
                <a:srgbClr val="545B64"/>
              </a:solidFill>
              <a:prstDash val="solid"/>
              <a:miter lim="800000"/>
              <a:headEnd len="sm" w="sm" type="none"/>
              <a:tailEnd len="med" w="med" type="stealth"/>
            </a:ln>
          </p:spPr>
        </p:cxnSp>
        <p:grpSp>
          <p:nvGrpSpPr>
            <p:cNvPr id="569" name="Google Shape;569;p56"/>
            <p:cNvGrpSpPr/>
            <p:nvPr/>
          </p:nvGrpSpPr>
          <p:grpSpPr>
            <a:xfrm>
              <a:off x="4154557" y="3449360"/>
              <a:ext cx="711201" cy="722706"/>
              <a:chOff x="4492707" y="3457850"/>
              <a:chExt cx="711201" cy="722706"/>
            </a:xfrm>
          </p:grpSpPr>
          <p:grpSp>
            <p:nvGrpSpPr>
              <p:cNvPr id="570" name="Google Shape;570;p56"/>
              <p:cNvGrpSpPr/>
              <p:nvPr/>
            </p:nvGrpSpPr>
            <p:grpSpPr>
              <a:xfrm>
                <a:off x="4492707" y="3457850"/>
                <a:ext cx="236484" cy="695923"/>
                <a:chOff x="5215244" y="3397526"/>
                <a:chExt cx="236484" cy="695923"/>
              </a:xfrm>
            </p:grpSpPr>
            <p:sp>
              <p:nvSpPr>
                <p:cNvPr id="549" name="Google Shape;549;p56"/>
                <p:cNvSpPr/>
                <p:nvPr/>
              </p:nvSpPr>
              <p:spPr>
                <a:xfrm>
                  <a:off x="5215245" y="3397526"/>
                  <a:ext cx="236483" cy="3556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65" name="Google Shape;565;p56"/>
                <p:cNvSpPr/>
                <p:nvPr/>
              </p:nvSpPr>
              <p:spPr>
                <a:xfrm>
                  <a:off x="5215244" y="3753126"/>
                  <a:ext cx="236483" cy="340323"/>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pic>
            <p:nvPicPr>
              <p:cNvPr id="568" name="Google Shape;568;p56"/>
              <p:cNvPicPr preferRelativeResize="0"/>
              <p:nvPr/>
            </p:nvPicPr>
            <p:blipFill rotWithShape="1">
              <a:blip r:embed="rId4">
                <a:alphaModFix/>
              </a:blip>
              <a:srcRect b="0" l="0" r="0" t="0"/>
              <a:stretch/>
            </p:blipFill>
            <p:spPr>
              <a:xfrm>
                <a:off x="4492708" y="3469356"/>
                <a:ext cx="711200" cy="711200"/>
              </a:xfrm>
              <a:prstGeom prst="rect">
                <a:avLst/>
              </a:prstGeom>
              <a:noFill/>
              <a:ln>
                <a:noFill/>
              </a:ln>
            </p:spPr>
          </p:pic>
        </p:grpSp>
        <p:pic>
          <p:nvPicPr>
            <p:cNvPr id="556" name="Google Shape;556;p56"/>
            <p:cNvPicPr preferRelativeResize="0"/>
            <p:nvPr/>
          </p:nvPicPr>
          <p:blipFill rotWithShape="1">
            <a:blip r:embed="rId5">
              <a:alphaModFix/>
            </a:blip>
            <a:srcRect b="0" l="0" r="0" t="0"/>
            <a:stretch/>
          </p:blipFill>
          <p:spPr>
            <a:xfrm>
              <a:off x="588676" y="4586077"/>
              <a:ext cx="800100" cy="533400"/>
            </a:xfrm>
            <a:prstGeom prst="rect">
              <a:avLst/>
            </a:prstGeom>
            <a:noFill/>
            <a:ln>
              <a:noFill/>
            </a:ln>
          </p:spPr>
        </p:pic>
      </p:grpSp>
      <p:pic>
        <p:nvPicPr>
          <p:cNvPr id="571" name="Google Shape;571;p56"/>
          <p:cNvPicPr preferRelativeResize="0"/>
          <p:nvPr/>
        </p:nvPicPr>
        <p:blipFill rotWithShape="1">
          <a:blip r:embed="rId5">
            <a:alphaModFix/>
          </a:blip>
          <a:srcRect b="0" l="0" r="0" t="0"/>
          <a:stretch/>
        </p:blipFill>
        <p:spPr>
          <a:xfrm>
            <a:off x="1854870" y="2035743"/>
            <a:ext cx="300038" cy="200025"/>
          </a:xfrm>
          <a:prstGeom prst="rect">
            <a:avLst/>
          </a:prstGeom>
          <a:noFill/>
          <a:ln>
            <a:noFill/>
          </a:ln>
        </p:spPr>
      </p:pic>
      <p:sp>
        <p:nvSpPr>
          <p:cNvPr id="572" name="Google Shape;572;p56"/>
          <p:cNvSpPr/>
          <p:nvPr/>
        </p:nvSpPr>
        <p:spPr>
          <a:xfrm>
            <a:off x="4569704" y="1512340"/>
            <a:ext cx="4399991" cy="2697710"/>
          </a:xfrm>
          <a:prstGeom prst="rect">
            <a:avLst/>
          </a:prstGeom>
          <a:solidFill>
            <a:srgbClr val="F2F2F2"/>
          </a:solidFill>
          <a:ln>
            <a:noFill/>
          </a:ln>
          <a:effectLst>
            <a:outerShdw blurRad="50800" rotWithShape="0" algn="tl" dir="2700000" dist="38100">
              <a:srgbClr val="000000">
                <a:alpha val="40000"/>
              </a:srgbClr>
            </a:outerShdw>
          </a:effectLst>
        </p:spPr>
        <p:txBody>
          <a:bodyPr anchorCtr="0" anchor="t" bIns="34275" lIns="68575" spcFirstLastPara="1" rIns="68575" wrap="square" tIns="34275">
            <a:noAutofit/>
          </a:bodyPr>
          <a:lstStyle/>
          <a:p>
            <a:pPr indent="0" lvl="0" marL="0" marR="0" rtl="0" algn="ctr">
              <a:spcBef>
                <a:spcPts val="0"/>
              </a:spcBef>
              <a:spcAft>
                <a:spcPts val="0"/>
              </a:spcAft>
              <a:buNone/>
            </a:pPr>
            <a:r>
              <a:rPr b="0" i="0" lang="es-419" sz="1400" u="none" cap="none" strike="noStrike">
                <a:solidFill>
                  <a:schemeClr val="dk1"/>
                </a:solidFill>
                <a:latin typeface="Arial"/>
                <a:ea typeface="Arial"/>
                <a:cs typeface="Arial"/>
                <a:sym typeface="Arial"/>
              </a:rPr>
              <a:t>JSON results</a:t>
            </a:r>
            <a:endParaRPr sz="1100"/>
          </a:p>
          <a:p>
            <a:pPr indent="0" lvl="0" marL="0" marR="0" rtl="0" algn="ctr">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0" i="0" lang="es-419" sz="1200" u="none" cap="none" strike="noStrike">
                <a:solidFill>
                  <a:schemeClr val="dk1"/>
                </a:solidFill>
                <a:latin typeface="Courier New"/>
                <a:ea typeface="Courier New"/>
                <a:cs typeface="Courier New"/>
                <a:sym typeface="Courier New"/>
              </a:rPr>
              <a:t>"Name": "Car",</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   "Confidence": 96.9476089477539,</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   "Instances": [</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    {</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            "BoundingBox": {</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               "Width": 0.07903634756803513,</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               "Height": 0.08699918538331985,</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               "Left": 0.7790974974632263,</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               "Top": 0.6977462768554688</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            },</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            "Confidence": 96.9476089477539</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    }</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57"/>
          <p:cNvSpPr txBox="1"/>
          <p:nvPr>
            <p:ph type="title"/>
          </p:nvPr>
        </p:nvSpPr>
        <p:spPr>
          <a:xfrm>
            <a:off x="314324" y="273844"/>
            <a:ext cx="7173719"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2700"/>
              <a:buFont typeface="Arial"/>
              <a:buNone/>
            </a:pPr>
            <a:r>
              <a:rPr lang="es-419" sz="2700"/>
              <a:t>Análisis de imágenes: Detección de objetos </a:t>
            </a:r>
            <a:br>
              <a:rPr lang="es-419" sz="2700"/>
            </a:br>
            <a:r>
              <a:rPr lang="es-419" sz="2700"/>
              <a:t>y escenas</a:t>
            </a:r>
            <a:endParaRPr/>
          </a:p>
        </p:txBody>
      </p:sp>
      <p:pic>
        <p:nvPicPr>
          <p:cNvPr id="578" name="Google Shape;578;p57"/>
          <p:cNvPicPr preferRelativeResize="0"/>
          <p:nvPr>
            <p:ph idx="1" type="body"/>
          </p:nvPr>
        </p:nvPicPr>
        <p:blipFill rotWithShape="1">
          <a:blip r:embed="rId3">
            <a:alphaModFix/>
          </a:blip>
          <a:srcRect b="0" l="0" r="0" t="0"/>
          <a:stretch/>
        </p:blipFill>
        <p:spPr>
          <a:xfrm>
            <a:off x="314325" y="1513285"/>
            <a:ext cx="4129088" cy="2752725"/>
          </a:xfrm>
          <a:prstGeom prst="rect">
            <a:avLst/>
          </a:prstGeom>
          <a:noFill/>
          <a:ln>
            <a:noFill/>
          </a:ln>
        </p:spPr>
      </p:pic>
      <p:cxnSp>
        <p:nvCxnSpPr>
          <p:cNvPr id="579" name="Google Shape;579;p57"/>
          <p:cNvCxnSpPr>
            <a:stCxn id="580" idx="1"/>
            <a:endCxn id="581" idx="5"/>
          </p:cNvCxnSpPr>
          <p:nvPr/>
        </p:nvCxnSpPr>
        <p:spPr>
          <a:xfrm rot="10800000">
            <a:off x="6886164" y="3030576"/>
            <a:ext cx="193800" cy="266400"/>
          </a:xfrm>
          <a:prstGeom prst="straightConnector1">
            <a:avLst/>
          </a:prstGeom>
          <a:noFill/>
          <a:ln cap="flat" cmpd="sng" w="12700">
            <a:solidFill>
              <a:schemeClr val="accent1"/>
            </a:solidFill>
            <a:prstDash val="solid"/>
            <a:miter lim="800000"/>
            <a:headEnd len="sm" w="sm" type="none"/>
            <a:tailEnd len="med" w="med" type="stealth"/>
          </a:ln>
        </p:spPr>
      </p:cxnSp>
      <p:cxnSp>
        <p:nvCxnSpPr>
          <p:cNvPr id="582" name="Google Shape;582;p57"/>
          <p:cNvCxnSpPr>
            <a:stCxn id="580" idx="5"/>
            <a:endCxn id="583" idx="1"/>
          </p:cNvCxnSpPr>
          <p:nvPr/>
        </p:nvCxnSpPr>
        <p:spPr>
          <a:xfrm>
            <a:off x="7772291" y="3989303"/>
            <a:ext cx="197700" cy="219600"/>
          </a:xfrm>
          <a:prstGeom prst="straightConnector1">
            <a:avLst/>
          </a:prstGeom>
          <a:noFill/>
          <a:ln cap="flat" cmpd="sng" w="12700">
            <a:solidFill>
              <a:schemeClr val="accent1"/>
            </a:solidFill>
            <a:prstDash val="solid"/>
            <a:miter lim="800000"/>
            <a:headEnd len="sm" w="sm" type="none"/>
            <a:tailEnd len="med" w="med" type="stealth"/>
          </a:ln>
        </p:spPr>
      </p:cxnSp>
      <p:cxnSp>
        <p:nvCxnSpPr>
          <p:cNvPr id="584" name="Google Shape;584;p57"/>
          <p:cNvCxnSpPr>
            <a:stCxn id="585" idx="4"/>
            <a:endCxn id="583" idx="0"/>
          </p:cNvCxnSpPr>
          <p:nvPr/>
        </p:nvCxnSpPr>
        <p:spPr>
          <a:xfrm>
            <a:off x="8303347" y="3166514"/>
            <a:ext cx="12600" cy="899100"/>
          </a:xfrm>
          <a:prstGeom prst="straightConnector1">
            <a:avLst/>
          </a:prstGeom>
          <a:noFill/>
          <a:ln cap="flat" cmpd="sng" w="12700">
            <a:solidFill>
              <a:schemeClr val="accent1"/>
            </a:solidFill>
            <a:prstDash val="solid"/>
            <a:miter lim="800000"/>
            <a:headEnd len="sm" w="sm" type="none"/>
            <a:tailEnd len="med" w="med" type="stealth"/>
          </a:ln>
        </p:spPr>
      </p:cxnSp>
      <p:cxnSp>
        <p:nvCxnSpPr>
          <p:cNvPr id="586" name="Google Shape;586;p57"/>
          <p:cNvCxnSpPr>
            <a:stCxn id="585" idx="2"/>
            <a:endCxn id="581" idx="6"/>
          </p:cNvCxnSpPr>
          <p:nvPr/>
        </p:nvCxnSpPr>
        <p:spPr>
          <a:xfrm flipH="1">
            <a:off x="7029598" y="2676965"/>
            <a:ext cx="784200" cy="7500"/>
          </a:xfrm>
          <a:prstGeom prst="straightConnector1">
            <a:avLst/>
          </a:prstGeom>
          <a:noFill/>
          <a:ln cap="flat" cmpd="sng" w="12700">
            <a:solidFill>
              <a:schemeClr val="accent1"/>
            </a:solidFill>
            <a:prstDash val="solid"/>
            <a:miter lim="800000"/>
            <a:headEnd len="sm" w="sm" type="none"/>
            <a:tailEnd len="med" w="med" type="stealth"/>
          </a:ln>
        </p:spPr>
      </p:cxnSp>
      <p:cxnSp>
        <p:nvCxnSpPr>
          <p:cNvPr id="587" name="Google Shape;587;p57"/>
          <p:cNvCxnSpPr>
            <a:stCxn id="585" idx="3"/>
            <a:endCxn id="580" idx="7"/>
          </p:cNvCxnSpPr>
          <p:nvPr/>
        </p:nvCxnSpPr>
        <p:spPr>
          <a:xfrm flipH="1">
            <a:off x="7772383" y="3023129"/>
            <a:ext cx="184800" cy="273900"/>
          </a:xfrm>
          <a:prstGeom prst="straightConnector1">
            <a:avLst/>
          </a:prstGeom>
          <a:noFill/>
          <a:ln cap="flat" cmpd="sng" w="12700">
            <a:solidFill>
              <a:schemeClr val="accent1"/>
            </a:solidFill>
            <a:prstDash val="solid"/>
            <a:miter lim="800000"/>
            <a:headEnd len="sm" w="sm" type="none"/>
            <a:tailEnd len="med" w="med" type="stealth"/>
          </a:ln>
        </p:spPr>
      </p:cxnSp>
      <p:cxnSp>
        <p:nvCxnSpPr>
          <p:cNvPr id="588" name="Google Shape;588;p57"/>
          <p:cNvCxnSpPr>
            <a:stCxn id="581" idx="0"/>
            <a:endCxn id="589" idx="4"/>
          </p:cNvCxnSpPr>
          <p:nvPr/>
        </p:nvCxnSpPr>
        <p:spPr>
          <a:xfrm rot="10800000">
            <a:off x="6540027" y="1874753"/>
            <a:ext cx="0" cy="320100"/>
          </a:xfrm>
          <a:prstGeom prst="straightConnector1">
            <a:avLst/>
          </a:prstGeom>
          <a:noFill/>
          <a:ln cap="flat" cmpd="sng" w="12700">
            <a:solidFill>
              <a:schemeClr val="accent1"/>
            </a:solidFill>
            <a:prstDash val="solid"/>
            <a:miter lim="800000"/>
            <a:headEnd len="sm" w="sm" type="none"/>
            <a:tailEnd len="med" w="med" type="stealth"/>
          </a:ln>
        </p:spPr>
      </p:cxnSp>
      <p:cxnSp>
        <p:nvCxnSpPr>
          <p:cNvPr id="590" name="Google Shape;590;p57"/>
          <p:cNvCxnSpPr>
            <a:stCxn id="591" idx="6"/>
            <a:endCxn id="583" idx="2"/>
          </p:cNvCxnSpPr>
          <p:nvPr/>
        </p:nvCxnSpPr>
        <p:spPr>
          <a:xfrm>
            <a:off x="7038458" y="4542274"/>
            <a:ext cx="788100" cy="12900"/>
          </a:xfrm>
          <a:prstGeom prst="straightConnector1">
            <a:avLst/>
          </a:prstGeom>
          <a:noFill/>
          <a:ln cap="flat" cmpd="sng" w="12700">
            <a:solidFill>
              <a:schemeClr val="accent1"/>
            </a:solidFill>
            <a:prstDash val="solid"/>
            <a:miter lim="800000"/>
            <a:headEnd len="sm" w="sm" type="none"/>
            <a:tailEnd len="med" w="med" type="stealth"/>
          </a:ln>
        </p:spPr>
      </p:cxnSp>
      <p:cxnSp>
        <p:nvCxnSpPr>
          <p:cNvPr id="592" name="Google Shape;592;p57"/>
          <p:cNvCxnSpPr>
            <a:stCxn id="591" idx="7"/>
            <a:endCxn id="580" idx="3"/>
          </p:cNvCxnSpPr>
          <p:nvPr/>
        </p:nvCxnSpPr>
        <p:spPr>
          <a:xfrm flipH="1" rot="10800000">
            <a:off x="6895073" y="3989410"/>
            <a:ext cx="184800" cy="206700"/>
          </a:xfrm>
          <a:prstGeom prst="straightConnector1">
            <a:avLst/>
          </a:prstGeom>
          <a:noFill/>
          <a:ln cap="flat" cmpd="sng" w="12700">
            <a:solidFill>
              <a:schemeClr val="accent1"/>
            </a:solidFill>
            <a:prstDash val="solid"/>
            <a:miter lim="800000"/>
            <a:headEnd len="sm" w="sm" type="none"/>
            <a:tailEnd len="med" w="med" type="stealth"/>
          </a:ln>
        </p:spPr>
      </p:cxnSp>
      <p:cxnSp>
        <p:nvCxnSpPr>
          <p:cNvPr id="593" name="Google Shape;593;p57"/>
          <p:cNvCxnSpPr>
            <a:stCxn id="591" idx="0"/>
            <a:endCxn id="581" idx="4"/>
          </p:cNvCxnSpPr>
          <p:nvPr/>
        </p:nvCxnSpPr>
        <p:spPr>
          <a:xfrm rot="10800000">
            <a:off x="6539909" y="3174025"/>
            <a:ext cx="9000" cy="878700"/>
          </a:xfrm>
          <a:prstGeom prst="straightConnector1">
            <a:avLst/>
          </a:prstGeom>
          <a:noFill/>
          <a:ln cap="flat" cmpd="sng" w="12700">
            <a:solidFill>
              <a:schemeClr val="accent1"/>
            </a:solidFill>
            <a:prstDash val="solid"/>
            <a:miter lim="800000"/>
            <a:headEnd len="sm" w="sm" type="none"/>
            <a:tailEnd len="med" w="med" type="stealth"/>
          </a:ln>
        </p:spPr>
      </p:cxnSp>
      <p:cxnSp>
        <p:nvCxnSpPr>
          <p:cNvPr id="594" name="Google Shape;594;p57"/>
          <p:cNvCxnSpPr>
            <a:stCxn id="591" idx="2"/>
            <a:endCxn id="595" idx="6"/>
          </p:cNvCxnSpPr>
          <p:nvPr/>
        </p:nvCxnSpPr>
        <p:spPr>
          <a:xfrm rot="10800000">
            <a:off x="5593160" y="4542274"/>
            <a:ext cx="466200" cy="0"/>
          </a:xfrm>
          <a:prstGeom prst="straightConnector1">
            <a:avLst/>
          </a:prstGeom>
          <a:noFill/>
          <a:ln cap="flat" cmpd="sng" w="12700">
            <a:solidFill>
              <a:schemeClr val="accent1"/>
            </a:solidFill>
            <a:prstDash val="solid"/>
            <a:miter lim="800000"/>
            <a:headEnd len="sm" w="sm" type="none"/>
            <a:tailEnd len="med" w="med" type="stealth"/>
          </a:ln>
        </p:spPr>
      </p:cxnSp>
      <p:grpSp>
        <p:nvGrpSpPr>
          <p:cNvPr descr="Image analysis summary." id="596" name="Google Shape;596;p57"/>
          <p:cNvGrpSpPr/>
          <p:nvPr/>
        </p:nvGrpSpPr>
        <p:grpSpPr>
          <a:xfrm>
            <a:off x="4542085" y="895632"/>
            <a:ext cx="4263509" cy="4149116"/>
            <a:chOff x="6056113" y="1194176"/>
            <a:chExt cx="5684678" cy="5532154"/>
          </a:xfrm>
        </p:grpSpPr>
        <p:sp>
          <p:nvSpPr>
            <p:cNvPr id="583" name="Google Shape;583;p57"/>
            <p:cNvSpPr/>
            <p:nvPr/>
          </p:nvSpPr>
          <p:spPr>
            <a:xfrm>
              <a:off x="10435326" y="5420865"/>
              <a:ext cx="1305465" cy="1305465"/>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Arial"/>
                  <a:ea typeface="Arial"/>
                  <a:cs typeface="Arial"/>
                  <a:sym typeface="Arial"/>
                </a:rPr>
                <a:t>Urbano</a:t>
              </a:r>
              <a:endParaRPr sz="1100"/>
            </a:p>
            <a:p>
              <a:pPr indent="0" lvl="0" marL="0" marR="0" rtl="0" algn="ctr">
                <a:spcBef>
                  <a:spcPts val="0"/>
                </a:spcBef>
                <a:spcAft>
                  <a:spcPts val="0"/>
                </a:spcAft>
                <a:buNone/>
              </a:pPr>
              <a:r>
                <a:rPr lang="es-419" sz="1200">
                  <a:solidFill>
                    <a:schemeClr val="lt1"/>
                  </a:solidFill>
                  <a:latin typeface="Arial"/>
                  <a:ea typeface="Arial"/>
                  <a:cs typeface="Arial"/>
                  <a:sym typeface="Arial"/>
                </a:rPr>
                <a:t>97,6 %</a:t>
              </a:r>
              <a:endParaRPr sz="1100"/>
            </a:p>
          </p:txBody>
        </p:sp>
        <p:sp>
          <p:nvSpPr>
            <p:cNvPr id="580" name="Google Shape;580;p57"/>
            <p:cNvSpPr/>
            <p:nvPr/>
          </p:nvSpPr>
          <p:spPr>
            <a:xfrm>
              <a:off x="9248771" y="4204787"/>
              <a:ext cx="1305465" cy="1305465"/>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Arial"/>
                  <a:ea typeface="Arial"/>
                  <a:cs typeface="Arial"/>
                  <a:sym typeface="Arial"/>
                </a:rPr>
                <a:t>Ciudad</a:t>
              </a:r>
              <a:endParaRPr sz="1100"/>
            </a:p>
            <a:p>
              <a:pPr indent="0" lvl="0" marL="0" marR="0" rtl="0" algn="ctr">
                <a:spcBef>
                  <a:spcPts val="0"/>
                </a:spcBef>
                <a:spcAft>
                  <a:spcPts val="0"/>
                </a:spcAft>
                <a:buNone/>
              </a:pPr>
              <a:r>
                <a:rPr lang="es-419" sz="1200">
                  <a:solidFill>
                    <a:schemeClr val="lt1"/>
                  </a:solidFill>
                  <a:latin typeface="Arial"/>
                  <a:ea typeface="Arial"/>
                  <a:cs typeface="Arial"/>
                  <a:sym typeface="Arial"/>
                </a:rPr>
                <a:t>97,6 %</a:t>
              </a:r>
              <a:endParaRPr sz="1100"/>
            </a:p>
          </p:txBody>
        </p:sp>
        <p:sp>
          <p:nvSpPr>
            <p:cNvPr id="581" name="Google Shape;581;p57"/>
            <p:cNvSpPr/>
            <p:nvPr/>
          </p:nvSpPr>
          <p:spPr>
            <a:xfrm>
              <a:off x="8067303" y="2926471"/>
              <a:ext cx="1305465" cy="1305465"/>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Arial"/>
                  <a:ea typeface="Arial"/>
                  <a:cs typeface="Arial"/>
                  <a:sym typeface="Arial"/>
                </a:rPr>
                <a:t>Edificio</a:t>
              </a:r>
              <a:endParaRPr sz="1100"/>
            </a:p>
            <a:p>
              <a:pPr indent="0" lvl="0" marL="0" marR="0" rtl="0" algn="ctr">
                <a:spcBef>
                  <a:spcPts val="0"/>
                </a:spcBef>
                <a:spcAft>
                  <a:spcPts val="0"/>
                </a:spcAft>
                <a:buNone/>
              </a:pPr>
              <a:r>
                <a:rPr lang="es-419" sz="1200">
                  <a:solidFill>
                    <a:schemeClr val="lt1"/>
                  </a:solidFill>
                  <a:latin typeface="Arial"/>
                  <a:ea typeface="Arial"/>
                  <a:cs typeface="Arial"/>
                  <a:sym typeface="Arial"/>
                </a:rPr>
                <a:t>97,6 %</a:t>
              </a:r>
              <a:endParaRPr sz="1100"/>
            </a:p>
          </p:txBody>
        </p:sp>
        <p:sp>
          <p:nvSpPr>
            <p:cNvPr id="597" name="Google Shape;597;p57"/>
            <p:cNvSpPr/>
            <p:nvPr/>
          </p:nvSpPr>
          <p:spPr>
            <a:xfrm>
              <a:off x="10350119" y="1234120"/>
              <a:ext cx="1305465" cy="1305465"/>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100">
                  <a:solidFill>
                    <a:schemeClr val="lt1"/>
                  </a:solidFill>
                  <a:latin typeface="Arial"/>
                  <a:ea typeface="Arial"/>
                  <a:cs typeface="Arial"/>
                  <a:sym typeface="Arial"/>
                </a:rPr>
                <a:t>Vehículo</a:t>
              </a:r>
              <a:endParaRPr sz="1100"/>
            </a:p>
            <a:p>
              <a:pPr indent="0" lvl="0" marL="0" marR="0" rtl="0" algn="ctr">
                <a:spcBef>
                  <a:spcPts val="0"/>
                </a:spcBef>
                <a:spcAft>
                  <a:spcPts val="0"/>
                </a:spcAft>
                <a:buNone/>
              </a:pPr>
              <a:r>
                <a:rPr lang="es-419" sz="1200">
                  <a:solidFill>
                    <a:schemeClr val="lt1"/>
                  </a:solidFill>
                  <a:latin typeface="Arial"/>
                  <a:ea typeface="Arial"/>
                  <a:cs typeface="Arial"/>
                  <a:sym typeface="Arial"/>
                </a:rPr>
                <a:t>97,9 %</a:t>
              </a:r>
              <a:endParaRPr sz="1100"/>
            </a:p>
          </p:txBody>
        </p:sp>
        <p:sp>
          <p:nvSpPr>
            <p:cNvPr id="598" name="Google Shape;598;p57"/>
            <p:cNvSpPr/>
            <p:nvPr/>
          </p:nvSpPr>
          <p:spPr>
            <a:xfrm>
              <a:off x="6152096" y="1230125"/>
              <a:ext cx="1305465" cy="1305465"/>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Arial"/>
                  <a:ea typeface="Arial"/>
                  <a:cs typeface="Arial"/>
                  <a:sym typeface="Arial"/>
                </a:rPr>
                <a:t>Persona</a:t>
              </a:r>
              <a:endParaRPr sz="1100"/>
            </a:p>
            <a:p>
              <a:pPr indent="0" lvl="0" marL="0" marR="0" rtl="0" algn="ctr">
                <a:spcBef>
                  <a:spcPts val="0"/>
                </a:spcBef>
                <a:spcAft>
                  <a:spcPts val="0"/>
                </a:spcAft>
                <a:buNone/>
              </a:pPr>
              <a:r>
                <a:rPr lang="es-419" sz="1200">
                  <a:solidFill>
                    <a:schemeClr val="lt1"/>
                  </a:solidFill>
                  <a:latin typeface="Arial"/>
                  <a:ea typeface="Arial"/>
                  <a:cs typeface="Arial"/>
                  <a:sym typeface="Arial"/>
                </a:rPr>
                <a:t>98,9 %</a:t>
              </a:r>
              <a:endParaRPr sz="1100"/>
            </a:p>
          </p:txBody>
        </p:sp>
        <p:sp>
          <p:nvSpPr>
            <p:cNvPr id="595" name="Google Shape;595;p57"/>
            <p:cNvSpPr/>
            <p:nvPr/>
          </p:nvSpPr>
          <p:spPr>
            <a:xfrm>
              <a:off x="6152096" y="5403632"/>
              <a:ext cx="1305465" cy="1305465"/>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100">
                  <a:solidFill>
                    <a:schemeClr val="lt1"/>
                  </a:solidFill>
                  <a:latin typeface="Arial"/>
                  <a:ea typeface="Arial"/>
                  <a:cs typeface="Arial"/>
                  <a:sym typeface="Arial"/>
                </a:rPr>
                <a:t>Carretera</a:t>
              </a:r>
              <a:endParaRPr sz="1100"/>
            </a:p>
            <a:p>
              <a:pPr indent="0" lvl="0" marL="0" marR="0" rtl="0" algn="ctr">
                <a:spcBef>
                  <a:spcPts val="0"/>
                </a:spcBef>
                <a:spcAft>
                  <a:spcPts val="0"/>
                </a:spcAft>
                <a:buNone/>
              </a:pPr>
              <a:r>
                <a:rPr lang="es-419" sz="1200">
                  <a:solidFill>
                    <a:schemeClr val="lt1"/>
                  </a:solidFill>
                  <a:latin typeface="Arial"/>
                  <a:ea typeface="Arial"/>
                  <a:cs typeface="Arial"/>
                  <a:sym typeface="Arial"/>
                </a:rPr>
                <a:t>93,0 %</a:t>
              </a:r>
              <a:endParaRPr sz="1100"/>
            </a:p>
          </p:txBody>
        </p:sp>
        <p:sp>
          <p:nvSpPr>
            <p:cNvPr id="591" name="Google Shape;591;p57"/>
            <p:cNvSpPr/>
            <p:nvPr/>
          </p:nvSpPr>
          <p:spPr>
            <a:xfrm>
              <a:off x="8079146" y="5403633"/>
              <a:ext cx="1305465" cy="1305465"/>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Arial"/>
                  <a:ea typeface="Arial"/>
                  <a:cs typeface="Arial"/>
                  <a:sym typeface="Arial"/>
                </a:rPr>
                <a:t>Calle</a:t>
              </a:r>
              <a:endParaRPr sz="1100"/>
            </a:p>
            <a:p>
              <a:pPr indent="0" lvl="0" marL="0" marR="0" rtl="0" algn="ctr">
                <a:spcBef>
                  <a:spcPts val="0"/>
                </a:spcBef>
                <a:spcAft>
                  <a:spcPts val="0"/>
                </a:spcAft>
                <a:buNone/>
              </a:pPr>
              <a:r>
                <a:rPr lang="es-419" sz="1200">
                  <a:solidFill>
                    <a:schemeClr val="lt1"/>
                  </a:solidFill>
                  <a:latin typeface="Arial"/>
                  <a:ea typeface="Arial"/>
                  <a:cs typeface="Arial"/>
                  <a:sym typeface="Arial"/>
                </a:rPr>
                <a:t>93,0 %</a:t>
              </a:r>
              <a:endParaRPr sz="1100"/>
            </a:p>
          </p:txBody>
        </p:sp>
        <p:grpSp>
          <p:nvGrpSpPr>
            <p:cNvPr id="599" name="Google Shape;599;p57"/>
            <p:cNvGrpSpPr/>
            <p:nvPr/>
          </p:nvGrpSpPr>
          <p:grpSpPr>
            <a:xfrm>
              <a:off x="10418397" y="2916554"/>
              <a:ext cx="1305465" cy="1305465"/>
              <a:chOff x="9383912" y="2427240"/>
              <a:chExt cx="1305465" cy="1305465"/>
            </a:xfrm>
          </p:grpSpPr>
          <p:sp>
            <p:nvSpPr>
              <p:cNvPr id="585" name="Google Shape;585;p57"/>
              <p:cNvSpPr/>
              <p:nvPr/>
            </p:nvSpPr>
            <p:spPr>
              <a:xfrm>
                <a:off x="9383912" y="2427240"/>
                <a:ext cx="1305465" cy="1305465"/>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sp>
            <p:nvSpPr>
              <p:cNvPr id="600" name="Google Shape;600;p57"/>
              <p:cNvSpPr txBox="1"/>
              <p:nvPr/>
            </p:nvSpPr>
            <p:spPr>
              <a:xfrm>
                <a:off x="9452189" y="2787585"/>
                <a:ext cx="1168910" cy="58477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lt2"/>
                    </a:solidFill>
                    <a:latin typeface="Arial"/>
                    <a:ea typeface="Arial"/>
                    <a:cs typeface="Arial"/>
                    <a:sym typeface="Arial"/>
                  </a:rPr>
                  <a:t>Centro</a:t>
                </a:r>
                <a:endParaRPr sz="1100"/>
              </a:p>
              <a:p>
                <a:pPr indent="0" lvl="0" marL="0" marR="0" rtl="0" algn="ctr">
                  <a:spcBef>
                    <a:spcPts val="0"/>
                  </a:spcBef>
                  <a:spcAft>
                    <a:spcPts val="0"/>
                  </a:spcAft>
                  <a:buNone/>
                </a:pPr>
                <a:r>
                  <a:rPr lang="es-419" sz="1200">
                    <a:solidFill>
                      <a:schemeClr val="lt2"/>
                    </a:solidFill>
                    <a:latin typeface="Arial"/>
                    <a:ea typeface="Arial"/>
                    <a:cs typeface="Arial"/>
                    <a:sym typeface="Arial"/>
                  </a:rPr>
                  <a:t>95,6 %</a:t>
                </a:r>
                <a:endParaRPr sz="1100"/>
              </a:p>
            </p:txBody>
          </p:sp>
        </p:grpSp>
        <p:grpSp>
          <p:nvGrpSpPr>
            <p:cNvPr id="601" name="Google Shape;601;p57"/>
            <p:cNvGrpSpPr/>
            <p:nvPr/>
          </p:nvGrpSpPr>
          <p:grpSpPr>
            <a:xfrm>
              <a:off x="8067303" y="1194176"/>
              <a:ext cx="1305465" cy="1305465"/>
              <a:chOff x="8005304" y="1204369"/>
              <a:chExt cx="1305465" cy="1305465"/>
            </a:xfrm>
          </p:grpSpPr>
          <p:sp>
            <p:nvSpPr>
              <p:cNvPr id="589" name="Google Shape;589;p57"/>
              <p:cNvSpPr/>
              <p:nvPr/>
            </p:nvSpPr>
            <p:spPr>
              <a:xfrm>
                <a:off x="8005304" y="1204369"/>
                <a:ext cx="1305465" cy="1305465"/>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sp>
            <p:nvSpPr>
              <p:cNvPr id="602" name="Google Shape;602;p57"/>
              <p:cNvSpPr txBox="1"/>
              <p:nvPr/>
            </p:nvSpPr>
            <p:spPr>
              <a:xfrm>
                <a:off x="8020682" y="1564714"/>
                <a:ext cx="1274708" cy="58477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lt2"/>
                    </a:solidFill>
                    <a:latin typeface="Arial"/>
                    <a:ea typeface="Arial"/>
                    <a:cs typeface="Arial"/>
                    <a:sym typeface="Arial"/>
                  </a:rPr>
                  <a:t>Arquitectura</a:t>
                </a:r>
                <a:endParaRPr sz="1100"/>
              </a:p>
              <a:p>
                <a:pPr indent="0" lvl="0" marL="0" marR="0" rtl="0" algn="ctr">
                  <a:spcBef>
                    <a:spcPts val="0"/>
                  </a:spcBef>
                  <a:spcAft>
                    <a:spcPts val="0"/>
                  </a:spcAft>
                  <a:buNone/>
                </a:pPr>
                <a:r>
                  <a:rPr lang="es-419" sz="1200">
                    <a:solidFill>
                      <a:schemeClr val="lt2"/>
                    </a:solidFill>
                    <a:latin typeface="Arial"/>
                    <a:ea typeface="Arial"/>
                    <a:cs typeface="Arial"/>
                    <a:sym typeface="Arial"/>
                  </a:rPr>
                  <a:t>92,2 %</a:t>
                </a:r>
                <a:endParaRPr sz="1100"/>
              </a:p>
            </p:txBody>
          </p:sp>
        </p:grpSp>
        <p:grpSp>
          <p:nvGrpSpPr>
            <p:cNvPr id="603" name="Google Shape;603;p57"/>
            <p:cNvGrpSpPr/>
            <p:nvPr/>
          </p:nvGrpSpPr>
          <p:grpSpPr>
            <a:xfrm>
              <a:off x="6056113" y="2926471"/>
              <a:ext cx="1497430" cy="1305465"/>
              <a:chOff x="-110341" y="332661"/>
              <a:chExt cx="1497430" cy="1305465"/>
            </a:xfrm>
          </p:grpSpPr>
          <p:sp>
            <p:nvSpPr>
              <p:cNvPr id="604" name="Google Shape;604;p57"/>
              <p:cNvSpPr/>
              <p:nvPr/>
            </p:nvSpPr>
            <p:spPr>
              <a:xfrm>
                <a:off x="-14358" y="332661"/>
                <a:ext cx="1305465" cy="1305465"/>
              </a:xfrm>
              <a:prstGeom prst="ellipse">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200">
                  <a:solidFill>
                    <a:schemeClr val="lt2"/>
                  </a:solidFill>
                  <a:latin typeface="Arial"/>
                  <a:ea typeface="Arial"/>
                  <a:cs typeface="Arial"/>
                  <a:sym typeface="Arial"/>
                </a:endParaRPr>
              </a:p>
            </p:txBody>
          </p:sp>
          <p:sp>
            <p:nvSpPr>
              <p:cNvPr id="605" name="Google Shape;605;p57"/>
              <p:cNvSpPr/>
              <p:nvPr/>
            </p:nvSpPr>
            <p:spPr>
              <a:xfrm>
                <a:off x="-110341" y="693006"/>
                <a:ext cx="1497430" cy="584775"/>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lang="es-419" sz="1200">
                    <a:solidFill>
                      <a:schemeClr val="lt2"/>
                    </a:solidFill>
                    <a:latin typeface="Arial"/>
                    <a:ea typeface="Arial"/>
                    <a:cs typeface="Arial"/>
                    <a:sym typeface="Arial"/>
                  </a:rPr>
                  <a:t>Peatón</a:t>
                </a:r>
                <a:endParaRPr sz="1100"/>
              </a:p>
              <a:p>
                <a:pPr indent="0" lvl="0" marL="0" marR="0" rtl="0" algn="ctr">
                  <a:spcBef>
                    <a:spcPts val="0"/>
                  </a:spcBef>
                  <a:spcAft>
                    <a:spcPts val="0"/>
                  </a:spcAft>
                  <a:buNone/>
                </a:pPr>
                <a:r>
                  <a:rPr lang="es-419" sz="1200">
                    <a:solidFill>
                      <a:schemeClr val="lt2"/>
                    </a:solidFill>
                    <a:latin typeface="Arial"/>
                    <a:ea typeface="Arial"/>
                    <a:cs typeface="Arial"/>
                    <a:sym typeface="Arial"/>
                  </a:rPr>
                  <a:t>90,6 %</a:t>
                </a:r>
                <a:endParaRPr sz="1100"/>
              </a:p>
            </p:txBody>
          </p:sp>
        </p:grpSp>
      </p:grpSp>
      <p:cxnSp>
        <p:nvCxnSpPr>
          <p:cNvPr id="606" name="Google Shape;606;p57"/>
          <p:cNvCxnSpPr>
            <a:stCxn id="604" idx="0"/>
            <a:endCxn id="598" idx="4"/>
          </p:cNvCxnSpPr>
          <p:nvPr/>
        </p:nvCxnSpPr>
        <p:spPr>
          <a:xfrm rot="10800000">
            <a:off x="5103621" y="1901753"/>
            <a:ext cx="0" cy="293100"/>
          </a:xfrm>
          <a:prstGeom prst="straightConnector1">
            <a:avLst/>
          </a:prstGeom>
          <a:noFill/>
          <a:ln cap="flat" cmpd="sng" w="12700">
            <a:solidFill>
              <a:schemeClr val="accent1"/>
            </a:solidFill>
            <a:prstDash val="solid"/>
            <a:miter lim="800000"/>
            <a:headEnd len="sm" w="sm" type="none"/>
            <a:tailEnd len="med" w="med" type="stealth"/>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58"/>
          <p:cNvSpPr txBox="1"/>
          <p:nvPr>
            <p:ph idx="2" type="body"/>
          </p:nvPr>
        </p:nvSpPr>
        <p:spPr>
          <a:xfrm>
            <a:off x="4684733" y="1143171"/>
            <a:ext cx="4314773" cy="3486591"/>
          </a:xfrm>
          <a:prstGeom prst="rect">
            <a:avLst/>
          </a:prstGeom>
          <a:solidFill>
            <a:schemeClr val="accent2"/>
          </a:solidFill>
          <a:ln>
            <a:noFill/>
          </a:ln>
        </p:spPr>
        <p:txBody>
          <a:bodyPr anchorCtr="0" anchor="t" bIns="34275" lIns="68575" spcFirstLastPara="1" rIns="68575" wrap="square" tIns="34275">
            <a:normAutofit fontScale="55000" lnSpcReduction="20000"/>
          </a:bodyPr>
          <a:lstStyle/>
          <a:p>
            <a:pPr indent="0" lvl="0" marL="0" rtl="0" algn="l">
              <a:lnSpc>
                <a:spcPct val="90000"/>
              </a:lnSpc>
              <a:spcBef>
                <a:spcPts val="0"/>
              </a:spcBef>
              <a:spcAft>
                <a:spcPts val="0"/>
              </a:spcAft>
              <a:buClr>
                <a:schemeClr val="dk1"/>
              </a:buClr>
              <a:buSzPct val="100000"/>
              <a:buNone/>
            </a:pPr>
            <a:r>
              <a:t/>
            </a:r>
            <a:endParaRPr>
              <a:solidFill>
                <a:schemeClr val="accent5"/>
              </a:solidFill>
              <a:latin typeface="Courier New"/>
              <a:ea typeface="Courier New"/>
              <a:cs typeface="Courier New"/>
              <a:sym typeface="Courier New"/>
            </a:endParaRPr>
          </a:p>
          <a:p>
            <a:pPr indent="0" lvl="0" marL="0" rtl="0" algn="l">
              <a:lnSpc>
                <a:spcPct val="90000"/>
              </a:lnSpc>
              <a:spcBef>
                <a:spcPts val="800"/>
              </a:spcBef>
              <a:spcAft>
                <a:spcPts val="0"/>
              </a:spcAft>
              <a:buClr>
                <a:schemeClr val="dk1"/>
              </a:buClr>
              <a:buSzPct val="100000"/>
              <a:buNone/>
            </a:pPr>
            <a:r>
              <a:rPr lang="es-419" sz="2200">
                <a:latin typeface="Courier New"/>
                <a:ea typeface="Courier New"/>
                <a:cs typeface="Courier New"/>
                <a:sym typeface="Courier New"/>
              </a:rPr>
              <a:t>"Name": "Car",</a:t>
            </a:r>
            <a:endParaRPr/>
          </a:p>
          <a:p>
            <a:pPr indent="0" lvl="0" marL="0" rtl="0" algn="l">
              <a:lnSpc>
                <a:spcPct val="90000"/>
              </a:lnSpc>
              <a:spcBef>
                <a:spcPts val="800"/>
              </a:spcBef>
              <a:spcAft>
                <a:spcPts val="0"/>
              </a:spcAft>
              <a:buClr>
                <a:schemeClr val="dk1"/>
              </a:buClr>
              <a:buSzPct val="100000"/>
              <a:buNone/>
            </a:pPr>
            <a:r>
              <a:rPr lang="es-419" sz="2200">
                <a:latin typeface="Courier New"/>
                <a:ea typeface="Courier New"/>
                <a:cs typeface="Courier New"/>
                <a:sym typeface="Courier New"/>
              </a:rPr>
              <a:t>   "Confidence": 96.9476089477539,</a:t>
            </a:r>
            <a:endParaRPr/>
          </a:p>
          <a:p>
            <a:pPr indent="0" lvl="0" marL="0" rtl="0" algn="l">
              <a:lnSpc>
                <a:spcPct val="90000"/>
              </a:lnSpc>
              <a:spcBef>
                <a:spcPts val="800"/>
              </a:spcBef>
              <a:spcAft>
                <a:spcPts val="0"/>
              </a:spcAft>
              <a:buClr>
                <a:schemeClr val="dk1"/>
              </a:buClr>
              <a:buSzPct val="100000"/>
              <a:buNone/>
            </a:pPr>
            <a:r>
              <a:rPr lang="es-419" sz="2200">
                <a:latin typeface="Courier New"/>
                <a:ea typeface="Courier New"/>
                <a:cs typeface="Courier New"/>
                <a:sym typeface="Courier New"/>
              </a:rPr>
              <a:t>   "Instances": [</a:t>
            </a:r>
            <a:endParaRPr/>
          </a:p>
          <a:p>
            <a:pPr indent="0" lvl="0" marL="0" rtl="0" algn="l">
              <a:lnSpc>
                <a:spcPct val="90000"/>
              </a:lnSpc>
              <a:spcBef>
                <a:spcPts val="800"/>
              </a:spcBef>
              <a:spcAft>
                <a:spcPts val="0"/>
              </a:spcAft>
              <a:buClr>
                <a:schemeClr val="dk1"/>
              </a:buClr>
              <a:buSzPct val="100000"/>
              <a:buNone/>
            </a:pPr>
            <a:r>
              <a:rPr lang="es-419" sz="2200">
                <a:latin typeface="Courier New"/>
                <a:ea typeface="Courier New"/>
                <a:cs typeface="Courier New"/>
                <a:sym typeface="Courier New"/>
              </a:rPr>
              <a:t>    {</a:t>
            </a:r>
            <a:endParaRPr/>
          </a:p>
          <a:p>
            <a:pPr indent="0" lvl="0" marL="0" rtl="0" algn="l">
              <a:lnSpc>
                <a:spcPct val="90000"/>
              </a:lnSpc>
              <a:spcBef>
                <a:spcPts val="800"/>
              </a:spcBef>
              <a:spcAft>
                <a:spcPts val="0"/>
              </a:spcAft>
              <a:buClr>
                <a:schemeClr val="dk1"/>
              </a:buClr>
              <a:buSzPct val="100000"/>
              <a:buNone/>
            </a:pPr>
            <a:r>
              <a:rPr lang="es-419" sz="2200">
                <a:latin typeface="Courier New"/>
                <a:ea typeface="Courier New"/>
                <a:cs typeface="Courier New"/>
                <a:sym typeface="Courier New"/>
              </a:rPr>
              <a:t>            "BoundingBox": {</a:t>
            </a:r>
            <a:endParaRPr/>
          </a:p>
          <a:p>
            <a:pPr indent="0" lvl="0" marL="0" rtl="0" algn="l">
              <a:lnSpc>
                <a:spcPct val="90000"/>
              </a:lnSpc>
              <a:spcBef>
                <a:spcPts val="800"/>
              </a:spcBef>
              <a:spcAft>
                <a:spcPts val="0"/>
              </a:spcAft>
              <a:buClr>
                <a:schemeClr val="dk1"/>
              </a:buClr>
              <a:buSzPct val="100000"/>
              <a:buNone/>
            </a:pPr>
            <a:r>
              <a:rPr lang="es-419" sz="2200">
                <a:latin typeface="Courier New"/>
                <a:ea typeface="Courier New"/>
                <a:cs typeface="Courier New"/>
                <a:sym typeface="Courier New"/>
              </a:rPr>
              <a:t>               "Width": 0.07903634756803513,</a:t>
            </a:r>
            <a:endParaRPr/>
          </a:p>
          <a:p>
            <a:pPr indent="0" lvl="0" marL="0" rtl="0" algn="l">
              <a:lnSpc>
                <a:spcPct val="90000"/>
              </a:lnSpc>
              <a:spcBef>
                <a:spcPts val="800"/>
              </a:spcBef>
              <a:spcAft>
                <a:spcPts val="0"/>
              </a:spcAft>
              <a:buClr>
                <a:schemeClr val="dk1"/>
              </a:buClr>
              <a:buSzPct val="100000"/>
              <a:buNone/>
            </a:pPr>
            <a:r>
              <a:rPr lang="es-419" sz="2200">
                <a:latin typeface="Courier New"/>
                <a:ea typeface="Courier New"/>
                <a:cs typeface="Courier New"/>
                <a:sym typeface="Courier New"/>
              </a:rPr>
              <a:t>               "Height": 0.08699918538331985,</a:t>
            </a:r>
            <a:endParaRPr/>
          </a:p>
          <a:p>
            <a:pPr indent="0" lvl="0" marL="0" rtl="0" algn="l">
              <a:lnSpc>
                <a:spcPct val="90000"/>
              </a:lnSpc>
              <a:spcBef>
                <a:spcPts val="800"/>
              </a:spcBef>
              <a:spcAft>
                <a:spcPts val="0"/>
              </a:spcAft>
              <a:buClr>
                <a:schemeClr val="dk1"/>
              </a:buClr>
              <a:buSzPct val="100000"/>
              <a:buNone/>
            </a:pPr>
            <a:r>
              <a:rPr lang="es-419" sz="2200">
                <a:latin typeface="Courier New"/>
                <a:ea typeface="Courier New"/>
                <a:cs typeface="Courier New"/>
                <a:sym typeface="Courier New"/>
              </a:rPr>
              <a:t>               "Left": 0.7790974974632263,</a:t>
            </a:r>
            <a:endParaRPr/>
          </a:p>
          <a:p>
            <a:pPr indent="0" lvl="0" marL="0" rtl="0" algn="l">
              <a:lnSpc>
                <a:spcPct val="90000"/>
              </a:lnSpc>
              <a:spcBef>
                <a:spcPts val="800"/>
              </a:spcBef>
              <a:spcAft>
                <a:spcPts val="0"/>
              </a:spcAft>
              <a:buClr>
                <a:schemeClr val="dk1"/>
              </a:buClr>
              <a:buSzPct val="100000"/>
              <a:buNone/>
            </a:pPr>
            <a:r>
              <a:rPr lang="es-419" sz="2200">
                <a:latin typeface="Courier New"/>
                <a:ea typeface="Courier New"/>
                <a:cs typeface="Courier New"/>
                <a:sym typeface="Courier New"/>
              </a:rPr>
              <a:t>               "Top": 0.6977462768554688</a:t>
            </a:r>
            <a:endParaRPr/>
          </a:p>
          <a:p>
            <a:pPr indent="0" lvl="0" marL="0" rtl="0" algn="l">
              <a:lnSpc>
                <a:spcPct val="90000"/>
              </a:lnSpc>
              <a:spcBef>
                <a:spcPts val="800"/>
              </a:spcBef>
              <a:spcAft>
                <a:spcPts val="0"/>
              </a:spcAft>
              <a:buClr>
                <a:schemeClr val="dk1"/>
              </a:buClr>
              <a:buSzPct val="100000"/>
              <a:buNone/>
            </a:pPr>
            <a:r>
              <a:rPr lang="es-419" sz="2200">
                <a:latin typeface="Courier New"/>
                <a:ea typeface="Courier New"/>
                <a:cs typeface="Courier New"/>
                <a:sym typeface="Courier New"/>
              </a:rPr>
              <a:t>            },</a:t>
            </a:r>
            <a:endParaRPr/>
          </a:p>
          <a:p>
            <a:pPr indent="0" lvl="0" marL="0" rtl="0" algn="l">
              <a:lnSpc>
                <a:spcPct val="90000"/>
              </a:lnSpc>
              <a:spcBef>
                <a:spcPts val="800"/>
              </a:spcBef>
              <a:spcAft>
                <a:spcPts val="0"/>
              </a:spcAft>
              <a:buClr>
                <a:schemeClr val="dk1"/>
              </a:buClr>
              <a:buSzPct val="100000"/>
              <a:buNone/>
            </a:pPr>
            <a:r>
              <a:rPr lang="es-419" sz="2200">
                <a:latin typeface="Courier New"/>
                <a:ea typeface="Courier New"/>
                <a:cs typeface="Courier New"/>
                <a:sym typeface="Courier New"/>
              </a:rPr>
              <a:t>            "Confidence": 96.9476089477539</a:t>
            </a:r>
            <a:endParaRPr/>
          </a:p>
          <a:p>
            <a:pPr indent="0" lvl="0" marL="0" rtl="0" algn="l">
              <a:lnSpc>
                <a:spcPct val="90000"/>
              </a:lnSpc>
              <a:spcBef>
                <a:spcPts val="800"/>
              </a:spcBef>
              <a:spcAft>
                <a:spcPts val="0"/>
              </a:spcAft>
              <a:buClr>
                <a:schemeClr val="dk1"/>
              </a:buClr>
              <a:buSzPct val="100000"/>
              <a:buNone/>
            </a:pPr>
            <a:r>
              <a:rPr lang="es-419" sz="2200">
                <a:latin typeface="Courier New"/>
                <a:ea typeface="Courier New"/>
                <a:cs typeface="Courier New"/>
                <a:sym typeface="Courier New"/>
              </a:rPr>
              <a:t>    }</a:t>
            </a:r>
            <a:endParaRPr/>
          </a:p>
        </p:txBody>
      </p:sp>
      <p:sp>
        <p:nvSpPr>
          <p:cNvPr id="612" name="Google Shape;612;p58"/>
          <p:cNvSpPr txBox="1"/>
          <p:nvPr>
            <p:ph type="title"/>
          </p:nvPr>
        </p:nvSpPr>
        <p:spPr>
          <a:xfrm>
            <a:off x="314325" y="273844"/>
            <a:ext cx="7229475"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2700"/>
              <a:buFont typeface="Arial"/>
              <a:buNone/>
            </a:pPr>
            <a:r>
              <a:rPr lang="es-419" sz="2700"/>
              <a:t>Análisis de imágenes: Detección de objetos </a:t>
            </a:r>
            <a:br>
              <a:rPr lang="es-419" sz="2700"/>
            </a:br>
            <a:r>
              <a:rPr lang="es-419" sz="2700"/>
              <a:t>y escenas</a:t>
            </a:r>
            <a:endParaRPr/>
          </a:p>
        </p:txBody>
      </p:sp>
      <p:pic>
        <p:nvPicPr>
          <p:cNvPr id="613" name="Google Shape;613;p58"/>
          <p:cNvPicPr preferRelativeResize="0"/>
          <p:nvPr>
            <p:ph idx="1" type="body"/>
          </p:nvPr>
        </p:nvPicPr>
        <p:blipFill rotWithShape="1">
          <a:blip r:embed="rId3">
            <a:alphaModFix/>
          </a:blip>
          <a:srcRect b="0" l="0" r="0" t="0"/>
          <a:stretch/>
        </p:blipFill>
        <p:spPr>
          <a:xfrm>
            <a:off x="230218" y="1445069"/>
            <a:ext cx="4129088" cy="2752725"/>
          </a:xfrm>
          <a:prstGeom prst="rect">
            <a:avLst/>
          </a:prstGeom>
          <a:noFill/>
          <a:ln>
            <a:noFill/>
          </a:ln>
        </p:spPr>
      </p:pic>
      <p:sp>
        <p:nvSpPr>
          <p:cNvPr id="614" name="Google Shape;614;p58"/>
          <p:cNvSpPr/>
          <p:nvPr/>
        </p:nvSpPr>
        <p:spPr>
          <a:xfrm>
            <a:off x="2898979" y="3169476"/>
            <a:ext cx="112395" cy="112395"/>
          </a:xfrm>
          <a:prstGeom prst="ellipse">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cxnSp>
        <p:nvCxnSpPr>
          <p:cNvPr id="615" name="Google Shape;615;p58"/>
          <p:cNvCxnSpPr>
            <a:stCxn id="614" idx="0"/>
          </p:cNvCxnSpPr>
          <p:nvPr/>
        </p:nvCxnSpPr>
        <p:spPr>
          <a:xfrm rot="10800000">
            <a:off x="1921376" y="2586576"/>
            <a:ext cx="1033800" cy="582900"/>
          </a:xfrm>
          <a:prstGeom prst="straightConnector1">
            <a:avLst/>
          </a:prstGeom>
          <a:noFill/>
          <a:ln cap="flat" cmpd="sng" w="12700">
            <a:solidFill>
              <a:schemeClr val="accent5"/>
            </a:solidFill>
            <a:prstDash val="solid"/>
            <a:miter lim="800000"/>
            <a:headEnd len="sm" w="sm" type="none"/>
            <a:tailEnd len="sm" w="sm" type="none"/>
          </a:ln>
        </p:spPr>
      </p:cxnSp>
      <p:sp>
        <p:nvSpPr>
          <p:cNvPr id="616" name="Google Shape;616;p58"/>
          <p:cNvSpPr/>
          <p:nvPr/>
        </p:nvSpPr>
        <p:spPr>
          <a:xfrm>
            <a:off x="5786450" y="2232225"/>
            <a:ext cx="3133500" cy="1205400"/>
          </a:xfrm>
          <a:prstGeom prst="rect">
            <a:avLst/>
          </a:prstGeom>
          <a:noFill/>
          <a:ln cap="flat" cmpd="sng" w="12700">
            <a:solidFill>
              <a:schemeClr val="accent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17" name="Google Shape;617;p58"/>
          <p:cNvSpPr/>
          <p:nvPr/>
        </p:nvSpPr>
        <p:spPr>
          <a:xfrm>
            <a:off x="2955176" y="3223706"/>
            <a:ext cx="525582" cy="528814"/>
          </a:xfrm>
          <a:prstGeom prst="rect">
            <a:avLst/>
          </a:prstGeom>
          <a:noFill/>
          <a:ln cap="flat" cmpd="sng" w="76200">
            <a:solidFill>
              <a:schemeClr val="accent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18" name="Google Shape;618;p58"/>
          <p:cNvSpPr txBox="1"/>
          <p:nvPr/>
        </p:nvSpPr>
        <p:spPr>
          <a:xfrm>
            <a:off x="139544" y="2147851"/>
            <a:ext cx="3563717" cy="438581"/>
          </a:xfrm>
          <a:prstGeom prst="rect">
            <a:avLst/>
          </a:prstGeom>
          <a:solidFill>
            <a:schemeClr val="accent2"/>
          </a:solidFill>
          <a:ln cap="flat" cmpd="sng" w="9525">
            <a:solidFill>
              <a:schemeClr val="accent5"/>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accent5"/>
                </a:solidFill>
                <a:latin typeface="Courier New"/>
                <a:ea typeface="Courier New"/>
                <a:cs typeface="Courier New"/>
                <a:sym typeface="Courier New"/>
              </a:rPr>
              <a:t>x = imageHeight * BoundingBox[“Left”]</a:t>
            </a:r>
            <a:endParaRPr sz="1100"/>
          </a:p>
          <a:p>
            <a:pPr indent="0" lvl="0" marL="0" marR="0" rtl="0" algn="l">
              <a:spcBef>
                <a:spcPts val="0"/>
              </a:spcBef>
              <a:spcAft>
                <a:spcPts val="0"/>
              </a:spcAft>
              <a:buNone/>
            </a:pPr>
            <a:r>
              <a:rPr lang="es-419" sz="1200">
                <a:solidFill>
                  <a:schemeClr val="accent5"/>
                </a:solidFill>
                <a:latin typeface="Courier New"/>
                <a:ea typeface="Courier New"/>
                <a:cs typeface="Courier New"/>
                <a:sym typeface="Courier New"/>
              </a:rPr>
              <a:t>y = imageWidth * BoundingBox[“Top”]</a:t>
            </a:r>
            <a:endParaRPr sz="1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59"/>
          <p:cNvSpPr txBox="1"/>
          <p:nvPr>
            <p:ph type="title"/>
          </p:nvPr>
        </p:nvSpPr>
        <p:spPr>
          <a:xfrm>
            <a:off x="314326" y="273844"/>
            <a:ext cx="6778062"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Detección de rostros</a:t>
            </a:r>
            <a:endParaRPr/>
          </a:p>
        </p:txBody>
      </p:sp>
      <p:sp>
        <p:nvSpPr>
          <p:cNvPr id="624" name="Google Shape;624;p59"/>
          <p:cNvSpPr txBox="1"/>
          <p:nvPr>
            <p:ph idx="1" type="body"/>
          </p:nvPr>
        </p:nvSpPr>
        <p:spPr>
          <a:xfrm>
            <a:off x="314325" y="1146131"/>
            <a:ext cx="2695194" cy="3483864"/>
          </a:xfrm>
          <a:prstGeom prst="rect">
            <a:avLst/>
          </a:prstGeom>
          <a:noFill/>
          <a:ln>
            <a:noFill/>
          </a:ln>
        </p:spPr>
        <p:txBody>
          <a:bodyPr anchorCtr="0" anchor="t" bIns="34275" lIns="68575" spcFirstLastPara="1" rIns="68575" wrap="square" tIns="34275">
            <a:noAutofit/>
          </a:bodyPr>
          <a:lstStyle/>
          <a:p>
            <a:pPr indent="-165100" lvl="0" marL="177800" rtl="0" algn="l">
              <a:lnSpc>
                <a:spcPct val="90000"/>
              </a:lnSpc>
              <a:spcBef>
                <a:spcPts val="0"/>
              </a:spcBef>
              <a:spcAft>
                <a:spcPts val="0"/>
              </a:spcAft>
              <a:buClr>
                <a:schemeClr val="dk1"/>
              </a:buClr>
              <a:buSzPts val="2000"/>
              <a:buChar char="•"/>
            </a:pPr>
            <a:r>
              <a:rPr lang="es-419" sz="2000"/>
              <a:t>Cuadro delimitador</a:t>
            </a:r>
            <a:endParaRPr sz="2000"/>
          </a:p>
          <a:p>
            <a:pPr indent="-165100" lvl="0" marL="177800" rtl="0" algn="l">
              <a:lnSpc>
                <a:spcPct val="90000"/>
              </a:lnSpc>
              <a:spcBef>
                <a:spcPts val="800"/>
              </a:spcBef>
              <a:spcAft>
                <a:spcPts val="0"/>
              </a:spcAft>
              <a:buClr>
                <a:schemeClr val="dk1"/>
              </a:buClr>
              <a:buSzPts val="2000"/>
              <a:buChar char="•"/>
            </a:pPr>
            <a:r>
              <a:rPr lang="es-419" sz="2000"/>
              <a:t>Atributos</a:t>
            </a:r>
            <a:endParaRPr sz="2000"/>
          </a:p>
          <a:p>
            <a:pPr indent="-165100" lvl="0" marL="177800" rtl="0" algn="l">
              <a:lnSpc>
                <a:spcPct val="90000"/>
              </a:lnSpc>
              <a:spcBef>
                <a:spcPts val="800"/>
              </a:spcBef>
              <a:spcAft>
                <a:spcPts val="0"/>
              </a:spcAft>
              <a:buClr>
                <a:schemeClr val="dk1"/>
              </a:buClr>
              <a:buSzPts val="2000"/>
              <a:buChar char="•"/>
            </a:pPr>
            <a:r>
              <a:rPr lang="es-419" sz="2000"/>
              <a:t>Emociones</a:t>
            </a:r>
            <a:endParaRPr sz="2000"/>
          </a:p>
          <a:p>
            <a:pPr indent="-165100" lvl="0" marL="177800" rtl="0" algn="l">
              <a:lnSpc>
                <a:spcPct val="90000"/>
              </a:lnSpc>
              <a:spcBef>
                <a:spcPts val="800"/>
              </a:spcBef>
              <a:spcAft>
                <a:spcPts val="0"/>
              </a:spcAft>
              <a:buClr>
                <a:schemeClr val="dk1"/>
              </a:buClr>
              <a:buSzPts val="2000"/>
              <a:buChar char="•"/>
            </a:pPr>
            <a:r>
              <a:rPr lang="es-419" sz="2000"/>
              <a:t>Referencias faciales</a:t>
            </a:r>
            <a:endParaRPr sz="2000"/>
          </a:p>
          <a:p>
            <a:pPr indent="-165100" lvl="0" marL="177800" rtl="0" algn="l">
              <a:lnSpc>
                <a:spcPct val="90000"/>
              </a:lnSpc>
              <a:spcBef>
                <a:spcPts val="800"/>
              </a:spcBef>
              <a:spcAft>
                <a:spcPts val="0"/>
              </a:spcAft>
              <a:buClr>
                <a:schemeClr val="dk1"/>
              </a:buClr>
              <a:buSzPts val="2000"/>
              <a:buChar char="•"/>
            </a:pPr>
            <a:r>
              <a:rPr lang="es-419" sz="2000"/>
              <a:t>Calidad</a:t>
            </a:r>
            <a:endParaRPr sz="2000"/>
          </a:p>
          <a:p>
            <a:pPr indent="-165100" lvl="0" marL="177800" rtl="0" algn="l">
              <a:lnSpc>
                <a:spcPct val="90000"/>
              </a:lnSpc>
              <a:spcBef>
                <a:spcPts val="800"/>
              </a:spcBef>
              <a:spcAft>
                <a:spcPts val="0"/>
              </a:spcAft>
              <a:buClr>
                <a:schemeClr val="dk1"/>
              </a:buClr>
              <a:buSzPts val="2000"/>
              <a:buChar char="•"/>
            </a:pPr>
            <a:r>
              <a:rPr lang="es-419" sz="2000"/>
              <a:t>Postura</a:t>
            </a:r>
            <a:endParaRPr sz="2000"/>
          </a:p>
          <a:p>
            <a:pPr indent="-165100" lvl="0" marL="177800" rtl="0" algn="l">
              <a:lnSpc>
                <a:spcPct val="90000"/>
              </a:lnSpc>
              <a:spcBef>
                <a:spcPts val="800"/>
              </a:spcBef>
              <a:spcAft>
                <a:spcPts val="0"/>
              </a:spcAft>
              <a:buClr>
                <a:schemeClr val="dk1"/>
              </a:buClr>
              <a:buSzPts val="2000"/>
              <a:buChar char="•"/>
            </a:pPr>
            <a:r>
              <a:rPr lang="es-419" sz="2000"/>
              <a:t>Puntuación de confianza</a:t>
            </a:r>
            <a:endParaRPr sz="2000"/>
          </a:p>
          <a:p>
            <a:pPr indent="-38100" lvl="0" marL="177800" rtl="0" algn="l">
              <a:lnSpc>
                <a:spcPct val="90000"/>
              </a:lnSpc>
              <a:spcBef>
                <a:spcPts val="800"/>
              </a:spcBef>
              <a:spcAft>
                <a:spcPts val="0"/>
              </a:spcAft>
              <a:buClr>
                <a:schemeClr val="dk1"/>
              </a:buClr>
              <a:buSzPts val="2100"/>
              <a:buNone/>
            </a:pPr>
            <a:r>
              <a:t/>
            </a:r>
            <a:endParaRPr sz="2000"/>
          </a:p>
        </p:txBody>
      </p:sp>
      <p:pic>
        <p:nvPicPr>
          <p:cNvPr descr="Bounding box." id="625" name="Google Shape;625;p59"/>
          <p:cNvPicPr preferRelativeResize="0"/>
          <p:nvPr>
            <p:ph idx="2" type="body"/>
          </p:nvPr>
        </p:nvPicPr>
        <p:blipFill rotWithShape="1">
          <a:blip r:embed="rId3">
            <a:alphaModFix/>
          </a:blip>
          <a:srcRect b="0" l="0" r="0" t="0"/>
          <a:stretch/>
        </p:blipFill>
        <p:spPr>
          <a:xfrm>
            <a:off x="3236119" y="1333583"/>
            <a:ext cx="2694385" cy="3109746"/>
          </a:xfrm>
          <a:prstGeom prst="rect">
            <a:avLst/>
          </a:prstGeom>
          <a:noFill/>
          <a:ln>
            <a:noFill/>
          </a:ln>
        </p:spPr>
      </p:pic>
      <p:pic>
        <p:nvPicPr>
          <p:cNvPr id="626" name="Google Shape;626;p59"/>
          <p:cNvPicPr preferRelativeResize="0"/>
          <p:nvPr>
            <p:ph idx="3" type="body"/>
          </p:nvPr>
        </p:nvPicPr>
        <p:blipFill rotWithShape="1">
          <a:blip r:embed="rId4">
            <a:alphaModFix/>
          </a:blip>
          <a:srcRect b="0" l="0" r="0" t="0"/>
          <a:stretch/>
        </p:blipFill>
        <p:spPr>
          <a:xfrm>
            <a:off x="6557914" y="1152321"/>
            <a:ext cx="1839614" cy="347227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60"/>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Uso del reconocimiento facial</a:t>
            </a:r>
            <a:endParaRPr/>
          </a:p>
        </p:txBody>
      </p:sp>
      <p:sp>
        <p:nvSpPr>
          <p:cNvPr id="632" name="Google Shape;632;p60"/>
          <p:cNvSpPr txBox="1"/>
          <p:nvPr>
            <p:ph idx="1" type="body"/>
          </p:nvPr>
        </p:nvSpPr>
        <p:spPr>
          <a:xfrm>
            <a:off x="314325" y="1146131"/>
            <a:ext cx="4246245" cy="3486591"/>
          </a:xfrm>
          <a:prstGeom prst="rect">
            <a:avLst/>
          </a:prstGeom>
          <a:noFill/>
          <a:ln>
            <a:noFill/>
          </a:ln>
        </p:spPr>
        <p:txBody>
          <a:bodyPr anchorCtr="0" anchor="t" bIns="34275" lIns="68575" spcFirstLastPara="1" rIns="68575" wrap="square" tIns="34275">
            <a:noAutofit/>
          </a:bodyPr>
          <a:lstStyle/>
          <a:p>
            <a:pPr indent="-165100" lvl="0" marL="177800" rtl="0" algn="l">
              <a:lnSpc>
                <a:spcPct val="90000"/>
              </a:lnSpc>
              <a:spcBef>
                <a:spcPts val="0"/>
              </a:spcBef>
              <a:spcAft>
                <a:spcPts val="0"/>
              </a:spcAft>
              <a:buClr>
                <a:schemeClr val="dk1"/>
              </a:buClr>
              <a:buSzPts val="2000"/>
              <a:buChar char="•"/>
            </a:pPr>
            <a:r>
              <a:rPr lang="es-419" sz="2000"/>
              <a:t>Comparar el </a:t>
            </a:r>
            <a:r>
              <a:rPr i="1" lang="es-419" sz="2000"/>
              <a:t>origen</a:t>
            </a:r>
            <a:r>
              <a:rPr lang="es-419" sz="2000"/>
              <a:t> con el </a:t>
            </a:r>
            <a:r>
              <a:rPr i="1" lang="es-419" sz="2000"/>
              <a:t>destino</a:t>
            </a:r>
            <a:endParaRPr sz="2000"/>
          </a:p>
          <a:p>
            <a:pPr indent="-165100" lvl="0" marL="177800" rtl="0" algn="l">
              <a:lnSpc>
                <a:spcPct val="90000"/>
              </a:lnSpc>
              <a:spcBef>
                <a:spcPts val="800"/>
              </a:spcBef>
              <a:spcAft>
                <a:spcPts val="0"/>
              </a:spcAft>
              <a:buClr>
                <a:schemeClr val="dk1"/>
              </a:buClr>
              <a:buSzPts val="2000"/>
              <a:buChar char="•"/>
            </a:pPr>
            <a:r>
              <a:rPr lang="es-419" sz="2000"/>
              <a:t>Coincidencia del rostro: </a:t>
            </a:r>
            <a:endParaRPr sz="2000"/>
          </a:p>
          <a:p>
            <a:pPr indent="-171450" lvl="1" marL="520700" rtl="0" algn="l">
              <a:lnSpc>
                <a:spcPct val="90000"/>
              </a:lnSpc>
              <a:spcBef>
                <a:spcPts val="400"/>
              </a:spcBef>
              <a:spcAft>
                <a:spcPts val="0"/>
              </a:spcAft>
              <a:buClr>
                <a:schemeClr val="dk1"/>
              </a:buClr>
              <a:buSzPts val="1700"/>
              <a:buChar char="•"/>
            </a:pPr>
            <a:r>
              <a:rPr lang="es-419" sz="1700"/>
              <a:t>Cuadro delimitador + confianza</a:t>
            </a:r>
            <a:endParaRPr sz="1700"/>
          </a:p>
          <a:p>
            <a:pPr indent="-171450" lvl="1" marL="520700" rtl="0" algn="l">
              <a:lnSpc>
                <a:spcPct val="90000"/>
              </a:lnSpc>
              <a:spcBef>
                <a:spcPts val="400"/>
              </a:spcBef>
              <a:spcAft>
                <a:spcPts val="0"/>
              </a:spcAft>
              <a:buClr>
                <a:schemeClr val="dk1"/>
              </a:buClr>
              <a:buSzPts val="1700"/>
              <a:buChar char="•"/>
            </a:pPr>
            <a:r>
              <a:rPr lang="es-419" sz="1700"/>
              <a:t>Puntuación de similitud</a:t>
            </a:r>
            <a:endParaRPr sz="1700"/>
          </a:p>
          <a:p>
            <a:pPr indent="-171450" lvl="1" marL="520700" rtl="0" algn="l">
              <a:lnSpc>
                <a:spcPct val="90000"/>
              </a:lnSpc>
              <a:spcBef>
                <a:spcPts val="400"/>
              </a:spcBef>
              <a:spcAft>
                <a:spcPts val="0"/>
              </a:spcAft>
              <a:buClr>
                <a:schemeClr val="dk1"/>
              </a:buClr>
              <a:buSzPts val="1700"/>
              <a:buChar char="•"/>
            </a:pPr>
            <a:r>
              <a:rPr lang="es-419" sz="1700"/>
              <a:t>Lugares de referencia faciales</a:t>
            </a:r>
            <a:endParaRPr sz="1700"/>
          </a:p>
          <a:p>
            <a:pPr indent="-165100" lvl="0" marL="177800" rtl="0" algn="l">
              <a:lnSpc>
                <a:spcPct val="90000"/>
              </a:lnSpc>
              <a:spcBef>
                <a:spcPts val="800"/>
              </a:spcBef>
              <a:spcAft>
                <a:spcPts val="0"/>
              </a:spcAft>
              <a:buClr>
                <a:schemeClr val="dk1"/>
              </a:buClr>
              <a:buSzPts val="2000"/>
              <a:buChar char="•"/>
            </a:pPr>
            <a:r>
              <a:rPr lang="es-419" sz="2000"/>
              <a:t>Información facial de origen: </a:t>
            </a:r>
            <a:endParaRPr sz="2000"/>
          </a:p>
          <a:p>
            <a:pPr indent="-171450" lvl="1" marL="520700" rtl="0" algn="l">
              <a:lnSpc>
                <a:spcPct val="90000"/>
              </a:lnSpc>
              <a:spcBef>
                <a:spcPts val="400"/>
              </a:spcBef>
              <a:spcAft>
                <a:spcPts val="0"/>
              </a:spcAft>
              <a:buClr>
                <a:schemeClr val="dk1"/>
              </a:buClr>
              <a:buSzPts val="1700"/>
              <a:buChar char="•"/>
            </a:pPr>
            <a:r>
              <a:rPr lang="es-419" sz="1700"/>
              <a:t>Cuadro delimitador + confianza</a:t>
            </a:r>
            <a:endParaRPr sz="1700"/>
          </a:p>
          <a:p>
            <a:pPr indent="-171450" lvl="1" marL="520700" rtl="0" algn="l">
              <a:lnSpc>
                <a:spcPct val="90000"/>
              </a:lnSpc>
              <a:spcBef>
                <a:spcPts val="400"/>
              </a:spcBef>
              <a:spcAft>
                <a:spcPts val="0"/>
              </a:spcAft>
              <a:buClr>
                <a:schemeClr val="dk1"/>
              </a:buClr>
              <a:buSzPts val="1700"/>
              <a:buChar char="•"/>
            </a:pPr>
            <a:r>
              <a:rPr lang="es-419" sz="1700"/>
              <a:t>Referencias faciales</a:t>
            </a:r>
            <a:endParaRPr sz="1700"/>
          </a:p>
          <a:p>
            <a:pPr indent="-165100" lvl="0" marL="177800" rtl="0" algn="l">
              <a:lnSpc>
                <a:spcPct val="90000"/>
              </a:lnSpc>
              <a:spcBef>
                <a:spcPts val="800"/>
              </a:spcBef>
              <a:spcAft>
                <a:spcPts val="0"/>
              </a:spcAft>
              <a:buClr>
                <a:schemeClr val="dk1"/>
              </a:buClr>
              <a:buSzPts val="2000"/>
              <a:buChar char="•"/>
            </a:pPr>
            <a:r>
              <a:rPr lang="es-419" sz="2000"/>
              <a:t>Rostro sin coincidencia: </a:t>
            </a:r>
            <a:endParaRPr sz="2000"/>
          </a:p>
          <a:p>
            <a:pPr indent="-171450" lvl="1" marL="520700" rtl="0" algn="l">
              <a:lnSpc>
                <a:spcPct val="90000"/>
              </a:lnSpc>
              <a:spcBef>
                <a:spcPts val="400"/>
              </a:spcBef>
              <a:spcAft>
                <a:spcPts val="0"/>
              </a:spcAft>
              <a:buClr>
                <a:schemeClr val="dk1"/>
              </a:buClr>
              <a:buSzPts val="1700"/>
              <a:buChar char="•"/>
            </a:pPr>
            <a:r>
              <a:rPr lang="es-419" sz="1700"/>
              <a:t>Cuadro delimitador + confianza</a:t>
            </a:r>
            <a:endParaRPr sz="1700"/>
          </a:p>
          <a:p>
            <a:pPr indent="-171450" lvl="1" marL="520700" rtl="0" algn="l">
              <a:lnSpc>
                <a:spcPct val="90000"/>
              </a:lnSpc>
              <a:spcBef>
                <a:spcPts val="400"/>
              </a:spcBef>
              <a:spcAft>
                <a:spcPts val="0"/>
              </a:spcAft>
              <a:buClr>
                <a:schemeClr val="dk1"/>
              </a:buClr>
              <a:buSzPts val="1700"/>
              <a:buChar char="•"/>
            </a:pPr>
            <a:r>
              <a:rPr lang="es-419" sz="1700"/>
              <a:t>Referencias faciales</a:t>
            </a:r>
            <a:endParaRPr sz="1700"/>
          </a:p>
          <a:p>
            <a:pPr indent="-38100" lvl="0" marL="177800" rtl="0" algn="l">
              <a:lnSpc>
                <a:spcPct val="90000"/>
              </a:lnSpc>
              <a:spcBef>
                <a:spcPts val="800"/>
              </a:spcBef>
              <a:spcAft>
                <a:spcPts val="0"/>
              </a:spcAft>
              <a:buClr>
                <a:schemeClr val="dk1"/>
              </a:buClr>
              <a:buSzPts val="2100"/>
              <a:buNone/>
            </a:pPr>
            <a:r>
              <a:t/>
            </a:r>
            <a:endParaRPr sz="2000"/>
          </a:p>
        </p:txBody>
      </p:sp>
      <p:pic>
        <p:nvPicPr>
          <p:cNvPr id="633" name="Google Shape;633;p60"/>
          <p:cNvPicPr preferRelativeResize="0"/>
          <p:nvPr/>
        </p:nvPicPr>
        <p:blipFill rotWithShape="1">
          <a:blip r:embed="rId3">
            <a:alphaModFix/>
          </a:blip>
          <a:srcRect b="0" l="0" r="0" t="0"/>
          <a:stretch/>
        </p:blipFill>
        <p:spPr>
          <a:xfrm>
            <a:off x="4367734" y="1317097"/>
            <a:ext cx="2233091" cy="1184259"/>
          </a:xfrm>
          <a:prstGeom prst="rect">
            <a:avLst/>
          </a:prstGeom>
          <a:noFill/>
          <a:ln>
            <a:noFill/>
          </a:ln>
        </p:spPr>
      </p:pic>
      <p:pic>
        <p:nvPicPr>
          <p:cNvPr id="634" name="Google Shape;634;p60"/>
          <p:cNvPicPr preferRelativeResize="0"/>
          <p:nvPr/>
        </p:nvPicPr>
        <p:blipFill rotWithShape="1">
          <a:blip r:embed="rId4">
            <a:alphaModFix/>
          </a:blip>
          <a:srcRect b="0" l="0" r="0" t="0"/>
          <a:stretch/>
        </p:blipFill>
        <p:spPr>
          <a:xfrm>
            <a:off x="6773386" y="1317097"/>
            <a:ext cx="2121852" cy="340442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61"/>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Búsqueda de rostros conocidos</a:t>
            </a:r>
            <a:endParaRPr/>
          </a:p>
        </p:txBody>
      </p:sp>
      <p:sp>
        <p:nvSpPr>
          <p:cNvPr id="640" name="Google Shape;640;p61"/>
          <p:cNvSpPr txBox="1"/>
          <p:nvPr>
            <p:ph idx="1" type="body"/>
          </p:nvPr>
        </p:nvSpPr>
        <p:spPr>
          <a:xfrm>
            <a:off x="314325" y="1146131"/>
            <a:ext cx="5137785" cy="1584888"/>
          </a:xfrm>
          <a:prstGeom prst="rect">
            <a:avLst/>
          </a:prstGeom>
          <a:noFill/>
          <a:ln>
            <a:noFill/>
          </a:ln>
        </p:spPr>
        <p:txBody>
          <a:bodyPr anchorCtr="0" anchor="t" bIns="34275" lIns="68575" spcFirstLastPara="1" rIns="68575" wrap="square" tIns="34275">
            <a:noAutofit/>
          </a:bodyPr>
          <a:lstStyle/>
          <a:p>
            <a:pPr indent="-171450" lvl="0" marL="177800" rtl="0" algn="l">
              <a:lnSpc>
                <a:spcPct val="90000"/>
              </a:lnSpc>
              <a:spcBef>
                <a:spcPts val="0"/>
              </a:spcBef>
              <a:spcAft>
                <a:spcPts val="0"/>
              </a:spcAft>
              <a:buClr>
                <a:schemeClr val="dk1"/>
              </a:buClr>
              <a:buSzPts val="2100"/>
              <a:buChar char="•"/>
            </a:pPr>
            <a:r>
              <a:rPr lang="es-419"/>
              <a:t>Debe entrenar el modelo</a:t>
            </a:r>
            <a:endParaRPr/>
          </a:p>
          <a:p>
            <a:pPr indent="-171450" lvl="0" marL="177800" rtl="0" algn="l">
              <a:lnSpc>
                <a:spcPct val="90000"/>
              </a:lnSpc>
              <a:spcBef>
                <a:spcPts val="800"/>
              </a:spcBef>
              <a:spcAft>
                <a:spcPts val="0"/>
              </a:spcAft>
              <a:buClr>
                <a:schemeClr val="dk1"/>
              </a:buClr>
              <a:buSzPts val="2100"/>
              <a:buChar char="•"/>
            </a:pPr>
            <a:r>
              <a:rPr lang="es-419"/>
              <a:t>Utilizar imágenes con rostros de destino</a:t>
            </a:r>
            <a:endParaRPr/>
          </a:p>
          <a:p>
            <a:pPr indent="-171450" lvl="0" marL="177800" rtl="0" algn="l">
              <a:lnSpc>
                <a:spcPct val="90000"/>
              </a:lnSpc>
              <a:spcBef>
                <a:spcPts val="800"/>
              </a:spcBef>
              <a:spcAft>
                <a:spcPts val="0"/>
              </a:spcAft>
              <a:buClr>
                <a:schemeClr val="dk1"/>
              </a:buClr>
              <a:buSzPts val="2100"/>
              <a:buChar char="•"/>
            </a:pPr>
            <a:r>
              <a:rPr lang="es-419"/>
              <a:t>Realizar reconocimiento facial</a:t>
            </a:r>
            <a:endParaRPr/>
          </a:p>
          <a:p>
            <a:pPr indent="-171450" lvl="0" marL="177800" rtl="0" algn="l">
              <a:lnSpc>
                <a:spcPct val="90000"/>
              </a:lnSpc>
              <a:spcBef>
                <a:spcPts val="800"/>
              </a:spcBef>
              <a:spcAft>
                <a:spcPts val="0"/>
              </a:spcAft>
              <a:buClr>
                <a:schemeClr val="dk1"/>
              </a:buClr>
              <a:buSzPts val="2100"/>
              <a:buChar char="•"/>
            </a:pPr>
            <a:r>
              <a:rPr lang="es-419"/>
              <a:t>Almacenar metadatos faciales</a:t>
            </a:r>
            <a:endParaRPr/>
          </a:p>
        </p:txBody>
      </p:sp>
      <p:grpSp>
        <p:nvGrpSpPr>
          <p:cNvPr descr="Facial recognition workflow." id="641" name="Google Shape;641;p61"/>
          <p:cNvGrpSpPr/>
          <p:nvPr/>
        </p:nvGrpSpPr>
        <p:grpSpPr>
          <a:xfrm>
            <a:off x="288608" y="3082955"/>
            <a:ext cx="6832106" cy="1784942"/>
            <a:chOff x="337497" y="4017160"/>
            <a:chExt cx="9109474" cy="2379922"/>
          </a:xfrm>
        </p:grpSpPr>
        <p:sp>
          <p:nvSpPr>
            <p:cNvPr id="642" name="Google Shape;642;p61"/>
            <p:cNvSpPr/>
            <p:nvPr/>
          </p:nvSpPr>
          <p:spPr>
            <a:xfrm>
              <a:off x="4998545" y="4824066"/>
              <a:ext cx="1472184" cy="914400"/>
            </a:xfrm>
            <a:prstGeom prst="rect">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Arial"/>
                  <a:ea typeface="Arial"/>
                  <a:cs typeface="Arial"/>
                  <a:sym typeface="Arial"/>
                </a:rPr>
                <a:t>Recopilación</a:t>
              </a:r>
              <a:endParaRPr sz="1100"/>
            </a:p>
          </p:txBody>
        </p:sp>
        <p:cxnSp>
          <p:nvCxnSpPr>
            <p:cNvPr id="643" name="Google Shape;643;p61"/>
            <p:cNvCxnSpPr>
              <a:stCxn id="644" idx="1"/>
            </p:cNvCxnSpPr>
            <p:nvPr/>
          </p:nvCxnSpPr>
          <p:spPr>
            <a:xfrm rot="10800000">
              <a:off x="1207681" y="5281265"/>
              <a:ext cx="1452900" cy="0"/>
            </a:xfrm>
            <a:prstGeom prst="straightConnector1">
              <a:avLst/>
            </a:prstGeom>
            <a:noFill/>
            <a:ln cap="flat" cmpd="sng" w="12700">
              <a:solidFill>
                <a:schemeClr val="accent1"/>
              </a:solidFill>
              <a:prstDash val="solid"/>
              <a:miter lim="800000"/>
              <a:headEnd len="med" w="med" type="triangle"/>
              <a:tailEnd len="sm" w="sm" type="none"/>
            </a:ln>
          </p:spPr>
        </p:cxnSp>
        <p:sp>
          <p:nvSpPr>
            <p:cNvPr id="645" name="Google Shape;645;p61"/>
            <p:cNvSpPr txBox="1"/>
            <p:nvPr/>
          </p:nvSpPr>
          <p:spPr>
            <a:xfrm>
              <a:off x="1162799" y="5003645"/>
              <a:ext cx="1326510"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Arial"/>
                  <a:ea typeface="Arial"/>
                  <a:cs typeface="Arial"/>
                  <a:sym typeface="Arial"/>
                </a:rPr>
                <a:t>Indexar rostros</a:t>
              </a:r>
              <a:endParaRPr sz="1100"/>
            </a:p>
          </p:txBody>
        </p:sp>
        <p:sp>
          <p:nvSpPr>
            <p:cNvPr id="646" name="Google Shape;646;p61"/>
            <p:cNvSpPr txBox="1"/>
            <p:nvPr/>
          </p:nvSpPr>
          <p:spPr>
            <a:xfrm>
              <a:off x="4888923" y="5812307"/>
              <a:ext cx="4558048" cy="58477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Arial"/>
                  <a:ea typeface="Arial"/>
                  <a:cs typeface="Arial"/>
                  <a:sym typeface="Arial"/>
                </a:rPr>
                <a:t>Características faciales multidimensionales</a:t>
              </a:r>
              <a:endParaRPr sz="1100"/>
            </a:p>
            <a:p>
              <a:pPr indent="0" lvl="0" marL="0" marR="0" rtl="0" algn="l">
                <a:spcBef>
                  <a:spcPts val="0"/>
                </a:spcBef>
                <a:spcAft>
                  <a:spcPts val="0"/>
                </a:spcAft>
                <a:buNone/>
              </a:pPr>
              <a:r>
                <a:rPr lang="es-419" sz="1200">
                  <a:solidFill>
                    <a:schemeClr val="dk1"/>
                  </a:solidFill>
                  <a:latin typeface="Arial"/>
                  <a:ea typeface="Arial"/>
                  <a:cs typeface="Arial"/>
                  <a:sym typeface="Arial"/>
                </a:rPr>
                <a:t>Metadatos</a:t>
              </a:r>
              <a:endParaRPr sz="1100"/>
            </a:p>
          </p:txBody>
        </p:sp>
        <p:grpSp>
          <p:nvGrpSpPr>
            <p:cNvPr id="647" name="Google Shape;647;p61"/>
            <p:cNvGrpSpPr/>
            <p:nvPr/>
          </p:nvGrpSpPr>
          <p:grpSpPr>
            <a:xfrm>
              <a:off x="1869645" y="4925665"/>
              <a:ext cx="2301904" cy="1058786"/>
              <a:chOff x="4248269" y="2996209"/>
              <a:chExt cx="2301904" cy="1058786"/>
            </a:xfrm>
          </p:grpSpPr>
          <p:sp>
            <p:nvSpPr>
              <p:cNvPr id="648" name="Google Shape;648;p61"/>
              <p:cNvSpPr txBox="1"/>
              <p:nvPr/>
            </p:nvSpPr>
            <p:spPr>
              <a:xfrm>
                <a:off x="4248269" y="3716441"/>
                <a:ext cx="2301904"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Arial"/>
                    <a:ea typeface="Arial"/>
                    <a:cs typeface="Arial"/>
                    <a:sym typeface="Arial"/>
                  </a:rPr>
                  <a:t>Amazon Rekognition</a:t>
                </a:r>
                <a:endParaRPr sz="1100"/>
              </a:p>
            </p:txBody>
          </p:sp>
          <p:pic>
            <p:nvPicPr>
              <p:cNvPr id="644" name="Google Shape;644;p61"/>
              <p:cNvPicPr preferRelativeResize="0"/>
              <p:nvPr/>
            </p:nvPicPr>
            <p:blipFill rotWithShape="1">
              <a:blip r:embed="rId3">
                <a:alphaModFix/>
              </a:blip>
              <a:srcRect b="0" l="0" r="0" t="0"/>
              <a:stretch/>
            </p:blipFill>
            <p:spPr>
              <a:xfrm>
                <a:off x="5039205" y="2996209"/>
                <a:ext cx="711200" cy="711200"/>
              </a:xfrm>
              <a:prstGeom prst="rect">
                <a:avLst/>
              </a:prstGeom>
              <a:noFill/>
              <a:ln>
                <a:noFill/>
              </a:ln>
            </p:spPr>
          </p:pic>
        </p:grpSp>
        <p:sp>
          <p:nvSpPr>
            <p:cNvPr id="649" name="Google Shape;649;p61"/>
            <p:cNvSpPr txBox="1"/>
            <p:nvPr/>
          </p:nvSpPr>
          <p:spPr>
            <a:xfrm>
              <a:off x="337497" y="4154918"/>
              <a:ext cx="1066800"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Arial"/>
                  <a:ea typeface="Arial"/>
                  <a:cs typeface="Arial"/>
                  <a:sym typeface="Arial"/>
                </a:rPr>
                <a:t>Inicializar</a:t>
              </a:r>
              <a:endParaRPr sz="1100"/>
            </a:p>
          </p:txBody>
        </p:sp>
        <p:cxnSp>
          <p:nvCxnSpPr>
            <p:cNvPr id="650" name="Google Shape;650;p61"/>
            <p:cNvCxnSpPr>
              <a:stCxn id="649" idx="3"/>
              <a:endCxn id="644" idx="0"/>
            </p:cNvCxnSpPr>
            <p:nvPr/>
          </p:nvCxnSpPr>
          <p:spPr>
            <a:xfrm>
              <a:off x="1404297" y="4324195"/>
              <a:ext cx="1611900" cy="601500"/>
            </a:xfrm>
            <a:prstGeom prst="bentConnector2">
              <a:avLst/>
            </a:prstGeom>
            <a:noFill/>
            <a:ln cap="flat" cmpd="sng" w="12700">
              <a:solidFill>
                <a:schemeClr val="accent1"/>
              </a:solidFill>
              <a:prstDash val="solid"/>
              <a:miter lim="800000"/>
              <a:headEnd len="sm" w="sm" type="none"/>
              <a:tailEnd len="med" w="med" type="triangle"/>
            </a:ln>
          </p:spPr>
        </p:cxnSp>
        <p:sp>
          <p:nvSpPr>
            <p:cNvPr id="651" name="Google Shape;651;p61"/>
            <p:cNvSpPr txBox="1"/>
            <p:nvPr/>
          </p:nvSpPr>
          <p:spPr>
            <a:xfrm>
              <a:off x="1270700" y="4017160"/>
              <a:ext cx="1389882" cy="58477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Arial"/>
                  <a:ea typeface="Arial"/>
                  <a:cs typeface="Arial"/>
                  <a:sym typeface="Arial"/>
                </a:rPr>
                <a:t>Crear colección</a:t>
              </a:r>
              <a:endParaRPr sz="1100"/>
            </a:p>
          </p:txBody>
        </p:sp>
        <p:cxnSp>
          <p:nvCxnSpPr>
            <p:cNvPr id="652" name="Google Shape;652;p61"/>
            <p:cNvCxnSpPr>
              <a:stCxn id="642" idx="1"/>
              <a:endCxn id="644" idx="3"/>
            </p:cNvCxnSpPr>
            <p:nvPr/>
          </p:nvCxnSpPr>
          <p:spPr>
            <a:xfrm rot="10800000">
              <a:off x="3371645" y="5281266"/>
              <a:ext cx="1626900" cy="0"/>
            </a:xfrm>
            <a:prstGeom prst="straightConnector1">
              <a:avLst/>
            </a:prstGeom>
            <a:noFill/>
            <a:ln cap="flat" cmpd="sng" w="12700">
              <a:solidFill>
                <a:schemeClr val="accent1"/>
              </a:solidFill>
              <a:prstDash val="solid"/>
              <a:miter lim="800000"/>
              <a:headEnd len="med" w="med" type="triangle"/>
              <a:tailEnd len="sm" w="sm" type="none"/>
            </a:ln>
          </p:spPr>
        </p:cxnSp>
        <p:sp>
          <p:nvSpPr>
            <p:cNvPr id="653" name="Google Shape;653;p61"/>
            <p:cNvSpPr txBox="1"/>
            <p:nvPr/>
          </p:nvSpPr>
          <p:spPr>
            <a:xfrm>
              <a:off x="3364959" y="4488814"/>
              <a:ext cx="2404653" cy="830997"/>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Arial"/>
                  <a:ea typeface="Arial"/>
                  <a:cs typeface="Arial"/>
                  <a:sym typeface="Arial"/>
                </a:rPr>
                <a:t>Realizar </a:t>
              </a:r>
              <a:br>
                <a:rPr lang="es-419" sz="1200">
                  <a:solidFill>
                    <a:schemeClr val="dk1"/>
                  </a:solidFill>
                  <a:latin typeface="Arial"/>
                  <a:ea typeface="Arial"/>
                  <a:cs typeface="Arial"/>
                  <a:sym typeface="Arial"/>
                </a:rPr>
              </a:br>
              <a:r>
                <a:rPr lang="es-419" sz="1200">
                  <a:solidFill>
                    <a:schemeClr val="dk1"/>
                  </a:solidFill>
                  <a:latin typeface="Arial"/>
                  <a:ea typeface="Arial"/>
                  <a:cs typeface="Arial"/>
                  <a:sym typeface="Arial"/>
                </a:rPr>
                <a:t>reconocimiento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s-419" sz="1200">
                  <a:solidFill>
                    <a:schemeClr val="dk1"/>
                  </a:solidFill>
                  <a:latin typeface="Arial"/>
                  <a:ea typeface="Arial"/>
                  <a:cs typeface="Arial"/>
                  <a:sym typeface="Arial"/>
                </a:rPr>
                <a:t>facial</a:t>
              </a:r>
              <a:endParaRPr sz="1100"/>
            </a:p>
          </p:txBody>
        </p:sp>
      </p:grpSp>
      <p:cxnSp>
        <p:nvCxnSpPr>
          <p:cNvPr id="654" name="Google Shape;654;p61"/>
          <p:cNvCxnSpPr>
            <a:stCxn id="642" idx="3"/>
            <a:endCxn id="655" idx="1"/>
          </p:cNvCxnSpPr>
          <p:nvPr/>
        </p:nvCxnSpPr>
        <p:spPr>
          <a:xfrm flipH="1" rot="10800000">
            <a:off x="4888532" y="2862835"/>
            <a:ext cx="1002000" cy="1168200"/>
          </a:xfrm>
          <a:prstGeom prst="bentConnector3">
            <a:avLst>
              <a:gd fmla="val 50000" name="adj1"/>
            </a:avLst>
          </a:prstGeom>
          <a:noFill/>
          <a:ln cap="flat" cmpd="sng" w="12700">
            <a:solidFill>
              <a:schemeClr val="accent1"/>
            </a:solidFill>
            <a:prstDash val="solid"/>
            <a:miter lim="800000"/>
            <a:headEnd len="sm" w="sm" type="none"/>
            <a:tailEnd len="med" w="med" type="triangle"/>
          </a:ln>
        </p:spPr>
      </p:cxnSp>
      <p:sp>
        <p:nvSpPr>
          <p:cNvPr id="656" name="Google Shape;656;p61"/>
          <p:cNvSpPr txBox="1"/>
          <p:nvPr/>
        </p:nvSpPr>
        <p:spPr>
          <a:xfrm>
            <a:off x="4943024" y="2624596"/>
            <a:ext cx="1182900" cy="2538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Arial"/>
                <a:ea typeface="Arial"/>
                <a:cs typeface="Arial"/>
                <a:sym typeface="Arial"/>
              </a:rPr>
              <a:t>Respuesta</a:t>
            </a:r>
            <a:endParaRPr sz="1100"/>
          </a:p>
        </p:txBody>
      </p:sp>
      <p:grpSp>
        <p:nvGrpSpPr>
          <p:cNvPr id="657" name="Google Shape;657;p61"/>
          <p:cNvGrpSpPr/>
          <p:nvPr/>
        </p:nvGrpSpPr>
        <p:grpSpPr>
          <a:xfrm>
            <a:off x="5890526" y="1442759"/>
            <a:ext cx="3118950" cy="2839950"/>
            <a:chOff x="7854035" y="1923679"/>
            <a:chExt cx="4158600" cy="3786600"/>
          </a:xfrm>
        </p:grpSpPr>
        <p:sp>
          <p:nvSpPr>
            <p:cNvPr id="655" name="Google Shape;655;p61"/>
            <p:cNvSpPr txBox="1"/>
            <p:nvPr/>
          </p:nvSpPr>
          <p:spPr>
            <a:xfrm>
              <a:off x="7854035" y="1923679"/>
              <a:ext cx="4158600" cy="3786600"/>
            </a:xfrm>
            <a:prstGeom prst="rect">
              <a:avLst/>
            </a:prstGeom>
            <a:solidFill>
              <a:schemeClr val="accent2"/>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000">
                  <a:solidFill>
                    <a:schemeClr val="dk1"/>
                  </a:solidFill>
                  <a:latin typeface="Droid Sans Mono"/>
                  <a:ea typeface="Droid Sans Mono"/>
                  <a:cs typeface="Droid Sans Mono"/>
                  <a:sym typeface="Droid Sans Mono"/>
                </a:rPr>
                <a:t> {</a:t>
              </a:r>
              <a:endParaRPr sz="1000"/>
            </a:p>
            <a:p>
              <a:pPr indent="0" lvl="0" marL="0" marR="0" rtl="0" algn="l">
                <a:spcBef>
                  <a:spcPts val="0"/>
                </a:spcBef>
                <a:spcAft>
                  <a:spcPts val="0"/>
                </a:spcAft>
                <a:buNone/>
              </a:pPr>
              <a:r>
                <a:rPr lang="es-419" sz="1000">
                  <a:solidFill>
                    <a:schemeClr val="dk1"/>
                  </a:solidFill>
                  <a:latin typeface="Droid Sans Mono"/>
                  <a:ea typeface="Droid Sans Mono"/>
                  <a:cs typeface="Droid Sans Mono"/>
                  <a:sym typeface="Droid Sans Mono"/>
                </a:rPr>
                <a:t>   "FaceModelVersion": "string",</a:t>
              </a:r>
              <a:endParaRPr sz="1000"/>
            </a:p>
            <a:p>
              <a:pPr indent="0" lvl="0" marL="0" marR="0" rtl="0" algn="l">
                <a:spcBef>
                  <a:spcPts val="0"/>
                </a:spcBef>
                <a:spcAft>
                  <a:spcPts val="0"/>
                </a:spcAft>
                <a:buNone/>
              </a:pPr>
              <a:r>
                <a:rPr lang="es-419" sz="1000">
                  <a:solidFill>
                    <a:schemeClr val="dk1"/>
                  </a:solidFill>
                  <a:latin typeface="Droid Sans Mono"/>
                  <a:ea typeface="Droid Sans Mono"/>
                  <a:cs typeface="Droid Sans Mono"/>
                  <a:sym typeface="Droid Sans Mono"/>
                </a:rPr>
                <a:t>   "Faces": [ </a:t>
              </a:r>
              <a:endParaRPr sz="1000"/>
            </a:p>
            <a:p>
              <a:pPr indent="0" lvl="0" marL="0" marR="0" rtl="0" algn="l">
                <a:spcBef>
                  <a:spcPts val="0"/>
                </a:spcBef>
                <a:spcAft>
                  <a:spcPts val="0"/>
                </a:spcAft>
                <a:buNone/>
              </a:pPr>
              <a:r>
                <a:rPr lang="es-419" sz="1000">
                  <a:solidFill>
                    <a:schemeClr val="dk1"/>
                  </a:solidFill>
                  <a:latin typeface="Droid Sans Mono"/>
                  <a:ea typeface="Droid Sans Mono"/>
                  <a:cs typeface="Droid Sans Mono"/>
                  <a:sym typeface="Droid Sans Mono"/>
                </a:rPr>
                <a:t>      { </a:t>
              </a:r>
              <a:endParaRPr sz="1000"/>
            </a:p>
            <a:p>
              <a:pPr indent="0" lvl="0" marL="0" marR="0" rtl="0" algn="l">
                <a:spcBef>
                  <a:spcPts val="0"/>
                </a:spcBef>
                <a:spcAft>
                  <a:spcPts val="0"/>
                </a:spcAft>
                <a:buNone/>
              </a:pPr>
              <a:r>
                <a:rPr lang="es-419" sz="1000">
                  <a:solidFill>
                    <a:schemeClr val="dk1"/>
                  </a:solidFill>
                  <a:latin typeface="Droid Sans Mono"/>
                  <a:ea typeface="Droid Sans Mono"/>
                  <a:cs typeface="Droid Sans Mono"/>
                  <a:sym typeface="Droid Sans Mono"/>
                </a:rPr>
                <a:t>         "BoundingBox": { </a:t>
              </a:r>
              <a:endParaRPr sz="1000"/>
            </a:p>
            <a:p>
              <a:pPr indent="0" lvl="0" marL="0" marR="0" rtl="0" algn="l">
                <a:spcBef>
                  <a:spcPts val="0"/>
                </a:spcBef>
                <a:spcAft>
                  <a:spcPts val="0"/>
                </a:spcAft>
                <a:buNone/>
              </a:pPr>
              <a:r>
                <a:rPr lang="es-419" sz="1000">
                  <a:solidFill>
                    <a:schemeClr val="dk1"/>
                  </a:solidFill>
                  <a:latin typeface="Droid Sans Mono"/>
                  <a:ea typeface="Droid Sans Mono"/>
                  <a:cs typeface="Droid Sans Mono"/>
                  <a:sym typeface="Droid Sans Mono"/>
                </a:rPr>
                <a:t>            "Height": number,</a:t>
              </a:r>
              <a:endParaRPr sz="1000"/>
            </a:p>
            <a:p>
              <a:pPr indent="0" lvl="0" marL="0" marR="0" rtl="0" algn="l">
                <a:spcBef>
                  <a:spcPts val="0"/>
                </a:spcBef>
                <a:spcAft>
                  <a:spcPts val="0"/>
                </a:spcAft>
                <a:buNone/>
              </a:pPr>
              <a:r>
                <a:rPr lang="es-419" sz="1000">
                  <a:solidFill>
                    <a:schemeClr val="dk1"/>
                  </a:solidFill>
                  <a:latin typeface="Droid Sans Mono"/>
                  <a:ea typeface="Droid Sans Mono"/>
                  <a:cs typeface="Droid Sans Mono"/>
                  <a:sym typeface="Droid Sans Mono"/>
                </a:rPr>
                <a:t>            "Left": number,</a:t>
              </a:r>
              <a:endParaRPr sz="1000"/>
            </a:p>
            <a:p>
              <a:pPr indent="0" lvl="0" marL="0" marR="0" rtl="0" algn="l">
                <a:spcBef>
                  <a:spcPts val="0"/>
                </a:spcBef>
                <a:spcAft>
                  <a:spcPts val="0"/>
                </a:spcAft>
                <a:buNone/>
              </a:pPr>
              <a:r>
                <a:rPr lang="es-419" sz="1000">
                  <a:solidFill>
                    <a:schemeClr val="dk1"/>
                  </a:solidFill>
                  <a:latin typeface="Droid Sans Mono"/>
                  <a:ea typeface="Droid Sans Mono"/>
                  <a:cs typeface="Droid Sans Mono"/>
                  <a:sym typeface="Droid Sans Mono"/>
                </a:rPr>
                <a:t>            "Top": number,</a:t>
              </a:r>
              <a:endParaRPr sz="1000"/>
            </a:p>
            <a:p>
              <a:pPr indent="0" lvl="0" marL="0" marR="0" rtl="0" algn="l">
                <a:spcBef>
                  <a:spcPts val="0"/>
                </a:spcBef>
                <a:spcAft>
                  <a:spcPts val="0"/>
                </a:spcAft>
                <a:buNone/>
              </a:pPr>
              <a:r>
                <a:rPr lang="es-419" sz="1000">
                  <a:solidFill>
                    <a:schemeClr val="dk1"/>
                  </a:solidFill>
                  <a:latin typeface="Droid Sans Mono"/>
                  <a:ea typeface="Droid Sans Mono"/>
                  <a:cs typeface="Droid Sans Mono"/>
                  <a:sym typeface="Droid Sans Mono"/>
                </a:rPr>
                <a:t>            "Width": number</a:t>
              </a:r>
              <a:endParaRPr sz="1000"/>
            </a:p>
            <a:p>
              <a:pPr indent="0" lvl="0" marL="0" marR="0" rtl="0" algn="l">
                <a:spcBef>
                  <a:spcPts val="0"/>
                </a:spcBef>
                <a:spcAft>
                  <a:spcPts val="0"/>
                </a:spcAft>
                <a:buNone/>
              </a:pPr>
              <a:r>
                <a:rPr lang="es-419" sz="1000">
                  <a:solidFill>
                    <a:schemeClr val="dk1"/>
                  </a:solidFill>
                  <a:latin typeface="Droid Sans Mono"/>
                  <a:ea typeface="Droid Sans Mono"/>
                  <a:cs typeface="Droid Sans Mono"/>
                  <a:sym typeface="Droid Sans Mono"/>
                </a:rPr>
                <a:t>         },</a:t>
              </a:r>
              <a:endParaRPr sz="1000"/>
            </a:p>
            <a:p>
              <a:pPr indent="0" lvl="0" marL="0" marR="0" rtl="0" algn="l">
                <a:spcBef>
                  <a:spcPts val="0"/>
                </a:spcBef>
                <a:spcAft>
                  <a:spcPts val="0"/>
                </a:spcAft>
                <a:buNone/>
              </a:pPr>
              <a:r>
                <a:rPr lang="es-419" sz="1000">
                  <a:solidFill>
                    <a:schemeClr val="dk1"/>
                  </a:solidFill>
                  <a:latin typeface="Droid Sans Mono"/>
                  <a:ea typeface="Droid Sans Mono"/>
                  <a:cs typeface="Droid Sans Mono"/>
                  <a:sym typeface="Droid Sans Mono"/>
                </a:rPr>
                <a:t>         "Confidence": number,</a:t>
              </a:r>
              <a:endParaRPr sz="1000"/>
            </a:p>
            <a:p>
              <a:pPr indent="0" lvl="0" marL="0" marR="0" rtl="0" algn="l">
                <a:spcBef>
                  <a:spcPts val="0"/>
                </a:spcBef>
                <a:spcAft>
                  <a:spcPts val="0"/>
                </a:spcAft>
                <a:buNone/>
              </a:pPr>
              <a:r>
                <a:rPr lang="es-419" sz="1000">
                  <a:solidFill>
                    <a:schemeClr val="dk1"/>
                  </a:solidFill>
                  <a:latin typeface="Droid Sans Mono"/>
                  <a:ea typeface="Droid Sans Mono"/>
                  <a:cs typeface="Droid Sans Mono"/>
                  <a:sym typeface="Droid Sans Mono"/>
                </a:rPr>
                <a:t>         "ExternalImageId": "string",</a:t>
              </a:r>
              <a:endParaRPr sz="1000"/>
            </a:p>
            <a:p>
              <a:pPr indent="0" lvl="0" marL="0" marR="0" rtl="0" algn="l">
                <a:spcBef>
                  <a:spcPts val="0"/>
                </a:spcBef>
                <a:spcAft>
                  <a:spcPts val="0"/>
                </a:spcAft>
                <a:buNone/>
              </a:pPr>
              <a:r>
                <a:rPr lang="es-419" sz="1000">
                  <a:solidFill>
                    <a:schemeClr val="dk1"/>
                  </a:solidFill>
                  <a:latin typeface="Droid Sans Mono"/>
                  <a:ea typeface="Droid Sans Mono"/>
                  <a:cs typeface="Droid Sans Mono"/>
                  <a:sym typeface="Droid Sans Mono"/>
                </a:rPr>
                <a:t>         "FaceId": "string",</a:t>
              </a:r>
              <a:endParaRPr sz="1000"/>
            </a:p>
            <a:p>
              <a:pPr indent="0" lvl="0" marL="0" marR="0" rtl="0" algn="l">
                <a:spcBef>
                  <a:spcPts val="0"/>
                </a:spcBef>
                <a:spcAft>
                  <a:spcPts val="0"/>
                </a:spcAft>
                <a:buNone/>
              </a:pPr>
              <a:r>
                <a:rPr lang="es-419" sz="1000">
                  <a:solidFill>
                    <a:schemeClr val="dk1"/>
                  </a:solidFill>
                  <a:latin typeface="Droid Sans Mono"/>
                  <a:ea typeface="Droid Sans Mono"/>
                  <a:cs typeface="Droid Sans Mono"/>
                  <a:sym typeface="Droid Sans Mono"/>
                </a:rPr>
                <a:t>         "ImageId": "string"</a:t>
              </a:r>
              <a:endParaRPr sz="1000"/>
            </a:p>
            <a:p>
              <a:pPr indent="0" lvl="0" marL="0" marR="0" rtl="0" algn="l">
                <a:spcBef>
                  <a:spcPts val="0"/>
                </a:spcBef>
                <a:spcAft>
                  <a:spcPts val="0"/>
                </a:spcAft>
                <a:buNone/>
              </a:pPr>
              <a:r>
                <a:rPr lang="es-419" sz="1000">
                  <a:solidFill>
                    <a:schemeClr val="dk1"/>
                  </a:solidFill>
                  <a:latin typeface="Droid Sans Mono"/>
                  <a:ea typeface="Droid Sans Mono"/>
                  <a:cs typeface="Droid Sans Mono"/>
                  <a:sym typeface="Droid Sans Mono"/>
                </a:rPr>
                <a:t>      }</a:t>
              </a:r>
              <a:endParaRPr sz="1000"/>
            </a:p>
            <a:p>
              <a:pPr indent="0" lvl="0" marL="0" marR="0" rtl="0" algn="l">
                <a:spcBef>
                  <a:spcPts val="0"/>
                </a:spcBef>
                <a:spcAft>
                  <a:spcPts val="0"/>
                </a:spcAft>
                <a:buNone/>
              </a:pPr>
              <a:r>
                <a:rPr lang="es-419" sz="1000">
                  <a:solidFill>
                    <a:schemeClr val="dk1"/>
                  </a:solidFill>
                  <a:latin typeface="Droid Sans Mono"/>
                  <a:ea typeface="Droid Sans Mono"/>
                  <a:cs typeface="Droid Sans Mono"/>
                  <a:sym typeface="Droid Sans Mono"/>
                </a:rPr>
                <a:t>   ],</a:t>
              </a:r>
              <a:endParaRPr sz="1000"/>
            </a:p>
            <a:p>
              <a:pPr indent="0" lvl="0" marL="0" marR="0" rtl="0" algn="l">
                <a:spcBef>
                  <a:spcPts val="0"/>
                </a:spcBef>
                <a:spcAft>
                  <a:spcPts val="0"/>
                </a:spcAft>
                <a:buNone/>
              </a:pPr>
              <a:r>
                <a:rPr lang="es-419" sz="1000">
                  <a:solidFill>
                    <a:schemeClr val="dk1"/>
                  </a:solidFill>
                  <a:latin typeface="Droid Sans Mono"/>
                  <a:ea typeface="Droid Sans Mono"/>
                  <a:cs typeface="Droid Sans Mono"/>
                  <a:sym typeface="Droid Sans Mono"/>
                </a:rPr>
                <a:t>   "NextToken": "string"</a:t>
              </a:r>
              <a:endParaRPr sz="1000"/>
            </a:p>
            <a:p>
              <a:pPr indent="0" lvl="0" marL="0" marR="0" rtl="0" algn="l">
                <a:spcBef>
                  <a:spcPts val="0"/>
                </a:spcBef>
                <a:spcAft>
                  <a:spcPts val="0"/>
                </a:spcAft>
                <a:buNone/>
              </a:pPr>
              <a:r>
                <a:rPr lang="es-419" sz="1000">
                  <a:solidFill>
                    <a:schemeClr val="dk1"/>
                  </a:solidFill>
                  <a:latin typeface="Droid Sans Mono"/>
                  <a:ea typeface="Droid Sans Mono"/>
                  <a:cs typeface="Droid Sans Mono"/>
                  <a:sym typeface="Droid Sans Mono"/>
                </a:rPr>
                <a:t>}</a:t>
              </a:r>
              <a:endParaRPr sz="1000">
                <a:solidFill>
                  <a:schemeClr val="dk1"/>
                </a:solidFill>
                <a:latin typeface="Droid Sans Mono"/>
                <a:ea typeface="Droid Sans Mono"/>
                <a:cs typeface="Droid Sans Mono"/>
                <a:sym typeface="Droid Sans Mono"/>
              </a:endParaRPr>
            </a:p>
          </p:txBody>
        </p:sp>
        <p:sp>
          <p:nvSpPr>
            <p:cNvPr id="658" name="Google Shape;658;p61"/>
            <p:cNvSpPr/>
            <p:nvPr/>
          </p:nvSpPr>
          <p:spPr>
            <a:xfrm>
              <a:off x="8778600" y="3958767"/>
              <a:ext cx="3069600" cy="926700"/>
            </a:xfrm>
            <a:prstGeom prst="rect">
              <a:avLst/>
            </a:prstGeom>
            <a:noFill/>
            <a:ln cap="flat" cmpd="sng" w="19050">
              <a:solidFill>
                <a:schemeClr val="accent4"/>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pic>
        <p:nvPicPr>
          <p:cNvPr id="659" name="Google Shape;659;p61"/>
          <p:cNvPicPr preferRelativeResize="0"/>
          <p:nvPr/>
        </p:nvPicPr>
        <p:blipFill rotWithShape="1">
          <a:blip r:embed="rId4">
            <a:alphaModFix/>
          </a:blip>
          <a:srcRect b="0" l="0" r="0" t="0"/>
          <a:stretch/>
        </p:blipFill>
        <p:spPr>
          <a:xfrm>
            <a:off x="368120" y="3664132"/>
            <a:ext cx="561014" cy="73380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62"/>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Búsqueda de rostros conocidos</a:t>
            </a:r>
            <a:endParaRPr/>
          </a:p>
        </p:txBody>
      </p:sp>
      <p:sp>
        <p:nvSpPr>
          <p:cNvPr id="665" name="Google Shape;665;p62"/>
          <p:cNvSpPr/>
          <p:nvPr/>
        </p:nvSpPr>
        <p:spPr>
          <a:xfrm>
            <a:off x="5566791" y="1340845"/>
            <a:ext cx="1104138" cy="685800"/>
          </a:xfrm>
          <a:prstGeom prst="rect">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Arial"/>
                <a:ea typeface="Arial"/>
                <a:cs typeface="Arial"/>
                <a:sym typeface="Arial"/>
              </a:rPr>
              <a:t>Recopilación</a:t>
            </a:r>
            <a:endParaRPr sz="1100"/>
          </a:p>
        </p:txBody>
      </p:sp>
      <p:sp>
        <p:nvSpPr>
          <p:cNvPr id="666" name="Google Shape;666;p62"/>
          <p:cNvSpPr txBox="1"/>
          <p:nvPr/>
        </p:nvSpPr>
        <p:spPr>
          <a:xfrm>
            <a:off x="6670929" y="1360969"/>
            <a:ext cx="2443724" cy="438581"/>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Arial"/>
                <a:ea typeface="Arial"/>
                <a:cs typeface="Arial"/>
                <a:sym typeface="Arial"/>
              </a:rPr>
              <a:t>Características faciales multidimensionales</a:t>
            </a:r>
            <a:endParaRPr sz="1100"/>
          </a:p>
          <a:p>
            <a:pPr indent="0" lvl="0" marL="0" marR="0" rtl="0" algn="l">
              <a:spcBef>
                <a:spcPts val="0"/>
              </a:spcBef>
              <a:spcAft>
                <a:spcPts val="0"/>
              </a:spcAft>
              <a:buNone/>
            </a:pPr>
            <a:r>
              <a:rPr lang="es-419" sz="1200">
                <a:solidFill>
                  <a:schemeClr val="dk1"/>
                </a:solidFill>
                <a:latin typeface="Arial"/>
                <a:ea typeface="Arial"/>
                <a:cs typeface="Arial"/>
                <a:sym typeface="Arial"/>
              </a:rPr>
              <a:t>Metadatos</a:t>
            </a:r>
            <a:endParaRPr sz="1100"/>
          </a:p>
        </p:txBody>
      </p:sp>
      <p:sp>
        <p:nvSpPr>
          <p:cNvPr id="667" name="Google Shape;667;p62"/>
          <p:cNvSpPr txBox="1"/>
          <p:nvPr/>
        </p:nvSpPr>
        <p:spPr>
          <a:xfrm>
            <a:off x="3544342" y="1934906"/>
            <a:ext cx="1726428" cy="25391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Arial"/>
                <a:ea typeface="Arial"/>
                <a:cs typeface="Arial"/>
                <a:sym typeface="Arial"/>
              </a:rPr>
              <a:t>Amazon Rekognition</a:t>
            </a:r>
            <a:endParaRPr sz="1100"/>
          </a:p>
        </p:txBody>
      </p:sp>
      <p:pic>
        <p:nvPicPr>
          <p:cNvPr id="668" name="Google Shape;668;p62"/>
          <p:cNvPicPr preferRelativeResize="0"/>
          <p:nvPr/>
        </p:nvPicPr>
        <p:blipFill rotWithShape="1">
          <a:blip r:embed="rId3">
            <a:alphaModFix/>
          </a:blip>
          <a:srcRect b="0" l="0" r="0" t="0"/>
          <a:stretch/>
        </p:blipFill>
        <p:spPr>
          <a:xfrm>
            <a:off x="4137544" y="1417045"/>
            <a:ext cx="533400" cy="533400"/>
          </a:xfrm>
          <a:prstGeom prst="rect">
            <a:avLst/>
          </a:prstGeom>
          <a:noFill/>
          <a:ln>
            <a:noFill/>
          </a:ln>
        </p:spPr>
      </p:pic>
      <p:cxnSp>
        <p:nvCxnSpPr>
          <p:cNvPr id="669" name="Google Shape;669;p62"/>
          <p:cNvCxnSpPr>
            <a:stCxn id="668" idx="1"/>
          </p:cNvCxnSpPr>
          <p:nvPr/>
        </p:nvCxnSpPr>
        <p:spPr>
          <a:xfrm rot="10800000">
            <a:off x="2228044" y="1683745"/>
            <a:ext cx="1909500" cy="0"/>
          </a:xfrm>
          <a:prstGeom prst="straightConnector1">
            <a:avLst/>
          </a:prstGeom>
          <a:noFill/>
          <a:ln cap="flat" cmpd="sng" w="12700">
            <a:solidFill>
              <a:schemeClr val="accent1"/>
            </a:solidFill>
            <a:prstDash val="solid"/>
            <a:miter lim="800000"/>
            <a:headEnd len="med" w="med" type="triangle"/>
            <a:tailEnd len="sm" w="sm" type="none"/>
          </a:ln>
        </p:spPr>
      </p:cxnSp>
      <p:sp>
        <p:nvSpPr>
          <p:cNvPr id="670" name="Google Shape;670;p62"/>
          <p:cNvSpPr txBox="1"/>
          <p:nvPr/>
        </p:nvSpPr>
        <p:spPr>
          <a:xfrm>
            <a:off x="2341179" y="1441760"/>
            <a:ext cx="15960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100">
                <a:solidFill>
                  <a:schemeClr val="dk1"/>
                </a:solidFill>
                <a:latin typeface="Arial"/>
                <a:ea typeface="Arial"/>
                <a:cs typeface="Arial"/>
                <a:sym typeface="Arial"/>
              </a:rPr>
              <a:t>SearchFacesByImage</a:t>
            </a:r>
            <a:endParaRPr sz="1000"/>
          </a:p>
        </p:txBody>
      </p:sp>
      <p:cxnSp>
        <p:nvCxnSpPr>
          <p:cNvPr id="671" name="Google Shape;671;p62"/>
          <p:cNvCxnSpPr>
            <a:stCxn id="665" idx="1"/>
            <a:endCxn id="668" idx="3"/>
          </p:cNvCxnSpPr>
          <p:nvPr/>
        </p:nvCxnSpPr>
        <p:spPr>
          <a:xfrm rot="10800000">
            <a:off x="4670991" y="1683745"/>
            <a:ext cx="895800" cy="0"/>
          </a:xfrm>
          <a:prstGeom prst="straightConnector1">
            <a:avLst/>
          </a:prstGeom>
          <a:noFill/>
          <a:ln cap="flat" cmpd="sng" w="12700">
            <a:solidFill>
              <a:schemeClr val="accent1"/>
            </a:solidFill>
            <a:prstDash val="solid"/>
            <a:miter lim="800000"/>
            <a:headEnd len="med" w="med" type="triangle"/>
            <a:tailEnd len="sm" w="sm" type="none"/>
          </a:ln>
        </p:spPr>
      </p:cxnSp>
      <p:sp>
        <p:nvSpPr>
          <p:cNvPr id="672" name="Google Shape;672;p62"/>
          <p:cNvSpPr/>
          <p:nvPr/>
        </p:nvSpPr>
        <p:spPr>
          <a:xfrm>
            <a:off x="426720" y="2188722"/>
            <a:ext cx="8214360" cy="2654573"/>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Response</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 "FaceMatches": [ { </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	"Face": { </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		"BoundingBox": { "Height": 0.0633333027, "Left": 0.171851992, "Top": 0.73666697, "Width": 0.1106169968 }, </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		"Confidence": 100, </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		"ExternalImageId": "input.jpg", </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		"FaceId": "578e2e1b-d0b0-493c-aa39-ba476a421a34", </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		"ImageId": "9ba38e68-35b6-5509-9d2e-fcffa75d1653" }, </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		"Similarity": 99.9764175415039 } ], </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"FaceModelVersion": "3.0", </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"SearchedFaceBoundingBox": { "Height": 0.063333332, "Left": 0.171851858, "Top": 0.73666667, "Width": 0.11061728 }, </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"SearchedFaceConfidence": 99.99999237060547 } </a:t>
            </a:r>
            <a:endParaRPr sz="1100"/>
          </a:p>
        </p:txBody>
      </p:sp>
      <p:sp>
        <p:nvSpPr>
          <p:cNvPr id="673" name="Google Shape;673;p62"/>
          <p:cNvSpPr/>
          <p:nvPr/>
        </p:nvSpPr>
        <p:spPr>
          <a:xfrm>
            <a:off x="791200" y="3336600"/>
            <a:ext cx="5587500" cy="574200"/>
          </a:xfrm>
          <a:prstGeom prst="rect">
            <a:avLst/>
          </a:prstGeom>
          <a:noFill/>
          <a:ln cap="flat" cmpd="sng" w="19050">
            <a:solidFill>
              <a:schemeClr val="accent4"/>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674" name="Google Shape;674;p62"/>
          <p:cNvPicPr preferRelativeResize="0"/>
          <p:nvPr/>
        </p:nvPicPr>
        <p:blipFill rotWithShape="1">
          <a:blip r:embed="rId4">
            <a:alphaModFix/>
          </a:blip>
          <a:srcRect b="15770" l="50095" r="0" t="14254"/>
          <a:stretch/>
        </p:blipFill>
        <p:spPr>
          <a:xfrm>
            <a:off x="1226754" y="1240909"/>
            <a:ext cx="1114425" cy="8286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63"/>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Directrices</a:t>
            </a:r>
            <a:endParaRPr/>
          </a:p>
        </p:txBody>
      </p:sp>
      <p:sp>
        <p:nvSpPr>
          <p:cNvPr id="680" name="Google Shape;680;p63"/>
          <p:cNvSpPr txBox="1"/>
          <p:nvPr>
            <p:ph idx="1" type="body"/>
          </p:nvPr>
        </p:nvSpPr>
        <p:spPr>
          <a:xfrm>
            <a:off x="314325" y="1043261"/>
            <a:ext cx="8515350" cy="3486591"/>
          </a:xfrm>
          <a:prstGeom prst="rect">
            <a:avLst/>
          </a:prstGeom>
          <a:noFill/>
          <a:ln>
            <a:noFill/>
          </a:ln>
        </p:spPr>
        <p:txBody>
          <a:bodyPr anchorCtr="0" anchor="t" bIns="34275" lIns="68575" spcFirstLastPara="1" rIns="68575" wrap="square" tIns="34275">
            <a:noAutofit/>
          </a:bodyPr>
          <a:lstStyle/>
          <a:p>
            <a:pPr indent="-165100" lvl="0" marL="177800" rtl="0" algn="l">
              <a:lnSpc>
                <a:spcPct val="90000"/>
              </a:lnSpc>
              <a:spcBef>
                <a:spcPts val="0"/>
              </a:spcBef>
              <a:spcAft>
                <a:spcPts val="0"/>
              </a:spcAft>
              <a:buClr>
                <a:schemeClr val="dk1"/>
              </a:buClr>
              <a:buSzPts val="2000"/>
              <a:buChar char="•"/>
            </a:pPr>
            <a:r>
              <a:rPr lang="es-419" sz="2000"/>
              <a:t>Detección facial</a:t>
            </a:r>
            <a:endParaRPr sz="2000"/>
          </a:p>
          <a:p>
            <a:pPr indent="-171450" lvl="1" marL="520700" rtl="0" algn="l">
              <a:lnSpc>
                <a:spcPct val="90000"/>
              </a:lnSpc>
              <a:spcBef>
                <a:spcPts val="400"/>
              </a:spcBef>
              <a:spcAft>
                <a:spcPts val="0"/>
              </a:spcAft>
              <a:buClr>
                <a:schemeClr val="dk1"/>
              </a:buClr>
              <a:buSzPts val="1700"/>
              <a:buChar char="•"/>
            </a:pPr>
            <a:r>
              <a:rPr lang="es-419" sz="1700"/>
              <a:t>Cuadro delimitador, atributos, emociones, puntos de referencia, </a:t>
            </a:r>
            <a:br>
              <a:rPr lang="es-419" sz="1700"/>
            </a:br>
            <a:r>
              <a:rPr lang="es-419" sz="1700"/>
              <a:t>calidad, postura</a:t>
            </a:r>
            <a:endParaRPr sz="1700"/>
          </a:p>
          <a:p>
            <a:pPr indent="-171450" lvl="1" marL="520700" rtl="0" algn="l">
              <a:lnSpc>
                <a:spcPct val="90000"/>
              </a:lnSpc>
              <a:spcBef>
                <a:spcPts val="400"/>
              </a:spcBef>
              <a:spcAft>
                <a:spcPts val="0"/>
              </a:spcAft>
              <a:buClr>
                <a:schemeClr val="dk1"/>
              </a:buClr>
              <a:buSzPts val="1700"/>
              <a:buChar char="•"/>
            </a:pPr>
            <a:r>
              <a:rPr lang="es-419" sz="1700"/>
              <a:t>Puntuación de confianza</a:t>
            </a:r>
            <a:endParaRPr sz="1700"/>
          </a:p>
          <a:p>
            <a:pPr indent="-165100" lvl="0" marL="177800" rtl="0" algn="l">
              <a:lnSpc>
                <a:spcPct val="90000"/>
              </a:lnSpc>
              <a:spcBef>
                <a:spcPts val="800"/>
              </a:spcBef>
              <a:spcAft>
                <a:spcPts val="0"/>
              </a:spcAft>
              <a:buClr>
                <a:schemeClr val="dk1"/>
              </a:buClr>
              <a:buSzPts val="2000"/>
              <a:buChar char="•"/>
            </a:pPr>
            <a:r>
              <a:rPr lang="es-419" sz="2000"/>
              <a:t>La detección se basa en datos de imagen</a:t>
            </a:r>
            <a:endParaRPr sz="2000"/>
          </a:p>
          <a:p>
            <a:pPr indent="-171450" lvl="1" marL="520700" rtl="0" algn="l">
              <a:lnSpc>
                <a:spcPct val="90000"/>
              </a:lnSpc>
              <a:spcBef>
                <a:spcPts val="400"/>
              </a:spcBef>
              <a:spcAft>
                <a:spcPts val="0"/>
              </a:spcAft>
              <a:buClr>
                <a:schemeClr val="dk1"/>
              </a:buClr>
              <a:buSzPts val="1700"/>
              <a:buChar char="•"/>
            </a:pPr>
            <a:r>
              <a:rPr lang="es-419" sz="1700"/>
              <a:t>Género basado en la imagen, no en la identidad</a:t>
            </a:r>
            <a:endParaRPr sz="1700"/>
          </a:p>
          <a:p>
            <a:pPr indent="-171450" lvl="1" marL="520700" rtl="0" algn="l">
              <a:lnSpc>
                <a:spcPct val="90000"/>
              </a:lnSpc>
              <a:spcBef>
                <a:spcPts val="400"/>
              </a:spcBef>
              <a:spcAft>
                <a:spcPts val="0"/>
              </a:spcAft>
              <a:buClr>
                <a:schemeClr val="dk1"/>
              </a:buClr>
              <a:buSzPts val="1700"/>
              <a:buChar char="•"/>
            </a:pPr>
            <a:r>
              <a:rPr lang="es-419" sz="1700"/>
              <a:t>Las emociones se infieren por la apariencia física</a:t>
            </a:r>
            <a:endParaRPr sz="1700"/>
          </a:p>
          <a:p>
            <a:pPr indent="-165100" lvl="0" marL="177800" rtl="0" algn="l">
              <a:lnSpc>
                <a:spcPct val="90000"/>
              </a:lnSpc>
              <a:spcBef>
                <a:spcPts val="800"/>
              </a:spcBef>
              <a:spcAft>
                <a:spcPts val="0"/>
              </a:spcAft>
              <a:buClr>
                <a:schemeClr val="dk1"/>
              </a:buClr>
              <a:buSzPts val="2000"/>
              <a:buChar char="•"/>
            </a:pPr>
            <a:r>
              <a:rPr lang="es-419" sz="2000"/>
              <a:t>Puede usar la puntuación de confianza adecuada para su caso de uso</a:t>
            </a:r>
            <a:endParaRPr sz="2000"/>
          </a:p>
          <a:p>
            <a:pPr indent="-165100" lvl="0" marL="177800" rtl="0" algn="l">
              <a:lnSpc>
                <a:spcPct val="90000"/>
              </a:lnSpc>
              <a:spcBef>
                <a:spcPts val="800"/>
              </a:spcBef>
              <a:spcAft>
                <a:spcPts val="0"/>
              </a:spcAft>
              <a:buClr>
                <a:schemeClr val="dk1"/>
              </a:buClr>
              <a:buSzPts val="2000"/>
              <a:buChar char="•"/>
            </a:pPr>
            <a:r>
              <a:rPr lang="es-419" sz="2000"/>
              <a:t>El reconocimiento facial no debería usarse de manera que quebrante los derechos de una persona, incluido el derecho a la privacidad, o de manera que tome decisiones autónomas en situaciones que requieran el análisis de una persona*</a:t>
            </a:r>
            <a:endParaRPr b="1" i="1" sz="20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64"/>
          <p:cNvSpPr txBox="1"/>
          <p:nvPr>
            <p:ph type="title"/>
          </p:nvPr>
        </p:nvSpPr>
        <p:spPr>
          <a:xfrm>
            <a:off x="314325" y="883782"/>
            <a:ext cx="3201485" cy="994172"/>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Demostración: Introducción a Amazon Rekognition </a:t>
            </a:r>
            <a:endParaRPr/>
          </a:p>
        </p:txBody>
      </p:sp>
      <p:sp>
        <p:nvSpPr>
          <p:cNvPr id="686" name="Google Shape;686;p64"/>
          <p:cNvSpPr txBox="1"/>
          <p:nvPr>
            <p:ph idx="1" type="body"/>
          </p:nvPr>
        </p:nvSpPr>
        <p:spPr>
          <a:xfrm>
            <a:off x="4285856" y="883782"/>
            <a:ext cx="4325709" cy="361119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2100"/>
              <a:buNone/>
            </a:pPr>
            <a:r>
              <a:t/>
            </a:r>
            <a:endParaRPr>
              <a:latin typeface="Arial"/>
              <a:ea typeface="Arial"/>
              <a:cs typeface="Arial"/>
              <a:sym typeface="Arial"/>
            </a:endParaRPr>
          </a:p>
          <a:p>
            <a:pPr indent="0" lvl="0" marL="0" rtl="0" algn="l">
              <a:lnSpc>
                <a:spcPct val="90000"/>
              </a:lnSpc>
              <a:spcBef>
                <a:spcPts val="800"/>
              </a:spcBef>
              <a:spcAft>
                <a:spcPts val="0"/>
              </a:spcAft>
              <a:buClr>
                <a:schemeClr val="dk1"/>
              </a:buClr>
              <a:buSzPts val="2100"/>
              <a:buNone/>
            </a:pPr>
            <a:r>
              <a:t/>
            </a:r>
            <a:endParaRPr>
              <a:latin typeface="Arial"/>
              <a:ea typeface="Arial"/>
              <a:cs typeface="Arial"/>
              <a:sym typeface="Arial"/>
            </a:endParaRPr>
          </a:p>
        </p:txBody>
      </p:sp>
      <p:pic>
        <p:nvPicPr>
          <p:cNvPr id="687" name="Google Shape;687;p64"/>
          <p:cNvPicPr preferRelativeResize="0"/>
          <p:nvPr/>
        </p:nvPicPr>
        <p:blipFill rotWithShape="1">
          <a:blip r:embed="rId3">
            <a:alphaModFix/>
          </a:blip>
          <a:srcRect b="0" l="0" r="0" t="0"/>
          <a:stretch/>
        </p:blipFill>
        <p:spPr>
          <a:xfrm>
            <a:off x="4361949" y="2025616"/>
            <a:ext cx="4389967" cy="246935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65"/>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Trabajo con videos almacenados</a:t>
            </a:r>
            <a:endParaRPr/>
          </a:p>
        </p:txBody>
      </p:sp>
      <p:sp>
        <p:nvSpPr>
          <p:cNvPr id="693" name="Google Shape;693;p65"/>
          <p:cNvSpPr txBox="1"/>
          <p:nvPr>
            <p:ph idx="1" type="body"/>
          </p:nvPr>
        </p:nvSpPr>
        <p:spPr>
          <a:xfrm>
            <a:off x="314325" y="1146131"/>
            <a:ext cx="4128516" cy="3486591"/>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2100"/>
              <a:buNone/>
            </a:pPr>
            <a:r>
              <a:rPr lang="es-419"/>
              <a:t>Proceso:</a:t>
            </a:r>
            <a:endParaRPr/>
          </a:p>
          <a:p>
            <a:pPr indent="-177800" lvl="1" marL="520700" rtl="0" algn="l">
              <a:lnSpc>
                <a:spcPct val="90000"/>
              </a:lnSpc>
              <a:spcBef>
                <a:spcPts val="400"/>
              </a:spcBef>
              <a:spcAft>
                <a:spcPts val="0"/>
              </a:spcAft>
              <a:buClr>
                <a:schemeClr val="dk1"/>
              </a:buClr>
              <a:buSzPts val="1800"/>
              <a:buChar char="•"/>
            </a:pPr>
            <a:r>
              <a:rPr lang="es-419"/>
              <a:t>Iniciar detección</a:t>
            </a:r>
            <a:endParaRPr/>
          </a:p>
          <a:p>
            <a:pPr indent="-171450" lvl="2" marL="863600" rtl="0" algn="l">
              <a:lnSpc>
                <a:spcPct val="90000"/>
              </a:lnSpc>
              <a:spcBef>
                <a:spcPts val="400"/>
              </a:spcBef>
              <a:spcAft>
                <a:spcPts val="0"/>
              </a:spcAft>
              <a:buClr>
                <a:schemeClr val="dk1"/>
              </a:buClr>
              <a:buSzPts val="1500"/>
              <a:buChar char="•"/>
            </a:pPr>
            <a:r>
              <a:rPr lang="es-419"/>
              <a:t>Personas, rostros, etiquetas, celebridades, texto, contenido inapropiado</a:t>
            </a:r>
            <a:endParaRPr/>
          </a:p>
          <a:p>
            <a:pPr indent="-177800" lvl="1" marL="520700" rtl="0" algn="l">
              <a:lnSpc>
                <a:spcPct val="90000"/>
              </a:lnSpc>
              <a:spcBef>
                <a:spcPts val="400"/>
              </a:spcBef>
              <a:spcAft>
                <a:spcPts val="0"/>
              </a:spcAft>
              <a:buClr>
                <a:schemeClr val="dk1"/>
              </a:buClr>
              <a:buSzPts val="1800"/>
              <a:buChar char="•"/>
            </a:pPr>
            <a:r>
              <a:rPr lang="es-419"/>
              <a:t>Supervisar la cola de </a:t>
            </a:r>
            <a:br>
              <a:rPr lang="es-419"/>
            </a:br>
            <a:r>
              <a:rPr lang="es-419"/>
              <a:t>Amazon Simple Queue Service (Amazon SQS) para confirmar </a:t>
            </a:r>
            <a:br>
              <a:rPr lang="es-419"/>
            </a:br>
            <a:r>
              <a:rPr lang="es-419"/>
              <a:t>su finalización</a:t>
            </a:r>
            <a:endParaRPr/>
          </a:p>
          <a:p>
            <a:pPr indent="-177800" lvl="1" marL="520700" rtl="0" algn="l">
              <a:lnSpc>
                <a:spcPct val="90000"/>
              </a:lnSpc>
              <a:spcBef>
                <a:spcPts val="400"/>
              </a:spcBef>
              <a:spcAft>
                <a:spcPts val="0"/>
              </a:spcAft>
              <a:buClr>
                <a:schemeClr val="dk1"/>
              </a:buClr>
              <a:buSzPts val="1800"/>
              <a:buChar char="•"/>
            </a:pPr>
            <a:r>
              <a:rPr lang="es-419"/>
              <a:t>Obtener resultados de detección</a:t>
            </a:r>
            <a:endParaRPr/>
          </a:p>
        </p:txBody>
      </p:sp>
      <p:sp>
        <p:nvSpPr>
          <p:cNvPr id="694" name="Google Shape;694;p65"/>
          <p:cNvSpPr txBox="1"/>
          <p:nvPr/>
        </p:nvSpPr>
        <p:spPr>
          <a:xfrm>
            <a:off x="6085983" y="3608330"/>
            <a:ext cx="1663403" cy="30008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500">
                <a:solidFill>
                  <a:schemeClr val="dk1"/>
                </a:solidFill>
                <a:latin typeface="Arial"/>
                <a:ea typeface="Arial"/>
                <a:cs typeface="Arial"/>
                <a:sym typeface="Arial"/>
              </a:rPr>
              <a:t>Cola</a:t>
            </a:r>
            <a:endParaRPr sz="1100"/>
          </a:p>
        </p:txBody>
      </p:sp>
      <p:cxnSp>
        <p:nvCxnSpPr>
          <p:cNvPr id="695" name="Google Shape;695;p65"/>
          <p:cNvCxnSpPr>
            <a:stCxn id="696" idx="3"/>
            <a:endCxn id="697" idx="1"/>
          </p:cNvCxnSpPr>
          <p:nvPr/>
        </p:nvCxnSpPr>
        <p:spPr>
          <a:xfrm>
            <a:off x="7093897" y="2713931"/>
            <a:ext cx="702000" cy="4200"/>
          </a:xfrm>
          <a:prstGeom prst="straightConnector1">
            <a:avLst/>
          </a:prstGeom>
          <a:noFill/>
          <a:ln cap="flat" cmpd="sng" w="12700">
            <a:solidFill>
              <a:schemeClr val="accent1"/>
            </a:solidFill>
            <a:prstDash val="solid"/>
            <a:miter lim="800000"/>
            <a:headEnd len="med" w="med" type="stealth"/>
            <a:tailEnd len="sm" w="sm" type="none"/>
          </a:ln>
        </p:spPr>
      </p:cxnSp>
      <p:cxnSp>
        <p:nvCxnSpPr>
          <p:cNvPr id="698" name="Google Shape;698;p65"/>
          <p:cNvCxnSpPr/>
          <p:nvPr/>
        </p:nvCxnSpPr>
        <p:spPr>
          <a:xfrm rot="10800000">
            <a:off x="6917684" y="3153848"/>
            <a:ext cx="7107" cy="192383"/>
          </a:xfrm>
          <a:prstGeom prst="straightConnector1">
            <a:avLst/>
          </a:prstGeom>
          <a:noFill/>
          <a:ln cap="flat" cmpd="sng" w="12700">
            <a:solidFill>
              <a:schemeClr val="accent1"/>
            </a:solidFill>
            <a:prstDash val="solid"/>
            <a:miter lim="800000"/>
            <a:headEnd len="med" w="med" type="stealth"/>
            <a:tailEnd len="sm" w="sm" type="none"/>
          </a:ln>
        </p:spPr>
      </p:cxnSp>
      <p:sp>
        <p:nvSpPr>
          <p:cNvPr id="699" name="Google Shape;699;p65"/>
          <p:cNvSpPr txBox="1"/>
          <p:nvPr/>
        </p:nvSpPr>
        <p:spPr>
          <a:xfrm>
            <a:off x="6313514" y="1852877"/>
            <a:ext cx="11580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100">
                <a:solidFill>
                  <a:schemeClr val="dk1"/>
                </a:solidFill>
                <a:latin typeface="Arial"/>
                <a:ea typeface="Arial"/>
                <a:cs typeface="Arial"/>
                <a:sym typeface="Arial"/>
              </a:rPr>
              <a:t>Iniciar detección</a:t>
            </a:r>
            <a:endParaRPr sz="1000"/>
          </a:p>
        </p:txBody>
      </p:sp>
      <p:sp>
        <p:nvSpPr>
          <p:cNvPr id="700" name="Google Shape;700;p65"/>
          <p:cNvSpPr txBox="1"/>
          <p:nvPr/>
        </p:nvSpPr>
        <p:spPr>
          <a:xfrm>
            <a:off x="5755053" y="3241542"/>
            <a:ext cx="10353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900">
                <a:solidFill>
                  <a:schemeClr val="dk1"/>
                </a:solidFill>
                <a:latin typeface="Arial"/>
                <a:ea typeface="Arial"/>
                <a:cs typeface="Arial"/>
                <a:sym typeface="Arial"/>
              </a:rPr>
              <a:t>Supervisar SQS</a:t>
            </a:r>
            <a:endParaRPr sz="900">
              <a:solidFill>
                <a:schemeClr val="dk1"/>
              </a:solidFill>
              <a:latin typeface="Arial"/>
              <a:ea typeface="Arial"/>
              <a:cs typeface="Arial"/>
              <a:sym typeface="Arial"/>
            </a:endParaRPr>
          </a:p>
        </p:txBody>
      </p:sp>
      <p:cxnSp>
        <p:nvCxnSpPr>
          <p:cNvPr id="701" name="Google Shape;701;p65"/>
          <p:cNvCxnSpPr>
            <a:stCxn id="702" idx="3"/>
            <a:endCxn id="703" idx="1"/>
          </p:cNvCxnSpPr>
          <p:nvPr/>
        </p:nvCxnSpPr>
        <p:spPr>
          <a:xfrm flipH="1" rot="10800000">
            <a:off x="5795291" y="3468503"/>
            <a:ext cx="943200" cy="6300"/>
          </a:xfrm>
          <a:prstGeom prst="straightConnector1">
            <a:avLst/>
          </a:prstGeom>
          <a:noFill/>
          <a:ln cap="flat" cmpd="sng" w="12700">
            <a:solidFill>
              <a:schemeClr val="accent1"/>
            </a:solidFill>
            <a:prstDash val="solid"/>
            <a:miter lim="800000"/>
            <a:headEnd len="med" w="med" type="stealth"/>
            <a:tailEnd len="sm" w="sm" type="none"/>
          </a:ln>
        </p:spPr>
      </p:cxnSp>
      <p:grpSp>
        <p:nvGrpSpPr>
          <p:cNvPr descr="Video analysis workflow." id="704" name="Google Shape;704;p65"/>
          <p:cNvGrpSpPr/>
          <p:nvPr/>
        </p:nvGrpSpPr>
        <p:grpSpPr>
          <a:xfrm>
            <a:off x="4747445" y="1121706"/>
            <a:ext cx="4178482" cy="3280121"/>
            <a:chOff x="6329926" y="1495608"/>
            <a:chExt cx="5571309" cy="4373494"/>
          </a:xfrm>
        </p:grpSpPr>
        <p:grpSp>
          <p:nvGrpSpPr>
            <p:cNvPr id="705" name="Google Shape;705;p65"/>
            <p:cNvGrpSpPr/>
            <p:nvPr/>
          </p:nvGrpSpPr>
          <p:grpSpPr>
            <a:xfrm>
              <a:off x="9599331" y="3268415"/>
              <a:ext cx="2301904" cy="1415882"/>
              <a:chOff x="1383747" y="3945583"/>
              <a:chExt cx="2301904" cy="1415882"/>
            </a:xfrm>
          </p:grpSpPr>
          <p:sp>
            <p:nvSpPr>
              <p:cNvPr id="706" name="Google Shape;706;p65"/>
              <p:cNvSpPr txBox="1"/>
              <p:nvPr/>
            </p:nvSpPr>
            <p:spPr>
              <a:xfrm>
                <a:off x="1383747" y="4653579"/>
                <a:ext cx="2301904" cy="707886"/>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500">
                    <a:solidFill>
                      <a:schemeClr val="dk1"/>
                    </a:solidFill>
                    <a:latin typeface="Arial"/>
                    <a:ea typeface="Arial"/>
                    <a:cs typeface="Arial"/>
                    <a:sym typeface="Arial"/>
                  </a:rPr>
                  <a:t>Amazon Rekognition</a:t>
                </a:r>
                <a:endParaRPr sz="1100"/>
              </a:p>
            </p:txBody>
          </p:sp>
          <p:pic>
            <p:nvPicPr>
              <p:cNvPr id="697" name="Google Shape;697;p65"/>
              <p:cNvPicPr preferRelativeResize="0"/>
              <p:nvPr/>
            </p:nvPicPr>
            <p:blipFill rotWithShape="1">
              <a:blip r:embed="rId3">
                <a:alphaModFix/>
              </a:blip>
              <a:srcRect b="0" l="0" r="0" t="0"/>
              <a:stretch/>
            </p:blipFill>
            <p:spPr>
              <a:xfrm>
                <a:off x="2179099" y="3945583"/>
                <a:ext cx="711200" cy="711200"/>
              </a:xfrm>
              <a:prstGeom prst="rect">
                <a:avLst/>
              </a:prstGeom>
              <a:noFill/>
              <a:ln>
                <a:noFill/>
              </a:ln>
            </p:spPr>
          </p:pic>
        </p:grpSp>
        <p:grpSp>
          <p:nvGrpSpPr>
            <p:cNvPr id="707" name="Google Shape;707;p65"/>
            <p:cNvGrpSpPr/>
            <p:nvPr/>
          </p:nvGrpSpPr>
          <p:grpSpPr>
            <a:xfrm>
              <a:off x="8275030" y="3383625"/>
              <a:ext cx="1897098" cy="868803"/>
              <a:chOff x="1885088" y="5378998"/>
              <a:chExt cx="1897098" cy="868803"/>
            </a:xfrm>
          </p:grpSpPr>
          <p:sp>
            <p:nvSpPr>
              <p:cNvPr id="708" name="Google Shape;708;p65"/>
              <p:cNvSpPr txBox="1"/>
              <p:nvPr/>
            </p:nvSpPr>
            <p:spPr>
              <a:xfrm>
                <a:off x="1885088" y="5847691"/>
                <a:ext cx="1897098" cy="4001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500">
                    <a:solidFill>
                      <a:schemeClr val="dk1"/>
                    </a:solidFill>
                    <a:latin typeface="Arial"/>
                    <a:ea typeface="Arial"/>
                    <a:cs typeface="Arial"/>
                    <a:sym typeface="Arial"/>
                  </a:rPr>
                  <a:t>Tema</a:t>
                </a:r>
                <a:endParaRPr sz="1100"/>
              </a:p>
            </p:txBody>
          </p:sp>
          <p:pic>
            <p:nvPicPr>
              <p:cNvPr id="696" name="Google Shape;696;p65"/>
              <p:cNvPicPr preferRelativeResize="0"/>
              <p:nvPr/>
            </p:nvPicPr>
            <p:blipFill rotWithShape="1">
              <a:blip r:embed="rId4">
                <a:alphaModFix/>
              </a:blip>
              <a:srcRect b="0" l="0" r="0" t="0"/>
              <a:stretch/>
            </p:blipFill>
            <p:spPr>
              <a:xfrm>
                <a:off x="2598687" y="5378998"/>
                <a:ext cx="469900" cy="469900"/>
              </a:xfrm>
              <a:prstGeom prst="rect">
                <a:avLst/>
              </a:prstGeom>
              <a:noFill/>
              <a:ln>
                <a:noFill/>
              </a:ln>
            </p:spPr>
          </p:pic>
        </p:grpSp>
        <p:pic>
          <p:nvPicPr>
            <p:cNvPr id="703" name="Google Shape;703;p65"/>
            <p:cNvPicPr preferRelativeResize="0"/>
            <p:nvPr/>
          </p:nvPicPr>
          <p:blipFill rotWithShape="1">
            <a:blip r:embed="rId5">
              <a:alphaModFix/>
            </a:blip>
            <a:srcRect b="0" l="0" r="0" t="0"/>
            <a:stretch/>
          </p:blipFill>
          <p:spPr>
            <a:xfrm>
              <a:off x="8984688" y="4389601"/>
              <a:ext cx="469900" cy="469900"/>
            </a:xfrm>
            <a:prstGeom prst="rect">
              <a:avLst/>
            </a:prstGeom>
            <a:noFill/>
            <a:ln>
              <a:noFill/>
            </a:ln>
          </p:spPr>
        </p:pic>
        <p:cxnSp>
          <p:nvCxnSpPr>
            <p:cNvPr id="709" name="Google Shape;709;p65"/>
            <p:cNvCxnSpPr>
              <a:stCxn id="710" idx="2"/>
              <a:endCxn id="706" idx="2"/>
            </p:cNvCxnSpPr>
            <p:nvPr/>
          </p:nvCxnSpPr>
          <p:spPr>
            <a:xfrm rot="-5400000">
              <a:off x="8820954" y="3355483"/>
              <a:ext cx="600600" cy="3258300"/>
            </a:xfrm>
            <a:prstGeom prst="bentConnector3">
              <a:avLst>
                <a:gd fmla="val -92525" name="adj1"/>
              </a:avLst>
            </a:prstGeom>
            <a:noFill/>
            <a:ln cap="flat" cmpd="sng" w="12700">
              <a:solidFill>
                <a:schemeClr val="accent1"/>
              </a:solidFill>
              <a:prstDash val="solid"/>
              <a:miter lim="800000"/>
              <a:headEnd len="med" w="med" type="stealth"/>
              <a:tailEnd len="sm" w="sm" type="none"/>
            </a:ln>
          </p:spPr>
        </p:cxnSp>
        <p:grpSp>
          <p:nvGrpSpPr>
            <p:cNvPr id="711" name="Google Shape;711;p65"/>
            <p:cNvGrpSpPr/>
            <p:nvPr/>
          </p:nvGrpSpPr>
          <p:grpSpPr>
            <a:xfrm>
              <a:off x="6329926" y="2525218"/>
              <a:ext cx="2301904" cy="870010"/>
              <a:chOff x="-457753" y="4071920"/>
              <a:chExt cx="2301904" cy="870010"/>
            </a:xfrm>
          </p:grpSpPr>
          <p:pic>
            <p:nvPicPr>
              <p:cNvPr id="712" name="Google Shape;712;p65"/>
              <p:cNvPicPr preferRelativeResize="0"/>
              <p:nvPr/>
            </p:nvPicPr>
            <p:blipFill rotWithShape="1">
              <a:blip r:embed="rId6">
                <a:alphaModFix/>
              </a:blip>
              <a:srcRect b="0" l="0" r="0" t="0"/>
              <a:stretch/>
            </p:blipFill>
            <p:spPr>
              <a:xfrm>
                <a:off x="458249" y="4071920"/>
                <a:ext cx="469900" cy="469900"/>
              </a:xfrm>
              <a:prstGeom prst="rect">
                <a:avLst/>
              </a:prstGeom>
              <a:noFill/>
              <a:ln>
                <a:noFill/>
              </a:ln>
            </p:spPr>
          </p:pic>
          <p:sp>
            <p:nvSpPr>
              <p:cNvPr id="713" name="Google Shape;713;p65"/>
              <p:cNvSpPr txBox="1"/>
              <p:nvPr/>
            </p:nvSpPr>
            <p:spPr>
              <a:xfrm>
                <a:off x="-457753" y="4541820"/>
                <a:ext cx="2301904" cy="4001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500">
                    <a:solidFill>
                      <a:schemeClr val="dk1"/>
                    </a:solidFill>
                    <a:latin typeface="Arial"/>
                    <a:ea typeface="Arial"/>
                    <a:cs typeface="Arial"/>
                    <a:sym typeface="Arial"/>
                  </a:rPr>
                  <a:t>Video existente</a:t>
                </a:r>
                <a:endParaRPr sz="1100"/>
              </a:p>
            </p:txBody>
          </p:sp>
        </p:grpSp>
        <p:grpSp>
          <p:nvGrpSpPr>
            <p:cNvPr id="714" name="Google Shape;714;p65"/>
            <p:cNvGrpSpPr/>
            <p:nvPr/>
          </p:nvGrpSpPr>
          <p:grpSpPr>
            <a:xfrm>
              <a:off x="6557334" y="1495608"/>
              <a:ext cx="1847088" cy="914400"/>
              <a:chOff x="3102969" y="5477488"/>
              <a:chExt cx="1847088" cy="914400"/>
            </a:xfrm>
          </p:grpSpPr>
          <p:grpSp>
            <p:nvGrpSpPr>
              <p:cNvPr id="715" name="Google Shape;715;p65"/>
              <p:cNvGrpSpPr/>
              <p:nvPr/>
            </p:nvGrpSpPr>
            <p:grpSpPr>
              <a:xfrm>
                <a:off x="3102969" y="5477488"/>
                <a:ext cx="1847088" cy="914400"/>
                <a:chOff x="3102969" y="5477488"/>
                <a:chExt cx="1847088" cy="914400"/>
              </a:xfrm>
            </p:grpSpPr>
            <p:sp>
              <p:nvSpPr>
                <p:cNvPr id="716" name="Google Shape;716;p65"/>
                <p:cNvSpPr/>
                <p:nvPr/>
              </p:nvSpPr>
              <p:spPr>
                <a:xfrm>
                  <a:off x="3294993" y="5477488"/>
                  <a:ext cx="1472184" cy="914400"/>
                </a:xfrm>
                <a:prstGeom prst="flowChartProcess">
                  <a:avLst/>
                </a:prstGeom>
                <a:solidFill>
                  <a:schemeClr val="l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nvGrpSpPr>
                <p:cNvPr id="717" name="Google Shape;717;p65"/>
                <p:cNvGrpSpPr/>
                <p:nvPr/>
              </p:nvGrpSpPr>
              <p:grpSpPr>
                <a:xfrm>
                  <a:off x="4767177" y="5477488"/>
                  <a:ext cx="182880" cy="914400"/>
                  <a:chOff x="5000244" y="5478471"/>
                  <a:chExt cx="182880" cy="921277"/>
                </a:xfrm>
              </p:grpSpPr>
              <p:grpSp>
                <p:nvGrpSpPr>
                  <p:cNvPr id="718" name="Google Shape;718;p65"/>
                  <p:cNvGrpSpPr/>
                  <p:nvPr/>
                </p:nvGrpSpPr>
                <p:grpSpPr>
                  <a:xfrm>
                    <a:off x="5000244" y="5478471"/>
                    <a:ext cx="182880" cy="182880"/>
                    <a:chOff x="3866869" y="5320862"/>
                    <a:chExt cx="914400" cy="914400"/>
                  </a:xfrm>
                </p:grpSpPr>
                <p:sp>
                  <p:nvSpPr>
                    <p:cNvPr id="719" name="Google Shape;719;p65"/>
                    <p:cNvSpPr/>
                    <p:nvPr/>
                  </p:nvSpPr>
                  <p:spPr>
                    <a:xfrm>
                      <a:off x="3866869" y="5320862"/>
                      <a:ext cx="914400" cy="914400"/>
                    </a:xfrm>
                    <a:prstGeom prst="rect">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20" name="Google Shape;720;p65"/>
                    <p:cNvSpPr/>
                    <p:nvPr/>
                  </p:nvSpPr>
                  <p:spPr>
                    <a:xfrm>
                      <a:off x="3958309" y="5412302"/>
                      <a:ext cx="731520" cy="731520"/>
                    </a:xfrm>
                    <a:prstGeom prst="roundRect">
                      <a:avLst>
                        <a:gd fmla="val 31214" name="adj"/>
                      </a:avLst>
                    </a:prstGeom>
                    <a:solidFill>
                      <a:schemeClr val="l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grpSp>
                <p:nvGrpSpPr>
                  <p:cNvPr id="721" name="Google Shape;721;p65"/>
                  <p:cNvGrpSpPr/>
                  <p:nvPr/>
                </p:nvGrpSpPr>
                <p:grpSpPr>
                  <a:xfrm>
                    <a:off x="5000244" y="5663070"/>
                    <a:ext cx="182880" cy="182880"/>
                    <a:chOff x="3866869" y="5320862"/>
                    <a:chExt cx="914400" cy="914400"/>
                  </a:xfrm>
                </p:grpSpPr>
                <p:sp>
                  <p:nvSpPr>
                    <p:cNvPr id="722" name="Google Shape;722;p65"/>
                    <p:cNvSpPr/>
                    <p:nvPr/>
                  </p:nvSpPr>
                  <p:spPr>
                    <a:xfrm>
                      <a:off x="3866869" y="5320862"/>
                      <a:ext cx="914400" cy="914400"/>
                    </a:xfrm>
                    <a:prstGeom prst="rect">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23" name="Google Shape;723;p65"/>
                    <p:cNvSpPr/>
                    <p:nvPr/>
                  </p:nvSpPr>
                  <p:spPr>
                    <a:xfrm>
                      <a:off x="3958309" y="5412302"/>
                      <a:ext cx="731520" cy="731520"/>
                    </a:xfrm>
                    <a:prstGeom prst="roundRect">
                      <a:avLst>
                        <a:gd fmla="val 31214" name="adj"/>
                      </a:avLst>
                    </a:prstGeom>
                    <a:solidFill>
                      <a:schemeClr val="l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grpSp>
                <p:nvGrpSpPr>
                  <p:cNvPr id="724" name="Google Shape;724;p65"/>
                  <p:cNvGrpSpPr/>
                  <p:nvPr/>
                </p:nvGrpSpPr>
                <p:grpSpPr>
                  <a:xfrm>
                    <a:off x="5000244" y="5847669"/>
                    <a:ext cx="182880" cy="182880"/>
                    <a:chOff x="3866869" y="5320862"/>
                    <a:chExt cx="914400" cy="914400"/>
                  </a:xfrm>
                </p:grpSpPr>
                <p:sp>
                  <p:nvSpPr>
                    <p:cNvPr id="725" name="Google Shape;725;p65"/>
                    <p:cNvSpPr/>
                    <p:nvPr/>
                  </p:nvSpPr>
                  <p:spPr>
                    <a:xfrm>
                      <a:off x="3866869" y="5320862"/>
                      <a:ext cx="914400" cy="914400"/>
                    </a:xfrm>
                    <a:prstGeom prst="rect">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26" name="Google Shape;726;p65"/>
                    <p:cNvSpPr/>
                    <p:nvPr/>
                  </p:nvSpPr>
                  <p:spPr>
                    <a:xfrm>
                      <a:off x="3958309" y="5412302"/>
                      <a:ext cx="731520" cy="731520"/>
                    </a:xfrm>
                    <a:prstGeom prst="roundRect">
                      <a:avLst>
                        <a:gd fmla="val 31214" name="adj"/>
                      </a:avLst>
                    </a:prstGeom>
                    <a:solidFill>
                      <a:schemeClr val="l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grpSp>
                <p:nvGrpSpPr>
                  <p:cNvPr id="727" name="Google Shape;727;p65"/>
                  <p:cNvGrpSpPr/>
                  <p:nvPr/>
                </p:nvGrpSpPr>
                <p:grpSpPr>
                  <a:xfrm>
                    <a:off x="5000244" y="6032268"/>
                    <a:ext cx="182880" cy="182880"/>
                    <a:chOff x="3866869" y="5320862"/>
                    <a:chExt cx="914400" cy="914400"/>
                  </a:xfrm>
                </p:grpSpPr>
                <p:sp>
                  <p:nvSpPr>
                    <p:cNvPr id="728" name="Google Shape;728;p65"/>
                    <p:cNvSpPr/>
                    <p:nvPr/>
                  </p:nvSpPr>
                  <p:spPr>
                    <a:xfrm>
                      <a:off x="3866869" y="5320862"/>
                      <a:ext cx="914400" cy="914400"/>
                    </a:xfrm>
                    <a:prstGeom prst="rect">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29" name="Google Shape;729;p65"/>
                    <p:cNvSpPr/>
                    <p:nvPr/>
                  </p:nvSpPr>
                  <p:spPr>
                    <a:xfrm>
                      <a:off x="3958309" y="5412302"/>
                      <a:ext cx="731520" cy="731520"/>
                    </a:xfrm>
                    <a:prstGeom prst="roundRect">
                      <a:avLst>
                        <a:gd fmla="val 31214" name="adj"/>
                      </a:avLst>
                    </a:prstGeom>
                    <a:solidFill>
                      <a:schemeClr val="l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grpSp>
                <p:nvGrpSpPr>
                  <p:cNvPr id="730" name="Google Shape;730;p65"/>
                  <p:cNvGrpSpPr/>
                  <p:nvPr/>
                </p:nvGrpSpPr>
                <p:grpSpPr>
                  <a:xfrm>
                    <a:off x="5000244" y="6216868"/>
                    <a:ext cx="182880" cy="182880"/>
                    <a:chOff x="3866869" y="5320862"/>
                    <a:chExt cx="914400" cy="914400"/>
                  </a:xfrm>
                </p:grpSpPr>
                <p:sp>
                  <p:nvSpPr>
                    <p:cNvPr id="731" name="Google Shape;731;p65"/>
                    <p:cNvSpPr/>
                    <p:nvPr/>
                  </p:nvSpPr>
                  <p:spPr>
                    <a:xfrm>
                      <a:off x="3866869" y="5320862"/>
                      <a:ext cx="914400" cy="914400"/>
                    </a:xfrm>
                    <a:prstGeom prst="rect">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32" name="Google Shape;732;p65"/>
                    <p:cNvSpPr/>
                    <p:nvPr/>
                  </p:nvSpPr>
                  <p:spPr>
                    <a:xfrm>
                      <a:off x="3958309" y="5412302"/>
                      <a:ext cx="731520" cy="731520"/>
                    </a:xfrm>
                    <a:prstGeom prst="roundRect">
                      <a:avLst>
                        <a:gd fmla="val 31214" name="adj"/>
                      </a:avLst>
                    </a:prstGeom>
                    <a:solidFill>
                      <a:schemeClr val="l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grpSp>
            <p:grpSp>
              <p:nvGrpSpPr>
                <p:cNvPr id="733" name="Google Shape;733;p65"/>
                <p:cNvGrpSpPr/>
                <p:nvPr/>
              </p:nvGrpSpPr>
              <p:grpSpPr>
                <a:xfrm>
                  <a:off x="3102969" y="5477488"/>
                  <a:ext cx="182880" cy="914400"/>
                  <a:chOff x="5000244" y="5478471"/>
                  <a:chExt cx="182880" cy="921277"/>
                </a:xfrm>
              </p:grpSpPr>
              <p:grpSp>
                <p:nvGrpSpPr>
                  <p:cNvPr id="734" name="Google Shape;734;p65"/>
                  <p:cNvGrpSpPr/>
                  <p:nvPr/>
                </p:nvGrpSpPr>
                <p:grpSpPr>
                  <a:xfrm>
                    <a:off x="5000244" y="5478471"/>
                    <a:ext cx="182880" cy="182880"/>
                    <a:chOff x="3866869" y="5320862"/>
                    <a:chExt cx="914400" cy="914400"/>
                  </a:xfrm>
                </p:grpSpPr>
                <p:sp>
                  <p:nvSpPr>
                    <p:cNvPr id="735" name="Google Shape;735;p65"/>
                    <p:cNvSpPr/>
                    <p:nvPr/>
                  </p:nvSpPr>
                  <p:spPr>
                    <a:xfrm>
                      <a:off x="3866869" y="5320862"/>
                      <a:ext cx="914400" cy="914400"/>
                    </a:xfrm>
                    <a:prstGeom prst="rect">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36" name="Google Shape;736;p65"/>
                    <p:cNvSpPr/>
                    <p:nvPr/>
                  </p:nvSpPr>
                  <p:spPr>
                    <a:xfrm>
                      <a:off x="3958309" y="5412302"/>
                      <a:ext cx="731520" cy="731520"/>
                    </a:xfrm>
                    <a:prstGeom prst="roundRect">
                      <a:avLst>
                        <a:gd fmla="val 31214" name="adj"/>
                      </a:avLst>
                    </a:prstGeom>
                    <a:solidFill>
                      <a:schemeClr val="l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grpSp>
                <p:nvGrpSpPr>
                  <p:cNvPr id="737" name="Google Shape;737;p65"/>
                  <p:cNvGrpSpPr/>
                  <p:nvPr/>
                </p:nvGrpSpPr>
                <p:grpSpPr>
                  <a:xfrm>
                    <a:off x="5000244" y="5663070"/>
                    <a:ext cx="182880" cy="182880"/>
                    <a:chOff x="3866869" y="5320862"/>
                    <a:chExt cx="914400" cy="914400"/>
                  </a:xfrm>
                </p:grpSpPr>
                <p:sp>
                  <p:nvSpPr>
                    <p:cNvPr id="738" name="Google Shape;738;p65"/>
                    <p:cNvSpPr/>
                    <p:nvPr/>
                  </p:nvSpPr>
                  <p:spPr>
                    <a:xfrm>
                      <a:off x="3866869" y="5320862"/>
                      <a:ext cx="914400" cy="914400"/>
                    </a:xfrm>
                    <a:prstGeom prst="rect">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39" name="Google Shape;739;p65"/>
                    <p:cNvSpPr/>
                    <p:nvPr/>
                  </p:nvSpPr>
                  <p:spPr>
                    <a:xfrm>
                      <a:off x="3958309" y="5412302"/>
                      <a:ext cx="731520" cy="731520"/>
                    </a:xfrm>
                    <a:prstGeom prst="roundRect">
                      <a:avLst>
                        <a:gd fmla="val 31214" name="adj"/>
                      </a:avLst>
                    </a:prstGeom>
                    <a:solidFill>
                      <a:schemeClr val="l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grpSp>
                <p:nvGrpSpPr>
                  <p:cNvPr id="740" name="Google Shape;740;p65"/>
                  <p:cNvGrpSpPr/>
                  <p:nvPr/>
                </p:nvGrpSpPr>
                <p:grpSpPr>
                  <a:xfrm>
                    <a:off x="5000244" y="5847669"/>
                    <a:ext cx="182880" cy="182880"/>
                    <a:chOff x="3866869" y="5320862"/>
                    <a:chExt cx="914400" cy="914400"/>
                  </a:xfrm>
                </p:grpSpPr>
                <p:sp>
                  <p:nvSpPr>
                    <p:cNvPr id="741" name="Google Shape;741;p65"/>
                    <p:cNvSpPr/>
                    <p:nvPr/>
                  </p:nvSpPr>
                  <p:spPr>
                    <a:xfrm>
                      <a:off x="3866869" y="5320862"/>
                      <a:ext cx="914400" cy="914400"/>
                    </a:xfrm>
                    <a:prstGeom prst="rect">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42" name="Google Shape;742;p65"/>
                    <p:cNvSpPr/>
                    <p:nvPr/>
                  </p:nvSpPr>
                  <p:spPr>
                    <a:xfrm>
                      <a:off x="3958309" y="5412302"/>
                      <a:ext cx="731520" cy="731520"/>
                    </a:xfrm>
                    <a:prstGeom prst="roundRect">
                      <a:avLst>
                        <a:gd fmla="val 31214" name="adj"/>
                      </a:avLst>
                    </a:prstGeom>
                    <a:solidFill>
                      <a:schemeClr val="l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grpSp>
                <p:nvGrpSpPr>
                  <p:cNvPr id="743" name="Google Shape;743;p65"/>
                  <p:cNvGrpSpPr/>
                  <p:nvPr/>
                </p:nvGrpSpPr>
                <p:grpSpPr>
                  <a:xfrm>
                    <a:off x="5000244" y="6032268"/>
                    <a:ext cx="182880" cy="182880"/>
                    <a:chOff x="3866869" y="5320862"/>
                    <a:chExt cx="914400" cy="914400"/>
                  </a:xfrm>
                </p:grpSpPr>
                <p:sp>
                  <p:nvSpPr>
                    <p:cNvPr id="744" name="Google Shape;744;p65"/>
                    <p:cNvSpPr/>
                    <p:nvPr/>
                  </p:nvSpPr>
                  <p:spPr>
                    <a:xfrm>
                      <a:off x="3866869" y="5320862"/>
                      <a:ext cx="914400" cy="914400"/>
                    </a:xfrm>
                    <a:prstGeom prst="rect">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45" name="Google Shape;745;p65"/>
                    <p:cNvSpPr/>
                    <p:nvPr/>
                  </p:nvSpPr>
                  <p:spPr>
                    <a:xfrm>
                      <a:off x="3958309" y="5412302"/>
                      <a:ext cx="731520" cy="731520"/>
                    </a:xfrm>
                    <a:prstGeom prst="roundRect">
                      <a:avLst>
                        <a:gd fmla="val 31214" name="adj"/>
                      </a:avLst>
                    </a:prstGeom>
                    <a:solidFill>
                      <a:schemeClr val="l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grpSp>
                <p:nvGrpSpPr>
                  <p:cNvPr id="746" name="Google Shape;746;p65"/>
                  <p:cNvGrpSpPr/>
                  <p:nvPr/>
                </p:nvGrpSpPr>
                <p:grpSpPr>
                  <a:xfrm>
                    <a:off x="5000244" y="6216868"/>
                    <a:ext cx="182880" cy="182880"/>
                    <a:chOff x="3866869" y="5320862"/>
                    <a:chExt cx="914400" cy="914400"/>
                  </a:xfrm>
                </p:grpSpPr>
                <p:sp>
                  <p:nvSpPr>
                    <p:cNvPr id="747" name="Google Shape;747;p65"/>
                    <p:cNvSpPr/>
                    <p:nvPr/>
                  </p:nvSpPr>
                  <p:spPr>
                    <a:xfrm>
                      <a:off x="3866869" y="5320862"/>
                      <a:ext cx="914400" cy="914400"/>
                    </a:xfrm>
                    <a:prstGeom prst="rect">
                      <a:avLst/>
                    </a:prstGeom>
                    <a:solidFill>
                      <a:schemeClr val="accen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48" name="Google Shape;748;p65"/>
                    <p:cNvSpPr/>
                    <p:nvPr/>
                  </p:nvSpPr>
                  <p:spPr>
                    <a:xfrm>
                      <a:off x="3958309" y="5412302"/>
                      <a:ext cx="731520" cy="731520"/>
                    </a:xfrm>
                    <a:prstGeom prst="roundRect">
                      <a:avLst>
                        <a:gd fmla="val 31214" name="adj"/>
                      </a:avLst>
                    </a:prstGeom>
                    <a:solidFill>
                      <a:schemeClr val="lt1"/>
                    </a:solidFill>
                    <a:ln cap="flat" cmpd="sng" w="12700">
                      <a:solidFill>
                        <a:srgbClr val="1922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grpSp>
          </p:grpSp>
          <p:sp>
            <p:nvSpPr>
              <p:cNvPr id="749" name="Google Shape;749;p65"/>
              <p:cNvSpPr txBox="1"/>
              <p:nvPr/>
            </p:nvSpPr>
            <p:spPr>
              <a:xfrm>
                <a:off x="3293780" y="5519190"/>
                <a:ext cx="1465500" cy="769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100">
                    <a:solidFill>
                      <a:schemeClr val="dk1"/>
                    </a:solidFill>
                    <a:latin typeface="Arial"/>
                    <a:ea typeface="Arial"/>
                    <a:cs typeface="Arial"/>
                    <a:sym typeface="Arial"/>
                  </a:rPr>
                  <a:t>H.264</a:t>
                </a:r>
                <a:endParaRPr sz="1000"/>
              </a:p>
              <a:p>
                <a:pPr indent="0" lvl="0" marL="0" marR="0" rtl="0" algn="l">
                  <a:spcBef>
                    <a:spcPts val="0"/>
                  </a:spcBef>
                  <a:spcAft>
                    <a:spcPts val="0"/>
                  </a:spcAft>
                  <a:buNone/>
                </a:pPr>
                <a:r>
                  <a:rPr lang="es-419" sz="1100">
                    <a:solidFill>
                      <a:schemeClr val="dk1"/>
                    </a:solidFill>
                    <a:latin typeface="Arial"/>
                    <a:ea typeface="Arial"/>
                    <a:cs typeface="Arial"/>
                    <a:sym typeface="Arial"/>
                  </a:rPr>
                  <a:t>MOV/MPEG-4</a:t>
                </a:r>
                <a:endParaRPr sz="1000"/>
              </a:p>
              <a:p>
                <a:pPr indent="0" lvl="0" marL="0" marR="0" rtl="0" algn="l">
                  <a:spcBef>
                    <a:spcPts val="0"/>
                  </a:spcBef>
                  <a:spcAft>
                    <a:spcPts val="0"/>
                  </a:spcAft>
                  <a:buNone/>
                </a:pPr>
                <a:r>
                  <a:rPr lang="es-419" sz="1100">
                    <a:solidFill>
                      <a:schemeClr val="dk1"/>
                    </a:solidFill>
                    <a:latin typeface="Arial"/>
                    <a:ea typeface="Arial"/>
                    <a:cs typeface="Arial"/>
                    <a:sym typeface="Arial"/>
                  </a:rPr>
                  <a:t>Máx. 10 GB</a:t>
                </a:r>
                <a:endParaRPr sz="1000"/>
              </a:p>
            </p:txBody>
          </p:sp>
        </p:grpSp>
        <p:grpSp>
          <p:nvGrpSpPr>
            <p:cNvPr id="750" name="Google Shape;750;p65"/>
            <p:cNvGrpSpPr/>
            <p:nvPr/>
          </p:nvGrpSpPr>
          <p:grpSpPr>
            <a:xfrm>
              <a:off x="6955729" y="4398120"/>
              <a:ext cx="1072750" cy="886813"/>
              <a:chOff x="6980526" y="5110874"/>
              <a:chExt cx="1072750" cy="886813"/>
            </a:xfrm>
          </p:grpSpPr>
          <p:pic>
            <p:nvPicPr>
              <p:cNvPr descr="Stored videos workflow." id="702" name="Google Shape;702;p65"/>
              <p:cNvPicPr preferRelativeResize="0"/>
              <p:nvPr/>
            </p:nvPicPr>
            <p:blipFill rotWithShape="1">
              <a:blip r:embed="rId7">
                <a:alphaModFix/>
              </a:blip>
              <a:srcRect b="0" l="0" r="0" t="0"/>
              <a:stretch/>
            </p:blipFill>
            <p:spPr>
              <a:xfrm>
                <a:off x="7281951" y="5110874"/>
                <a:ext cx="469900" cy="469900"/>
              </a:xfrm>
              <a:prstGeom prst="rect">
                <a:avLst/>
              </a:prstGeom>
              <a:noFill/>
              <a:ln>
                <a:noFill/>
              </a:ln>
            </p:spPr>
          </p:pic>
          <p:sp>
            <p:nvSpPr>
              <p:cNvPr id="710" name="Google Shape;710;p65"/>
              <p:cNvSpPr txBox="1"/>
              <p:nvPr/>
            </p:nvSpPr>
            <p:spPr>
              <a:xfrm>
                <a:off x="6980526" y="5597577"/>
                <a:ext cx="1072750" cy="4001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500">
                    <a:solidFill>
                      <a:srgbClr val="232F3E"/>
                    </a:solidFill>
                    <a:latin typeface="Arial"/>
                    <a:ea typeface="Arial"/>
                    <a:cs typeface="Arial"/>
                    <a:sym typeface="Arial"/>
                  </a:rPr>
                  <a:t>Cliente</a:t>
                </a:r>
                <a:endParaRPr sz="1100"/>
              </a:p>
            </p:txBody>
          </p:sp>
        </p:grpSp>
        <p:sp>
          <p:nvSpPr>
            <p:cNvPr id="751" name="Google Shape;751;p65"/>
            <p:cNvSpPr txBox="1"/>
            <p:nvPr/>
          </p:nvSpPr>
          <p:spPr>
            <a:xfrm>
              <a:off x="7555877" y="5551102"/>
              <a:ext cx="3113400" cy="318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100">
                  <a:solidFill>
                    <a:schemeClr val="dk1"/>
                  </a:solidFill>
                  <a:latin typeface="Arial"/>
                  <a:ea typeface="Arial"/>
                  <a:cs typeface="Arial"/>
                  <a:sym typeface="Arial"/>
                </a:rPr>
                <a:t>Obtener resultados de detección</a:t>
              </a:r>
              <a:endParaRPr sz="1000"/>
            </a:p>
          </p:txBody>
        </p:sp>
        <p:cxnSp>
          <p:nvCxnSpPr>
            <p:cNvPr id="752" name="Google Shape;752;p65"/>
            <p:cNvCxnSpPr>
              <a:stCxn id="712" idx="3"/>
              <a:endCxn id="697" idx="0"/>
            </p:cNvCxnSpPr>
            <p:nvPr/>
          </p:nvCxnSpPr>
          <p:spPr>
            <a:xfrm>
              <a:off x="7715828" y="2760168"/>
              <a:ext cx="3034500" cy="508200"/>
            </a:xfrm>
            <a:prstGeom prst="bentConnector2">
              <a:avLst/>
            </a:prstGeom>
            <a:noFill/>
            <a:ln cap="flat" cmpd="sng" w="12700">
              <a:solidFill>
                <a:schemeClr val="accent1"/>
              </a:solidFill>
              <a:prstDash val="solid"/>
              <a:miter lim="800000"/>
              <a:headEnd len="med" w="med" type="stealth"/>
              <a:tailEnd len="sm" w="sm" type="none"/>
            </a:ln>
          </p:spPr>
        </p:cxnSp>
        <p:cxnSp>
          <p:nvCxnSpPr>
            <p:cNvPr id="753" name="Google Shape;753;p65"/>
            <p:cNvCxnSpPr>
              <a:stCxn id="713" idx="2"/>
              <a:endCxn id="702" idx="0"/>
            </p:cNvCxnSpPr>
            <p:nvPr/>
          </p:nvCxnSpPr>
          <p:spPr>
            <a:xfrm>
              <a:off x="7480878" y="3395228"/>
              <a:ext cx="11100" cy="1002900"/>
            </a:xfrm>
            <a:prstGeom prst="straightConnector1">
              <a:avLst/>
            </a:prstGeom>
            <a:noFill/>
            <a:ln cap="flat" cmpd="sng" w="12700">
              <a:solidFill>
                <a:schemeClr val="accent1"/>
              </a:solidFill>
              <a:prstDash val="solid"/>
              <a:miter lim="800000"/>
              <a:headEnd len="med" w="med" type="stealth"/>
              <a:tailEnd len="sm" w="sm" type="none"/>
            </a:ln>
          </p:spPr>
        </p:cxn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66"/>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Trabajo con videos en streaming</a:t>
            </a:r>
            <a:endParaRPr/>
          </a:p>
        </p:txBody>
      </p:sp>
      <p:sp>
        <p:nvSpPr>
          <p:cNvPr id="759" name="Google Shape;759;p66"/>
          <p:cNvSpPr txBox="1"/>
          <p:nvPr>
            <p:ph idx="1" type="body"/>
          </p:nvPr>
        </p:nvSpPr>
        <p:spPr>
          <a:xfrm>
            <a:off x="314324" y="1146131"/>
            <a:ext cx="4436578" cy="3486591"/>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2100"/>
              <a:buNone/>
            </a:pPr>
            <a:r>
              <a:rPr lang="es-419"/>
              <a:t>Proceso de solicitud:</a:t>
            </a:r>
            <a:endParaRPr/>
          </a:p>
          <a:p>
            <a:pPr indent="-342900" lvl="1" marL="685800" rtl="0" algn="l">
              <a:lnSpc>
                <a:spcPct val="90000"/>
              </a:lnSpc>
              <a:spcBef>
                <a:spcPts val="400"/>
              </a:spcBef>
              <a:spcAft>
                <a:spcPts val="0"/>
              </a:spcAft>
              <a:buClr>
                <a:schemeClr val="dk1"/>
              </a:buClr>
              <a:buSzPts val="1800"/>
              <a:buFont typeface="Arial"/>
              <a:buAutoNum type="arabicPeriod"/>
            </a:pPr>
            <a:r>
              <a:rPr lang="es-419"/>
              <a:t>Transmitir el video a </a:t>
            </a:r>
            <a:br>
              <a:rPr lang="es-419"/>
            </a:br>
            <a:r>
              <a:rPr lang="es-419"/>
              <a:t>Amazon Kinesis Video Streams</a:t>
            </a:r>
            <a:endParaRPr/>
          </a:p>
          <a:p>
            <a:pPr indent="-342900" lvl="1" marL="685800" rtl="0" algn="l">
              <a:lnSpc>
                <a:spcPct val="90000"/>
              </a:lnSpc>
              <a:spcBef>
                <a:spcPts val="400"/>
              </a:spcBef>
              <a:spcAft>
                <a:spcPts val="0"/>
              </a:spcAft>
              <a:buClr>
                <a:schemeClr val="dk1"/>
              </a:buClr>
              <a:buSzPts val="1800"/>
              <a:buFont typeface="Arial"/>
              <a:buAutoNum type="arabicPeriod"/>
            </a:pPr>
            <a:r>
              <a:rPr lang="es-419"/>
              <a:t>Conectar el procesador </a:t>
            </a:r>
            <a:br>
              <a:rPr lang="es-419"/>
            </a:br>
            <a:r>
              <a:rPr lang="es-419"/>
              <a:t>de transmisión de Amazon Rekognition Video</a:t>
            </a:r>
            <a:endParaRPr/>
          </a:p>
          <a:p>
            <a:pPr indent="-342900" lvl="1" marL="685800" rtl="0" algn="l">
              <a:lnSpc>
                <a:spcPct val="90000"/>
              </a:lnSpc>
              <a:spcBef>
                <a:spcPts val="400"/>
              </a:spcBef>
              <a:spcAft>
                <a:spcPts val="0"/>
              </a:spcAft>
              <a:buClr>
                <a:schemeClr val="dk1"/>
              </a:buClr>
              <a:buSzPts val="1800"/>
              <a:buFont typeface="Arial"/>
              <a:buAutoNum type="arabicPeriod"/>
            </a:pPr>
            <a:r>
              <a:rPr lang="es-419"/>
              <a:t>Leer el análisis del flujo de datos </a:t>
            </a:r>
            <a:br>
              <a:rPr lang="es-419"/>
            </a:br>
            <a:r>
              <a:rPr lang="es-419"/>
              <a:t>de Amazon Kinesis</a:t>
            </a:r>
            <a:endParaRPr/>
          </a:p>
        </p:txBody>
      </p:sp>
      <p:grpSp>
        <p:nvGrpSpPr>
          <p:cNvPr descr="Streaming video workflow." id="760" name="Google Shape;760;p66"/>
          <p:cNvGrpSpPr/>
          <p:nvPr/>
        </p:nvGrpSpPr>
        <p:grpSpPr>
          <a:xfrm>
            <a:off x="5218327" y="1418385"/>
            <a:ext cx="3831595" cy="3028792"/>
            <a:chOff x="6957769" y="1891180"/>
            <a:chExt cx="5108794" cy="4038389"/>
          </a:xfrm>
        </p:grpSpPr>
        <p:grpSp>
          <p:nvGrpSpPr>
            <p:cNvPr id="761" name="Google Shape;761;p66"/>
            <p:cNvGrpSpPr/>
            <p:nvPr/>
          </p:nvGrpSpPr>
          <p:grpSpPr>
            <a:xfrm>
              <a:off x="9764659" y="3270594"/>
              <a:ext cx="2301904" cy="1056429"/>
              <a:chOff x="6358033" y="2492313"/>
              <a:chExt cx="2301904" cy="1056429"/>
            </a:xfrm>
          </p:grpSpPr>
          <p:sp>
            <p:nvSpPr>
              <p:cNvPr id="762" name="Google Shape;762;p66"/>
              <p:cNvSpPr txBox="1"/>
              <p:nvPr/>
            </p:nvSpPr>
            <p:spPr>
              <a:xfrm>
                <a:off x="6358033" y="3210188"/>
                <a:ext cx="2301904"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Arial"/>
                    <a:ea typeface="Arial"/>
                    <a:cs typeface="Arial"/>
                    <a:sym typeface="Arial"/>
                  </a:rPr>
                  <a:t>Amazon Rekognition</a:t>
                </a:r>
                <a:endParaRPr sz="1100"/>
              </a:p>
            </p:txBody>
          </p:sp>
          <p:pic>
            <p:nvPicPr>
              <p:cNvPr id="763" name="Google Shape;763;p66"/>
              <p:cNvPicPr preferRelativeResize="0"/>
              <p:nvPr/>
            </p:nvPicPr>
            <p:blipFill rotWithShape="1">
              <a:blip r:embed="rId3">
                <a:alphaModFix/>
              </a:blip>
              <a:srcRect b="0" l="0" r="0" t="0"/>
              <a:stretch/>
            </p:blipFill>
            <p:spPr>
              <a:xfrm>
                <a:off x="7153385" y="2492313"/>
                <a:ext cx="711200" cy="711200"/>
              </a:xfrm>
              <a:prstGeom prst="rect">
                <a:avLst/>
              </a:prstGeom>
              <a:noFill/>
              <a:ln>
                <a:noFill/>
              </a:ln>
            </p:spPr>
          </p:pic>
        </p:grpSp>
        <p:grpSp>
          <p:nvGrpSpPr>
            <p:cNvPr id="764" name="Google Shape;764;p66"/>
            <p:cNvGrpSpPr/>
            <p:nvPr/>
          </p:nvGrpSpPr>
          <p:grpSpPr>
            <a:xfrm>
              <a:off x="8334579" y="1891180"/>
              <a:ext cx="1952422" cy="1306817"/>
              <a:chOff x="1013657" y="2400650"/>
              <a:chExt cx="1952422" cy="1306817"/>
            </a:xfrm>
          </p:grpSpPr>
          <p:sp>
            <p:nvSpPr>
              <p:cNvPr id="765" name="Google Shape;765;p66"/>
              <p:cNvSpPr txBox="1"/>
              <p:nvPr/>
            </p:nvSpPr>
            <p:spPr>
              <a:xfrm>
                <a:off x="1013657" y="3122692"/>
                <a:ext cx="1952422" cy="58477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Arial"/>
                    <a:ea typeface="Arial"/>
                    <a:cs typeface="Arial"/>
                    <a:sym typeface="Arial"/>
                  </a:rPr>
                  <a:t>Amazon Kinesis Video Streams</a:t>
                </a:r>
                <a:endParaRPr sz="1100"/>
              </a:p>
            </p:txBody>
          </p:sp>
          <p:pic>
            <p:nvPicPr>
              <p:cNvPr id="766" name="Google Shape;766;p66"/>
              <p:cNvPicPr preferRelativeResize="0"/>
              <p:nvPr/>
            </p:nvPicPr>
            <p:blipFill rotWithShape="1">
              <a:blip r:embed="rId4">
                <a:alphaModFix/>
              </a:blip>
              <a:srcRect b="0" l="0" r="0" t="0"/>
              <a:stretch/>
            </p:blipFill>
            <p:spPr>
              <a:xfrm>
                <a:off x="1634268" y="2400650"/>
                <a:ext cx="711200" cy="711200"/>
              </a:xfrm>
              <a:prstGeom prst="rect">
                <a:avLst/>
              </a:prstGeom>
              <a:noFill/>
              <a:ln>
                <a:noFill/>
              </a:ln>
            </p:spPr>
          </p:pic>
        </p:grpSp>
        <p:grpSp>
          <p:nvGrpSpPr>
            <p:cNvPr id="767" name="Google Shape;767;p66"/>
            <p:cNvGrpSpPr/>
            <p:nvPr/>
          </p:nvGrpSpPr>
          <p:grpSpPr>
            <a:xfrm>
              <a:off x="8334581" y="4591034"/>
              <a:ext cx="1952420" cy="1338535"/>
              <a:chOff x="3185845" y="3517965"/>
              <a:chExt cx="1952420" cy="1338535"/>
            </a:xfrm>
          </p:grpSpPr>
          <p:pic>
            <p:nvPicPr>
              <p:cNvPr id="768" name="Google Shape;768;p66"/>
              <p:cNvPicPr preferRelativeResize="0"/>
              <p:nvPr/>
            </p:nvPicPr>
            <p:blipFill rotWithShape="1">
              <a:blip r:embed="rId5">
                <a:alphaModFix/>
              </a:blip>
              <a:srcRect b="0" l="0" r="0" t="0"/>
              <a:stretch/>
            </p:blipFill>
            <p:spPr>
              <a:xfrm>
                <a:off x="3859562" y="3517965"/>
                <a:ext cx="711200" cy="711200"/>
              </a:xfrm>
              <a:prstGeom prst="rect">
                <a:avLst/>
              </a:prstGeom>
              <a:noFill/>
              <a:ln>
                <a:noFill/>
              </a:ln>
            </p:spPr>
          </p:pic>
          <p:sp>
            <p:nvSpPr>
              <p:cNvPr id="769" name="Google Shape;769;p66"/>
              <p:cNvSpPr txBox="1"/>
              <p:nvPr/>
            </p:nvSpPr>
            <p:spPr>
              <a:xfrm>
                <a:off x="3185845" y="4271725"/>
                <a:ext cx="1952420" cy="58477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rgbClr val="000000"/>
                    </a:solidFill>
                    <a:latin typeface="Arial"/>
                    <a:ea typeface="Arial"/>
                    <a:cs typeface="Arial"/>
                    <a:sym typeface="Arial"/>
                  </a:rPr>
                  <a:t>Amazon Kinesis Data Streams</a:t>
                </a:r>
                <a:endParaRPr sz="1200">
                  <a:solidFill>
                    <a:schemeClr val="dk1"/>
                  </a:solidFill>
                  <a:latin typeface="Arial"/>
                  <a:ea typeface="Arial"/>
                  <a:cs typeface="Arial"/>
                  <a:sym typeface="Arial"/>
                </a:endParaRPr>
              </a:p>
            </p:txBody>
          </p:sp>
        </p:grpSp>
        <p:pic>
          <p:nvPicPr>
            <p:cNvPr id="770" name="Google Shape;770;p66"/>
            <p:cNvPicPr preferRelativeResize="0"/>
            <p:nvPr/>
          </p:nvPicPr>
          <p:blipFill rotWithShape="1">
            <a:blip r:embed="rId6">
              <a:alphaModFix/>
            </a:blip>
            <a:srcRect b="0" l="0" r="0" t="0"/>
            <a:stretch/>
          </p:blipFill>
          <p:spPr>
            <a:xfrm>
              <a:off x="7045737" y="1964726"/>
              <a:ext cx="896815" cy="555047"/>
            </a:xfrm>
            <a:prstGeom prst="rect">
              <a:avLst/>
            </a:prstGeom>
            <a:noFill/>
            <a:ln>
              <a:noFill/>
            </a:ln>
          </p:spPr>
        </p:pic>
        <p:cxnSp>
          <p:nvCxnSpPr>
            <p:cNvPr id="771" name="Google Shape;771;p66"/>
            <p:cNvCxnSpPr>
              <a:stCxn id="766" idx="1"/>
              <a:endCxn id="770" idx="3"/>
            </p:cNvCxnSpPr>
            <p:nvPr/>
          </p:nvCxnSpPr>
          <p:spPr>
            <a:xfrm rot="10800000">
              <a:off x="7942690" y="2242280"/>
              <a:ext cx="1012500" cy="4500"/>
            </a:xfrm>
            <a:prstGeom prst="straightConnector1">
              <a:avLst/>
            </a:prstGeom>
            <a:noFill/>
            <a:ln cap="flat" cmpd="sng" w="12700">
              <a:solidFill>
                <a:schemeClr val="accent1"/>
              </a:solidFill>
              <a:prstDash val="solid"/>
              <a:miter lim="800000"/>
              <a:headEnd len="med" w="med" type="stealth"/>
              <a:tailEnd len="sm" w="sm" type="none"/>
            </a:ln>
          </p:spPr>
        </p:cxnSp>
        <p:grpSp>
          <p:nvGrpSpPr>
            <p:cNvPr id="772" name="Google Shape;772;p66"/>
            <p:cNvGrpSpPr/>
            <p:nvPr/>
          </p:nvGrpSpPr>
          <p:grpSpPr>
            <a:xfrm>
              <a:off x="6957769" y="4696518"/>
              <a:ext cx="1072750" cy="867030"/>
              <a:chOff x="8438398" y="2981627"/>
              <a:chExt cx="1072750" cy="867030"/>
            </a:xfrm>
          </p:grpSpPr>
          <p:pic>
            <p:nvPicPr>
              <p:cNvPr id="773" name="Google Shape;773;p66"/>
              <p:cNvPicPr preferRelativeResize="0"/>
              <p:nvPr/>
            </p:nvPicPr>
            <p:blipFill rotWithShape="1">
              <a:blip r:embed="rId7">
                <a:alphaModFix/>
              </a:blip>
              <a:srcRect b="0" l="0" r="0" t="0"/>
              <a:stretch/>
            </p:blipFill>
            <p:spPr>
              <a:xfrm>
                <a:off x="8739823" y="2981627"/>
                <a:ext cx="469900" cy="469900"/>
              </a:xfrm>
              <a:prstGeom prst="rect">
                <a:avLst/>
              </a:prstGeom>
              <a:noFill/>
              <a:ln>
                <a:noFill/>
              </a:ln>
            </p:spPr>
          </p:pic>
          <p:sp>
            <p:nvSpPr>
              <p:cNvPr id="774" name="Google Shape;774;p66"/>
              <p:cNvSpPr txBox="1"/>
              <p:nvPr/>
            </p:nvSpPr>
            <p:spPr>
              <a:xfrm>
                <a:off x="8438398" y="3510103"/>
                <a:ext cx="1072750"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rgbClr val="232F3E"/>
                    </a:solidFill>
                    <a:latin typeface="Arial"/>
                    <a:ea typeface="Arial"/>
                    <a:cs typeface="Arial"/>
                    <a:sym typeface="Arial"/>
                  </a:rPr>
                  <a:t>Cliente</a:t>
                </a:r>
                <a:endParaRPr sz="1100"/>
              </a:p>
            </p:txBody>
          </p:sp>
        </p:grpSp>
        <p:cxnSp>
          <p:nvCxnSpPr>
            <p:cNvPr id="775" name="Google Shape;775;p66"/>
            <p:cNvCxnSpPr>
              <a:stCxn id="773" idx="3"/>
              <a:endCxn id="768" idx="1"/>
            </p:cNvCxnSpPr>
            <p:nvPr/>
          </p:nvCxnSpPr>
          <p:spPr>
            <a:xfrm>
              <a:off x="7729094" y="4931468"/>
              <a:ext cx="1279200" cy="15300"/>
            </a:xfrm>
            <a:prstGeom prst="straightConnector1">
              <a:avLst/>
            </a:prstGeom>
            <a:noFill/>
            <a:ln cap="flat" cmpd="sng" w="12700">
              <a:solidFill>
                <a:schemeClr val="accent1"/>
              </a:solidFill>
              <a:prstDash val="solid"/>
              <a:miter lim="800000"/>
              <a:headEnd len="med" w="med" type="stealth"/>
              <a:tailEnd len="sm" w="sm" type="none"/>
            </a:ln>
          </p:spPr>
        </p:cxnSp>
        <p:cxnSp>
          <p:nvCxnSpPr>
            <p:cNvPr id="776" name="Google Shape;776;p66"/>
            <p:cNvCxnSpPr>
              <a:stCxn id="762" idx="2"/>
              <a:endCxn id="768" idx="3"/>
            </p:cNvCxnSpPr>
            <p:nvPr/>
          </p:nvCxnSpPr>
          <p:spPr>
            <a:xfrm rot="5400000">
              <a:off x="10007811" y="4038723"/>
              <a:ext cx="619500" cy="1196100"/>
            </a:xfrm>
            <a:prstGeom prst="bentConnector2">
              <a:avLst/>
            </a:prstGeom>
            <a:noFill/>
            <a:ln cap="flat" cmpd="sng" w="12700">
              <a:solidFill>
                <a:schemeClr val="accent1"/>
              </a:solidFill>
              <a:prstDash val="solid"/>
              <a:miter lim="800000"/>
              <a:headEnd len="sm" w="sm" type="none"/>
              <a:tailEnd len="med" w="med" type="stealth"/>
            </a:ln>
          </p:spPr>
        </p:cxnSp>
        <p:cxnSp>
          <p:nvCxnSpPr>
            <p:cNvPr id="777" name="Google Shape;777;p66"/>
            <p:cNvCxnSpPr>
              <a:stCxn id="766" idx="3"/>
              <a:endCxn id="763" idx="0"/>
            </p:cNvCxnSpPr>
            <p:nvPr/>
          </p:nvCxnSpPr>
          <p:spPr>
            <a:xfrm>
              <a:off x="9666390" y="2246780"/>
              <a:ext cx="1249200" cy="1023900"/>
            </a:xfrm>
            <a:prstGeom prst="bentConnector2">
              <a:avLst/>
            </a:prstGeom>
            <a:noFill/>
            <a:ln cap="flat" cmpd="sng" w="12700">
              <a:solidFill>
                <a:schemeClr val="accent1"/>
              </a:solidFill>
              <a:prstDash val="solid"/>
              <a:miter lim="800000"/>
              <a:headEnd len="sm" w="sm" type="none"/>
              <a:tailEnd len="med" w="med" type="stealth"/>
            </a:ln>
          </p:spPr>
        </p:cxn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67"/>
          <p:cNvSpPr txBox="1"/>
          <p:nvPr>
            <p:ph type="title"/>
          </p:nvPr>
        </p:nvSpPr>
        <p:spPr>
          <a:xfrm>
            <a:off x="314325" y="883782"/>
            <a:ext cx="3201485"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3000"/>
              <a:buFont typeface="Arial"/>
              <a:buNone/>
            </a:pPr>
            <a:r>
              <a:rPr lang="es-419">
                <a:latin typeface="Arial"/>
                <a:ea typeface="Arial"/>
                <a:cs typeface="Arial"/>
                <a:sym typeface="Arial"/>
              </a:rPr>
              <a:t>Aprendizajes clave de la Sección 2</a:t>
            </a:r>
            <a:endParaRPr/>
          </a:p>
        </p:txBody>
      </p:sp>
      <p:pic>
        <p:nvPicPr>
          <p:cNvPr id="783" name="Google Shape;783;p67"/>
          <p:cNvPicPr preferRelativeResize="0"/>
          <p:nvPr/>
        </p:nvPicPr>
        <p:blipFill rotWithShape="1">
          <a:blip r:embed="rId3">
            <a:alphaModFix/>
          </a:blip>
          <a:srcRect b="0" l="0" r="0" t="0"/>
          <a:stretch/>
        </p:blipFill>
        <p:spPr>
          <a:xfrm>
            <a:off x="447917" y="2126752"/>
            <a:ext cx="2948485" cy="2328151"/>
          </a:xfrm>
          <a:prstGeom prst="rect">
            <a:avLst/>
          </a:prstGeom>
          <a:noFill/>
          <a:ln>
            <a:noFill/>
          </a:ln>
        </p:spPr>
      </p:pic>
      <p:sp>
        <p:nvSpPr>
          <p:cNvPr id="784" name="Google Shape;784;p67"/>
          <p:cNvSpPr txBox="1"/>
          <p:nvPr>
            <p:ph idx="1" type="body"/>
          </p:nvPr>
        </p:nvSpPr>
        <p:spPr>
          <a:xfrm>
            <a:off x="4285855" y="883782"/>
            <a:ext cx="4423805" cy="3611190"/>
          </a:xfrm>
          <a:prstGeom prst="rect">
            <a:avLst/>
          </a:prstGeom>
          <a:noFill/>
          <a:ln>
            <a:noFill/>
          </a:ln>
        </p:spPr>
        <p:txBody>
          <a:bodyPr anchorCtr="0" anchor="t" bIns="34275" lIns="68575" spcFirstLastPara="1" rIns="68575" wrap="square" tIns="34275">
            <a:noAutofit/>
          </a:bodyPr>
          <a:lstStyle/>
          <a:p>
            <a:pPr indent="-177800" lvl="0" marL="177800" rtl="0" algn="l">
              <a:lnSpc>
                <a:spcPct val="90000"/>
              </a:lnSpc>
              <a:spcBef>
                <a:spcPts val="0"/>
              </a:spcBef>
              <a:spcAft>
                <a:spcPts val="0"/>
              </a:spcAft>
              <a:buClr>
                <a:schemeClr val="dk1"/>
              </a:buClr>
              <a:buSzPts val="1800"/>
              <a:buChar char="•"/>
            </a:pPr>
            <a:r>
              <a:rPr lang="es-419" sz="1800"/>
              <a:t>Puede utilizar Amazon Rekognition </a:t>
            </a:r>
            <a:br>
              <a:rPr lang="es-419" sz="1800"/>
            </a:br>
            <a:r>
              <a:rPr lang="es-419" sz="1800"/>
              <a:t>para el análisis de imágenes y video </a:t>
            </a:r>
            <a:br>
              <a:rPr lang="es-419" sz="1800"/>
            </a:br>
            <a:r>
              <a:rPr lang="es-419" sz="1800"/>
              <a:t>que utiliza tecnología probada, altamente escalable y de aprendizaje profundo que no requiere experiencia </a:t>
            </a:r>
            <a:br>
              <a:rPr lang="es-419" sz="1800"/>
            </a:br>
            <a:r>
              <a:rPr lang="es-419" sz="1800"/>
              <a:t>en aprendizaje automático</a:t>
            </a:r>
            <a:endParaRPr/>
          </a:p>
          <a:p>
            <a:pPr indent="-177800" lvl="0" marL="177800" rtl="0" algn="l">
              <a:lnSpc>
                <a:spcPct val="90000"/>
              </a:lnSpc>
              <a:spcBef>
                <a:spcPts val="800"/>
              </a:spcBef>
              <a:spcAft>
                <a:spcPts val="0"/>
              </a:spcAft>
              <a:buClr>
                <a:schemeClr val="dk1"/>
              </a:buClr>
              <a:buSzPts val="1800"/>
              <a:buChar char="•"/>
            </a:pPr>
            <a:r>
              <a:rPr lang="es-419" sz="1800"/>
              <a:t>Proporciona detección de imágenes y videos de rostros, sentimientos, texto, contenido no seguro y búsqueda en bibliotecas</a:t>
            </a:r>
            <a:endParaRPr/>
          </a:p>
          <a:p>
            <a:pPr indent="-177800" lvl="0" marL="177800" rtl="0" algn="l">
              <a:lnSpc>
                <a:spcPct val="90000"/>
              </a:lnSpc>
              <a:spcBef>
                <a:spcPts val="800"/>
              </a:spcBef>
              <a:spcAft>
                <a:spcPts val="0"/>
              </a:spcAft>
              <a:buClr>
                <a:schemeClr val="dk1"/>
              </a:buClr>
              <a:buSzPts val="1800"/>
              <a:buChar char="•"/>
            </a:pPr>
            <a:r>
              <a:rPr lang="es-419" sz="1800"/>
              <a:t>Está integrado en otros servicios de AWS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68"/>
          <p:cNvSpPr txBox="1"/>
          <p:nvPr>
            <p:ph idx="1" type="body"/>
          </p:nvPr>
        </p:nvSpPr>
        <p:spPr>
          <a:xfrm>
            <a:off x="314325" y="1915767"/>
            <a:ext cx="6935561" cy="366374"/>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rgbClr val="36C2B4"/>
              </a:buClr>
              <a:buSzPts val="1500"/>
              <a:buNone/>
            </a:pPr>
            <a:r>
              <a:rPr b="1" lang="es-419">
                <a:latin typeface="Arial"/>
                <a:ea typeface="Arial"/>
                <a:cs typeface="Arial"/>
                <a:sym typeface="Arial"/>
              </a:rPr>
              <a:t>Módulo 5: Introducción a la visión artificial</a:t>
            </a:r>
            <a:endParaRPr/>
          </a:p>
        </p:txBody>
      </p:sp>
      <p:sp>
        <p:nvSpPr>
          <p:cNvPr id="790" name="Google Shape;790;p68"/>
          <p:cNvSpPr txBox="1"/>
          <p:nvPr>
            <p:ph type="title"/>
          </p:nvPr>
        </p:nvSpPr>
        <p:spPr>
          <a:xfrm>
            <a:off x="314325" y="2393955"/>
            <a:ext cx="8515350"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sz="3000"/>
              <a:t>Sección 3: Preparación de conjuntos de datos personalizados para la visión artificial</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69"/>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Análisis de video, etiquetas, Ben </a:t>
            </a:r>
            <a:br>
              <a:rPr lang="es-419"/>
            </a:br>
            <a:r>
              <a:rPr lang="es-419"/>
              <a:t>y métrica</a:t>
            </a:r>
            <a:endParaRPr/>
          </a:p>
        </p:txBody>
      </p:sp>
      <p:sp>
        <p:nvSpPr>
          <p:cNvPr id="796" name="Google Shape;796;p69"/>
          <p:cNvSpPr txBox="1"/>
          <p:nvPr>
            <p:ph idx="1" type="body"/>
          </p:nvPr>
        </p:nvSpPr>
        <p:spPr>
          <a:xfrm>
            <a:off x="314325" y="1143000"/>
            <a:ext cx="8501605" cy="388449"/>
          </a:xfrm>
          <a:prstGeom prst="rect">
            <a:avLst/>
          </a:prstGeom>
          <a:noFill/>
          <a:ln>
            <a:noFill/>
          </a:ln>
        </p:spPr>
        <p:txBody>
          <a:bodyPr anchorCtr="0" anchor="t" bIns="34275" lIns="68575" spcFirstLastPara="1" rIns="68575" wrap="square" tIns="34275">
            <a:noAutofit/>
          </a:bodyPr>
          <a:lstStyle/>
          <a:p>
            <a:pPr indent="0" lvl="0" marL="0" rtl="0" algn="ctr">
              <a:lnSpc>
                <a:spcPct val="90000"/>
              </a:lnSpc>
              <a:spcBef>
                <a:spcPts val="0"/>
              </a:spcBef>
              <a:spcAft>
                <a:spcPts val="0"/>
              </a:spcAft>
              <a:buClr>
                <a:schemeClr val="dk1"/>
              </a:buClr>
              <a:buSzPts val="2100"/>
              <a:buNone/>
            </a:pPr>
            <a:r>
              <a:rPr lang="es-419" sz="2100">
                <a:latin typeface="Arial"/>
                <a:ea typeface="Arial"/>
                <a:cs typeface="Arial"/>
                <a:sym typeface="Arial"/>
              </a:rPr>
              <a:t>Solapa de gatos con tecnología AWS DeepLens</a:t>
            </a:r>
            <a:endParaRPr/>
          </a:p>
        </p:txBody>
      </p:sp>
      <p:pic>
        <p:nvPicPr>
          <p:cNvPr descr="AWS DeepLens Powered Cat Flap" id="797" name="Google Shape;797;p69"/>
          <p:cNvPicPr preferRelativeResize="0"/>
          <p:nvPr>
            <p:ph idx="2" type="body"/>
          </p:nvPr>
        </p:nvPicPr>
        <p:blipFill rotWithShape="1">
          <a:blip r:embed="rId3">
            <a:alphaModFix/>
          </a:blip>
          <a:srcRect b="0" l="0" r="0" t="0"/>
          <a:stretch/>
        </p:blipFill>
        <p:spPr>
          <a:xfrm>
            <a:off x="2280047" y="1795463"/>
            <a:ext cx="4569619" cy="25705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7"/>
                                        </p:tgtEl>
                                        <p:attrNameLst>
                                          <p:attrName>style.visibility</p:attrName>
                                        </p:attrNameLst>
                                      </p:cBhvr>
                                      <p:to>
                                        <p:strVal val="visible"/>
                                      </p:to>
                                    </p:set>
                                    <p:animEffect filter="fade" transition="in">
                                      <p:cBhvr>
                                        <p:cTn dur="1"/>
                                        <p:tgtEl>
                                          <p:spTgt spid="7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70"/>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Los modelos necesitan entrenamiento en el dominio</a:t>
            </a:r>
            <a:endParaRPr/>
          </a:p>
        </p:txBody>
      </p:sp>
      <p:pic>
        <p:nvPicPr>
          <p:cNvPr id="803" name="Google Shape;803;p70"/>
          <p:cNvPicPr preferRelativeResize="0"/>
          <p:nvPr/>
        </p:nvPicPr>
        <p:blipFill rotWithShape="1">
          <a:blip r:embed="rId3">
            <a:alphaModFix/>
          </a:blip>
          <a:srcRect b="0" l="0" r="0" t="0"/>
          <a:stretch/>
        </p:blipFill>
        <p:spPr>
          <a:xfrm rot="5400000">
            <a:off x="596450" y="1798535"/>
            <a:ext cx="2783785" cy="2087839"/>
          </a:xfrm>
          <a:prstGeom prst="rect">
            <a:avLst/>
          </a:prstGeom>
          <a:noFill/>
          <a:ln>
            <a:noFill/>
          </a:ln>
        </p:spPr>
      </p:pic>
      <p:graphicFrame>
        <p:nvGraphicFramePr>
          <p:cNvPr id="804" name="Google Shape;804;p70"/>
          <p:cNvGraphicFramePr/>
          <p:nvPr/>
        </p:nvGraphicFramePr>
        <p:xfrm>
          <a:off x="5291388" y="1173674"/>
          <a:ext cx="3000000" cy="3000000"/>
        </p:xfrm>
        <a:graphic>
          <a:graphicData uri="http://schemas.openxmlformats.org/drawingml/2006/table">
            <a:tbl>
              <a:tblPr bandRow="1">
                <a:noFill/>
                <a:tableStyleId>{5A6F68D7-E7E8-4AA1-9F8E-B9C1E9A7239E}</a:tableStyleId>
              </a:tblPr>
              <a:tblGrid>
                <a:gridCol w="2055225"/>
                <a:gridCol w="694350"/>
              </a:tblGrid>
              <a:tr h="278125">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Madera</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97 %</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Lienzo</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88,7 %</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Texto</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84,7 %</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Sobre</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71,7 %</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Tarjeta de felicitaciones </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70,4 %</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Correo</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70,4 %</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Madera dura</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60,6 %</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Madera contrachapada</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60,4 %</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Papel</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57,7 %</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Anuncio</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55,8 %</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Póster</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55,8 %</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Arte</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latin typeface="Arial"/>
                          <a:ea typeface="Arial"/>
                          <a:cs typeface="Arial"/>
                          <a:sym typeface="Arial"/>
                        </a:rPr>
                        <a:t>55,6 %</a:t>
                      </a:r>
                      <a:endParaRPr sz="1100"/>
                    </a:p>
                  </a:txBody>
                  <a:tcPr marT="34300" marB="34300" marR="68600" marL="68600"/>
                </a:tc>
              </a:tr>
            </a:tbl>
          </a:graphicData>
        </a:graphic>
      </p:graphicFrame>
      <p:cxnSp>
        <p:nvCxnSpPr>
          <p:cNvPr id="805" name="Google Shape;805;p70"/>
          <p:cNvCxnSpPr>
            <a:stCxn id="803" idx="0"/>
          </p:cNvCxnSpPr>
          <p:nvPr/>
        </p:nvCxnSpPr>
        <p:spPr>
          <a:xfrm>
            <a:off x="3032262" y="2842454"/>
            <a:ext cx="2259300" cy="0"/>
          </a:xfrm>
          <a:prstGeom prst="straightConnector1">
            <a:avLst/>
          </a:prstGeom>
          <a:noFill/>
          <a:ln cap="flat" cmpd="sng" w="28575">
            <a:solidFill>
              <a:schemeClr val="accent1"/>
            </a:solidFill>
            <a:prstDash val="solid"/>
            <a:miter lim="800000"/>
            <a:headEnd len="sm" w="sm" type="none"/>
            <a:tailEnd len="med" w="med" type="triangl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71"/>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Amazon Rekognition Custom Labels</a:t>
            </a:r>
            <a:endParaRPr/>
          </a:p>
        </p:txBody>
      </p:sp>
      <p:sp>
        <p:nvSpPr>
          <p:cNvPr id="811" name="Google Shape;811;p71"/>
          <p:cNvSpPr txBox="1"/>
          <p:nvPr>
            <p:ph idx="1" type="body"/>
          </p:nvPr>
        </p:nvSpPr>
        <p:spPr>
          <a:xfrm>
            <a:off x="314325" y="1146131"/>
            <a:ext cx="8515350" cy="3486591"/>
          </a:xfrm>
          <a:prstGeom prst="rect">
            <a:avLst/>
          </a:prstGeom>
          <a:noFill/>
          <a:ln>
            <a:noFill/>
          </a:ln>
        </p:spPr>
        <p:txBody>
          <a:bodyPr anchorCtr="0" anchor="t" bIns="34275" lIns="68575" spcFirstLastPara="1" rIns="68575" wrap="square" tIns="34275">
            <a:noAutofit/>
          </a:bodyPr>
          <a:lstStyle/>
          <a:p>
            <a:pPr indent="-171450" lvl="0" marL="177800" rtl="0" algn="l">
              <a:lnSpc>
                <a:spcPct val="90000"/>
              </a:lnSpc>
              <a:spcBef>
                <a:spcPts val="0"/>
              </a:spcBef>
              <a:spcAft>
                <a:spcPts val="0"/>
              </a:spcAft>
              <a:buClr>
                <a:schemeClr val="dk1"/>
              </a:buClr>
              <a:buSzPts val="2100"/>
              <a:buChar char="•"/>
            </a:pPr>
            <a:r>
              <a:rPr lang="es-419"/>
              <a:t>Utilizar para: </a:t>
            </a:r>
            <a:endParaRPr/>
          </a:p>
          <a:p>
            <a:pPr indent="-177800" lvl="1" marL="520700" rtl="0" algn="l">
              <a:lnSpc>
                <a:spcPct val="90000"/>
              </a:lnSpc>
              <a:spcBef>
                <a:spcPts val="400"/>
              </a:spcBef>
              <a:spcAft>
                <a:spcPts val="0"/>
              </a:spcAft>
              <a:buClr>
                <a:schemeClr val="dk1"/>
              </a:buClr>
              <a:buSzPts val="1800"/>
              <a:buChar char="•"/>
            </a:pPr>
            <a:r>
              <a:rPr lang="es-419"/>
              <a:t>Buscar logotipos</a:t>
            </a:r>
            <a:endParaRPr/>
          </a:p>
          <a:p>
            <a:pPr indent="-177800" lvl="1" marL="520700" rtl="0" algn="l">
              <a:lnSpc>
                <a:spcPct val="90000"/>
              </a:lnSpc>
              <a:spcBef>
                <a:spcPts val="400"/>
              </a:spcBef>
              <a:spcAft>
                <a:spcPts val="0"/>
              </a:spcAft>
              <a:buClr>
                <a:schemeClr val="dk1"/>
              </a:buClr>
              <a:buSzPts val="1800"/>
              <a:buChar char="•"/>
            </a:pPr>
            <a:r>
              <a:rPr lang="es-419"/>
              <a:t>Identificar productos</a:t>
            </a:r>
            <a:endParaRPr/>
          </a:p>
          <a:p>
            <a:pPr indent="-177800" lvl="1" marL="520700" rtl="0" algn="l">
              <a:lnSpc>
                <a:spcPct val="90000"/>
              </a:lnSpc>
              <a:spcBef>
                <a:spcPts val="400"/>
              </a:spcBef>
              <a:spcAft>
                <a:spcPts val="0"/>
              </a:spcAft>
              <a:buClr>
                <a:schemeClr val="dk1"/>
              </a:buClr>
              <a:buSzPts val="1800"/>
              <a:buChar char="•"/>
            </a:pPr>
            <a:r>
              <a:rPr lang="es-419"/>
              <a:t>Identificar piezas de la máquina</a:t>
            </a:r>
            <a:endParaRPr/>
          </a:p>
          <a:p>
            <a:pPr indent="-177800" lvl="1" marL="520700" rtl="0" algn="l">
              <a:lnSpc>
                <a:spcPct val="90000"/>
              </a:lnSpc>
              <a:spcBef>
                <a:spcPts val="400"/>
              </a:spcBef>
              <a:spcAft>
                <a:spcPts val="0"/>
              </a:spcAft>
              <a:buClr>
                <a:schemeClr val="dk1"/>
              </a:buClr>
              <a:buSzPts val="1800"/>
              <a:buChar char="•"/>
            </a:pPr>
            <a:r>
              <a:rPr lang="es-419"/>
              <a:t>Distinguir entre plantas sanas e infectadas</a:t>
            </a:r>
            <a:endParaRPr/>
          </a:p>
          <a:p>
            <a:pPr indent="-171450" lvl="0" marL="177800" rtl="0" algn="l">
              <a:lnSpc>
                <a:spcPct val="90000"/>
              </a:lnSpc>
              <a:spcBef>
                <a:spcPts val="800"/>
              </a:spcBef>
              <a:spcAft>
                <a:spcPts val="0"/>
              </a:spcAft>
              <a:buClr>
                <a:schemeClr val="dk1"/>
              </a:buClr>
              <a:buSzPts val="2100"/>
              <a:buChar char="•"/>
            </a:pPr>
            <a:r>
              <a:rPr lang="es-419"/>
              <a:t>Casi todas las soluciones de visión comienzan con </a:t>
            </a:r>
            <a:br>
              <a:rPr lang="es-419"/>
            </a:br>
            <a:r>
              <a:rPr lang="es-419"/>
              <a:t>un modelo existente</a:t>
            </a:r>
            <a:endParaRPr/>
          </a:p>
          <a:p>
            <a:pPr indent="-171450" lvl="0" marL="177800" rtl="0" algn="l">
              <a:lnSpc>
                <a:spcPct val="90000"/>
              </a:lnSpc>
              <a:spcBef>
                <a:spcPts val="800"/>
              </a:spcBef>
              <a:spcAft>
                <a:spcPts val="0"/>
              </a:spcAft>
              <a:buClr>
                <a:schemeClr val="dk1"/>
              </a:buClr>
              <a:buSzPts val="2100"/>
              <a:buChar char="•"/>
            </a:pPr>
            <a:r>
              <a:rPr lang="es-419"/>
              <a:t>Beneficios: </a:t>
            </a:r>
            <a:endParaRPr/>
          </a:p>
          <a:p>
            <a:pPr indent="-177800" lvl="1" marL="520700" rtl="0" algn="l">
              <a:lnSpc>
                <a:spcPct val="90000"/>
              </a:lnSpc>
              <a:spcBef>
                <a:spcPts val="400"/>
              </a:spcBef>
              <a:spcAft>
                <a:spcPts val="0"/>
              </a:spcAft>
              <a:buClr>
                <a:schemeClr val="dk1"/>
              </a:buClr>
              <a:buSzPts val="1800"/>
              <a:buChar char="•"/>
            </a:pPr>
            <a:r>
              <a:rPr lang="es-419"/>
              <a:t>Etiquetado de datos simplificado</a:t>
            </a:r>
            <a:endParaRPr/>
          </a:p>
          <a:p>
            <a:pPr indent="-177800" lvl="1" marL="520700" rtl="0" algn="l">
              <a:lnSpc>
                <a:spcPct val="90000"/>
              </a:lnSpc>
              <a:spcBef>
                <a:spcPts val="400"/>
              </a:spcBef>
              <a:spcAft>
                <a:spcPts val="0"/>
              </a:spcAft>
              <a:buClr>
                <a:schemeClr val="dk1"/>
              </a:buClr>
              <a:buSzPts val="1800"/>
              <a:buChar char="•"/>
            </a:pPr>
            <a:r>
              <a:rPr lang="es-419"/>
              <a:t>Aprendizaje automático automatizado</a:t>
            </a:r>
            <a:endParaRPr/>
          </a:p>
          <a:p>
            <a:pPr indent="-177800" lvl="1" marL="520700" rtl="0" algn="l">
              <a:lnSpc>
                <a:spcPct val="90000"/>
              </a:lnSpc>
              <a:spcBef>
                <a:spcPts val="400"/>
              </a:spcBef>
              <a:spcAft>
                <a:spcPts val="0"/>
              </a:spcAft>
              <a:buClr>
                <a:schemeClr val="dk1"/>
              </a:buClr>
              <a:buSzPts val="1800"/>
              <a:buChar char="•"/>
            </a:pPr>
            <a:r>
              <a:rPr lang="es-419"/>
              <a:t>Evaluación de modelo simplificado, inferencia y comentarios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72"/>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Proceso de etiquetado personalizado</a:t>
            </a:r>
            <a:endParaRPr/>
          </a:p>
        </p:txBody>
      </p:sp>
      <p:cxnSp>
        <p:nvCxnSpPr>
          <p:cNvPr id="817" name="Google Shape;817;p72"/>
          <p:cNvCxnSpPr>
            <a:stCxn id="818" idx="3"/>
            <a:endCxn id="819" idx="1"/>
          </p:cNvCxnSpPr>
          <p:nvPr/>
        </p:nvCxnSpPr>
        <p:spPr>
          <a:xfrm>
            <a:off x="1444776" y="1588494"/>
            <a:ext cx="6291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820" name="Google Shape;820;p72"/>
          <p:cNvCxnSpPr>
            <a:stCxn id="819" idx="3"/>
          </p:cNvCxnSpPr>
          <p:nvPr/>
        </p:nvCxnSpPr>
        <p:spPr>
          <a:xfrm>
            <a:off x="3124046" y="1588494"/>
            <a:ext cx="5142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821" name="Google Shape;821;p72"/>
          <p:cNvCxnSpPr>
            <a:stCxn id="822" idx="3"/>
            <a:endCxn id="823" idx="1"/>
          </p:cNvCxnSpPr>
          <p:nvPr/>
        </p:nvCxnSpPr>
        <p:spPr>
          <a:xfrm>
            <a:off x="4740139" y="1588494"/>
            <a:ext cx="4098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824" name="Google Shape;824;p72"/>
          <p:cNvCxnSpPr>
            <a:stCxn id="823" idx="3"/>
            <a:endCxn id="825" idx="1"/>
          </p:cNvCxnSpPr>
          <p:nvPr/>
        </p:nvCxnSpPr>
        <p:spPr>
          <a:xfrm>
            <a:off x="6157233" y="1588494"/>
            <a:ext cx="2967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826" name="Google Shape;826;p72"/>
          <p:cNvCxnSpPr>
            <a:stCxn id="825" idx="3"/>
            <a:endCxn id="827" idx="1"/>
          </p:cNvCxnSpPr>
          <p:nvPr/>
        </p:nvCxnSpPr>
        <p:spPr>
          <a:xfrm>
            <a:off x="7475520" y="1588494"/>
            <a:ext cx="560100" cy="0"/>
          </a:xfrm>
          <a:prstGeom prst="straightConnector1">
            <a:avLst/>
          </a:prstGeom>
          <a:noFill/>
          <a:ln cap="flat" cmpd="sng" w="28575">
            <a:solidFill>
              <a:schemeClr val="accent1"/>
            </a:solidFill>
            <a:prstDash val="solid"/>
            <a:miter lim="800000"/>
            <a:headEnd len="sm" w="sm" type="none"/>
            <a:tailEnd len="med" w="med" type="triangle"/>
          </a:ln>
        </p:spPr>
      </p:cxnSp>
      <p:grpSp>
        <p:nvGrpSpPr>
          <p:cNvPr descr="Custom labeling process." id="828" name="Google Shape;828;p72"/>
          <p:cNvGrpSpPr/>
          <p:nvPr/>
        </p:nvGrpSpPr>
        <p:grpSpPr>
          <a:xfrm>
            <a:off x="330351" y="1074144"/>
            <a:ext cx="7145169" cy="1028700"/>
            <a:chOff x="440468" y="1432192"/>
            <a:chExt cx="9526892" cy="1371600"/>
          </a:xfrm>
        </p:grpSpPr>
        <p:pic>
          <p:nvPicPr>
            <p:cNvPr id="818" name="Google Shape;818;p72"/>
            <p:cNvPicPr preferRelativeResize="0"/>
            <p:nvPr/>
          </p:nvPicPr>
          <p:blipFill rotWithShape="1">
            <a:blip r:embed="rId3">
              <a:alphaModFix/>
            </a:blip>
            <a:srcRect b="0" l="0" r="0" t="0"/>
            <a:stretch/>
          </p:blipFill>
          <p:spPr>
            <a:xfrm>
              <a:off x="440468" y="1432192"/>
              <a:ext cx="1485900" cy="1371600"/>
            </a:xfrm>
            <a:prstGeom prst="rect">
              <a:avLst/>
            </a:prstGeom>
            <a:noFill/>
            <a:ln>
              <a:noFill/>
            </a:ln>
          </p:spPr>
        </p:pic>
        <p:pic>
          <p:nvPicPr>
            <p:cNvPr id="819" name="Google Shape;819;p72"/>
            <p:cNvPicPr preferRelativeResize="0"/>
            <p:nvPr/>
          </p:nvPicPr>
          <p:blipFill rotWithShape="1">
            <a:blip r:embed="rId4">
              <a:alphaModFix/>
            </a:blip>
            <a:srcRect b="0" l="0" r="0" t="0"/>
            <a:stretch/>
          </p:blipFill>
          <p:spPr>
            <a:xfrm>
              <a:off x="2765219" y="1460767"/>
              <a:ext cx="1400175" cy="1314450"/>
            </a:xfrm>
            <a:prstGeom prst="rect">
              <a:avLst/>
            </a:prstGeom>
            <a:noFill/>
            <a:ln>
              <a:noFill/>
            </a:ln>
          </p:spPr>
        </p:pic>
        <p:pic>
          <p:nvPicPr>
            <p:cNvPr id="822" name="Google Shape;822;p72"/>
            <p:cNvPicPr preferRelativeResize="0"/>
            <p:nvPr/>
          </p:nvPicPr>
          <p:blipFill rotWithShape="1">
            <a:blip r:embed="rId5">
              <a:alphaModFix/>
            </a:blip>
            <a:srcRect b="0" l="0" r="0" t="0"/>
            <a:stretch/>
          </p:blipFill>
          <p:spPr>
            <a:xfrm>
              <a:off x="4977160" y="1470292"/>
              <a:ext cx="1343025" cy="1295400"/>
            </a:xfrm>
            <a:prstGeom prst="rect">
              <a:avLst/>
            </a:prstGeom>
            <a:noFill/>
            <a:ln>
              <a:noFill/>
            </a:ln>
          </p:spPr>
        </p:pic>
        <p:pic>
          <p:nvPicPr>
            <p:cNvPr id="823" name="Google Shape;823;p72"/>
            <p:cNvPicPr preferRelativeResize="0"/>
            <p:nvPr/>
          </p:nvPicPr>
          <p:blipFill rotWithShape="1">
            <a:blip r:embed="rId6">
              <a:alphaModFix/>
            </a:blip>
            <a:srcRect b="0" l="0" r="0" t="0"/>
            <a:stretch/>
          </p:blipFill>
          <p:spPr>
            <a:xfrm>
              <a:off x="6866619" y="1460767"/>
              <a:ext cx="1343025" cy="1314450"/>
            </a:xfrm>
            <a:prstGeom prst="rect">
              <a:avLst/>
            </a:prstGeom>
            <a:noFill/>
            <a:ln>
              <a:noFill/>
            </a:ln>
          </p:spPr>
        </p:pic>
        <p:pic>
          <p:nvPicPr>
            <p:cNvPr id="825" name="Google Shape;825;p72"/>
            <p:cNvPicPr preferRelativeResize="0"/>
            <p:nvPr/>
          </p:nvPicPr>
          <p:blipFill rotWithShape="1">
            <a:blip r:embed="rId7">
              <a:alphaModFix/>
            </a:blip>
            <a:srcRect b="0" l="0" r="0" t="0"/>
            <a:stretch/>
          </p:blipFill>
          <p:spPr>
            <a:xfrm>
              <a:off x="8605285" y="1436955"/>
              <a:ext cx="1362075" cy="1362075"/>
            </a:xfrm>
            <a:prstGeom prst="rect">
              <a:avLst/>
            </a:prstGeom>
            <a:noFill/>
            <a:ln>
              <a:noFill/>
            </a:ln>
          </p:spPr>
        </p:pic>
      </p:grpSp>
      <p:pic>
        <p:nvPicPr>
          <p:cNvPr id="827" name="Google Shape;827;p72"/>
          <p:cNvPicPr preferRelativeResize="0"/>
          <p:nvPr/>
        </p:nvPicPr>
        <p:blipFill rotWithShape="1">
          <a:blip r:embed="rId8">
            <a:alphaModFix/>
          </a:blip>
          <a:srcRect b="0" l="0" r="0" t="0"/>
          <a:stretch/>
        </p:blipFill>
        <p:spPr>
          <a:xfrm>
            <a:off x="8035745" y="1152725"/>
            <a:ext cx="921544" cy="871538"/>
          </a:xfrm>
          <a:prstGeom prst="rect">
            <a:avLst/>
          </a:prstGeom>
          <a:noFill/>
          <a:ln>
            <a:noFill/>
          </a:ln>
        </p:spPr>
      </p:pic>
      <p:sp>
        <p:nvSpPr>
          <p:cNvPr id="829" name="Google Shape;829;p72"/>
          <p:cNvSpPr txBox="1"/>
          <p:nvPr/>
        </p:nvSpPr>
        <p:spPr>
          <a:xfrm>
            <a:off x="244840" y="2094807"/>
            <a:ext cx="962042" cy="438581"/>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chemeClr val="dk1"/>
                </a:solidFill>
                <a:latin typeface="Arial"/>
                <a:ea typeface="Arial"/>
                <a:cs typeface="Arial"/>
                <a:sym typeface="Arial"/>
              </a:rPr>
              <a:t>1: Recopilar </a:t>
            </a:r>
            <a:br>
              <a:rPr lang="es-419" sz="1200">
                <a:solidFill>
                  <a:schemeClr val="dk1"/>
                </a:solidFill>
                <a:latin typeface="Arial"/>
                <a:ea typeface="Arial"/>
                <a:cs typeface="Arial"/>
                <a:sym typeface="Arial"/>
              </a:rPr>
            </a:br>
            <a:r>
              <a:rPr lang="es-419" sz="1200">
                <a:solidFill>
                  <a:schemeClr val="dk1"/>
                </a:solidFill>
                <a:latin typeface="Arial"/>
                <a:ea typeface="Arial"/>
                <a:cs typeface="Arial"/>
                <a:sym typeface="Arial"/>
              </a:rPr>
              <a:t>imágenes</a:t>
            </a:r>
            <a:endParaRPr sz="1200">
              <a:solidFill>
                <a:schemeClr val="dk1"/>
              </a:solidFill>
              <a:latin typeface="Arial"/>
              <a:ea typeface="Arial"/>
              <a:cs typeface="Arial"/>
              <a:sym typeface="Arial"/>
            </a:endParaRPr>
          </a:p>
        </p:txBody>
      </p:sp>
      <p:sp>
        <p:nvSpPr>
          <p:cNvPr id="830" name="Google Shape;830;p72"/>
          <p:cNvSpPr txBox="1"/>
          <p:nvPr/>
        </p:nvSpPr>
        <p:spPr>
          <a:xfrm>
            <a:off x="1680940" y="2094807"/>
            <a:ext cx="1333538" cy="623248"/>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chemeClr val="dk1"/>
                </a:solidFill>
                <a:latin typeface="Arial"/>
                <a:ea typeface="Arial"/>
                <a:cs typeface="Arial"/>
                <a:sym typeface="Arial"/>
              </a:rPr>
              <a:t>2: Crear conjunto </a:t>
            </a:r>
            <a:br>
              <a:rPr lang="es-419" sz="1200">
                <a:solidFill>
                  <a:schemeClr val="dk1"/>
                </a:solidFill>
                <a:latin typeface="Arial"/>
                <a:ea typeface="Arial"/>
                <a:cs typeface="Arial"/>
                <a:sym typeface="Arial"/>
              </a:rPr>
            </a:br>
            <a:r>
              <a:rPr lang="es-419" sz="1200">
                <a:solidFill>
                  <a:schemeClr val="dk1"/>
                </a:solidFill>
                <a:latin typeface="Arial"/>
                <a:ea typeface="Arial"/>
                <a:cs typeface="Arial"/>
                <a:sym typeface="Arial"/>
              </a:rPr>
              <a:t>de datos de </a:t>
            </a:r>
            <a:br>
              <a:rPr lang="es-419" sz="1200">
                <a:solidFill>
                  <a:schemeClr val="dk1"/>
                </a:solidFill>
                <a:latin typeface="Arial"/>
                <a:ea typeface="Arial"/>
                <a:cs typeface="Arial"/>
                <a:sym typeface="Arial"/>
              </a:rPr>
            </a:br>
            <a:r>
              <a:rPr lang="es-419" sz="1200">
                <a:solidFill>
                  <a:schemeClr val="dk1"/>
                </a:solidFill>
                <a:latin typeface="Arial"/>
                <a:ea typeface="Arial"/>
                <a:cs typeface="Arial"/>
                <a:sym typeface="Arial"/>
              </a:rPr>
              <a:t>entrenamiento</a:t>
            </a:r>
            <a:endParaRPr sz="1200">
              <a:solidFill>
                <a:schemeClr val="dk1"/>
              </a:solidFill>
              <a:latin typeface="Arial"/>
              <a:ea typeface="Arial"/>
              <a:cs typeface="Arial"/>
              <a:sym typeface="Arial"/>
            </a:endParaRPr>
          </a:p>
        </p:txBody>
      </p:sp>
      <p:sp>
        <p:nvSpPr>
          <p:cNvPr id="831" name="Google Shape;831;p72"/>
          <p:cNvSpPr txBox="1"/>
          <p:nvPr/>
        </p:nvSpPr>
        <p:spPr>
          <a:xfrm>
            <a:off x="3449510" y="2094807"/>
            <a:ext cx="1613663" cy="438581"/>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chemeClr val="dk1"/>
                </a:solidFill>
                <a:latin typeface="Arial"/>
                <a:ea typeface="Arial"/>
                <a:cs typeface="Arial"/>
                <a:sym typeface="Arial"/>
              </a:rPr>
              <a:t>3: Crear conjunto </a:t>
            </a:r>
            <a:br>
              <a:rPr lang="es-419" sz="1200">
                <a:solidFill>
                  <a:schemeClr val="dk1"/>
                </a:solidFill>
                <a:latin typeface="Arial"/>
                <a:ea typeface="Arial"/>
                <a:cs typeface="Arial"/>
                <a:sym typeface="Arial"/>
              </a:rPr>
            </a:br>
            <a:r>
              <a:rPr lang="es-419" sz="1200">
                <a:solidFill>
                  <a:schemeClr val="dk1"/>
                </a:solidFill>
                <a:latin typeface="Arial"/>
                <a:ea typeface="Arial"/>
                <a:cs typeface="Arial"/>
                <a:sym typeface="Arial"/>
              </a:rPr>
              <a:t>de datos de prueba</a:t>
            </a:r>
            <a:endParaRPr sz="1100"/>
          </a:p>
        </p:txBody>
      </p:sp>
      <p:sp>
        <p:nvSpPr>
          <p:cNvPr id="832" name="Google Shape;832;p72"/>
          <p:cNvSpPr txBox="1"/>
          <p:nvPr/>
        </p:nvSpPr>
        <p:spPr>
          <a:xfrm>
            <a:off x="4967594" y="2094807"/>
            <a:ext cx="1372010"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Arial"/>
                <a:ea typeface="Arial"/>
                <a:cs typeface="Arial"/>
                <a:sym typeface="Arial"/>
              </a:rPr>
              <a:t>4: Entrenar el modelo</a:t>
            </a:r>
            <a:endParaRPr sz="1100"/>
          </a:p>
        </p:txBody>
      </p:sp>
      <p:sp>
        <p:nvSpPr>
          <p:cNvPr id="833" name="Google Shape;833;p72"/>
          <p:cNvSpPr txBox="1"/>
          <p:nvPr/>
        </p:nvSpPr>
        <p:spPr>
          <a:xfrm>
            <a:off x="6527002" y="2094807"/>
            <a:ext cx="875480"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Arial"/>
                <a:ea typeface="Arial"/>
                <a:cs typeface="Arial"/>
                <a:sym typeface="Arial"/>
              </a:rPr>
              <a:t>5: Evaluar</a:t>
            </a:r>
            <a:endParaRPr sz="1100"/>
          </a:p>
        </p:txBody>
      </p:sp>
      <p:sp>
        <p:nvSpPr>
          <p:cNvPr id="834" name="Google Shape;834;p72"/>
          <p:cNvSpPr txBox="1"/>
          <p:nvPr/>
        </p:nvSpPr>
        <p:spPr>
          <a:xfrm>
            <a:off x="7990247" y="2094807"/>
            <a:ext cx="1012538"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Arial"/>
                <a:ea typeface="Arial"/>
                <a:cs typeface="Arial"/>
                <a:sym typeface="Arial"/>
              </a:rPr>
              <a:t>6: Usar modelo</a:t>
            </a:r>
            <a:endParaRPr sz="11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73"/>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Paso 1: Recopilar imágenes</a:t>
            </a:r>
            <a:endParaRPr/>
          </a:p>
        </p:txBody>
      </p:sp>
      <p:sp>
        <p:nvSpPr>
          <p:cNvPr id="840" name="Google Shape;840;p73"/>
          <p:cNvSpPr txBox="1"/>
          <p:nvPr>
            <p:ph idx="1" type="body"/>
          </p:nvPr>
        </p:nvSpPr>
        <p:spPr>
          <a:xfrm>
            <a:off x="314325" y="2773204"/>
            <a:ext cx="8515350" cy="2168129"/>
          </a:xfrm>
          <a:prstGeom prst="rect">
            <a:avLst/>
          </a:prstGeom>
          <a:noFill/>
          <a:ln>
            <a:noFill/>
          </a:ln>
        </p:spPr>
        <p:txBody>
          <a:bodyPr anchorCtr="0" anchor="t" bIns="34275" lIns="68575" spcFirstLastPara="1" rIns="68575" wrap="square" tIns="34275">
            <a:noAutofit/>
          </a:bodyPr>
          <a:lstStyle/>
          <a:p>
            <a:pPr indent="-171450" lvl="0" marL="177800" rtl="0" algn="l">
              <a:lnSpc>
                <a:spcPct val="90000"/>
              </a:lnSpc>
              <a:spcBef>
                <a:spcPts val="0"/>
              </a:spcBef>
              <a:spcAft>
                <a:spcPts val="0"/>
              </a:spcAft>
              <a:buClr>
                <a:schemeClr val="dk1"/>
              </a:buClr>
              <a:buSzPts val="2100"/>
              <a:buChar char="•"/>
            </a:pPr>
            <a:r>
              <a:rPr lang="es-419"/>
              <a:t>Por lo general, utilice unos cientos de imágenes</a:t>
            </a:r>
            <a:endParaRPr/>
          </a:p>
          <a:p>
            <a:pPr indent="-171450" lvl="0" marL="177800" rtl="0" algn="l">
              <a:lnSpc>
                <a:spcPct val="90000"/>
              </a:lnSpc>
              <a:spcBef>
                <a:spcPts val="800"/>
              </a:spcBef>
              <a:spcAft>
                <a:spcPts val="0"/>
              </a:spcAft>
              <a:buClr>
                <a:schemeClr val="dk1"/>
              </a:buClr>
              <a:buSzPts val="2100"/>
              <a:buChar char="•"/>
            </a:pPr>
            <a:r>
              <a:rPr lang="es-419"/>
              <a:t>Cree modelos específicos de dominio</a:t>
            </a:r>
            <a:endParaRPr/>
          </a:p>
          <a:p>
            <a:pPr indent="-171450" lvl="0" marL="177800" rtl="0" algn="l">
              <a:lnSpc>
                <a:spcPct val="90000"/>
              </a:lnSpc>
              <a:spcBef>
                <a:spcPts val="800"/>
              </a:spcBef>
              <a:spcAft>
                <a:spcPts val="0"/>
              </a:spcAft>
              <a:buClr>
                <a:schemeClr val="dk1"/>
              </a:buClr>
              <a:buSzPts val="2100"/>
              <a:buChar char="•"/>
            </a:pPr>
            <a:r>
              <a:rPr lang="es-419"/>
              <a:t>Use 10 imágenes PNG o JPEG por etiqueta</a:t>
            </a:r>
            <a:endParaRPr/>
          </a:p>
          <a:p>
            <a:pPr indent="-171450" lvl="0" marL="177800" rtl="0" algn="l">
              <a:lnSpc>
                <a:spcPct val="90000"/>
              </a:lnSpc>
              <a:spcBef>
                <a:spcPts val="800"/>
              </a:spcBef>
              <a:spcAft>
                <a:spcPts val="0"/>
              </a:spcAft>
              <a:buClr>
                <a:schemeClr val="dk1"/>
              </a:buClr>
              <a:buSzPts val="2100"/>
              <a:buChar char="•"/>
            </a:pPr>
            <a:r>
              <a:rPr lang="es-419"/>
              <a:t>Use imágenes similares a las que desea detectar</a:t>
            </a:r>
            <a:endParaRPr/>
          </a:p>
          <a:p>
            <a:pPr indent="-38100" lvl="0" marL="177800" rtl="0" algn="l">
              <a:lnSpc>
                <a:spcPct val="90000"/>
              </a:lnSpc>
              <a:spcBef>
                <a:spcPts val="800"/>
              </a:spcBef>
              <a:spcAft>
                <a:spcPts val="0"/>
              </a:spcAft>
              <a:buClr>
                <a:schemeClr val="dk1"/>
              </a:buClr>
              <a:buSzPts val="2100"/>
              <a:buNone/>
            </a:pPr>
            <a:r>
              <a:t/>
            </a:r>
            <a:endParaRPr/>
          </a:p>
        </p:txBody>
      </p:sp>
      <p:cxnSp>
        <p:nvCxnSpPr>
          <p:cNvPr id="841" name="Google Shape;841;p73"/>
          <p:cNvCxnSpPr>
            <a:stCxn id="842" idx="3"/>
            <a:endCxn id="843" idx="1"/>
          </p:cNvCxnSpPr>
          <p:nvPr/>
        </p:nvCxnSpPr>
        <p:spPr>
          <a:xfrm>
            <a:off x="1448744" y="1593056"/>
            <a:ext cx="6291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844" name="Google Shape;844;p73"/>
          <p:cNvCxnSpPr>
            <a:stCxn id="843" idx="3"/>
          </p:cNvCxnSpPr>
          <p:nvPr/>
        </p:nvCxnSpPr>
        <p:spPr>
          <a:xfrm>
            <a:off x="3128014" y="1593056"/>
            <a:ext cx="5142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845" name="Google Shape;845;p73"/>
          <p:cNvCxnSpPr>
            <a:stCxn id="846" idx="3"/>
            <a:endCxn id="847" idx="1"/>
          </p:cNvCxnSpPr>
          <p:nvPr/>
        </p:nvCxnSpPr>
        <p:spPr>
          <a:xfrm>
            <a:off x="4744107" y="1593056"/>
            <a:ext cx="4098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848" name="Google Shape;848;p73"/>
          <p:cNvCxnSpPr>
            <a:stCxn id="847" idx="3"/>
            <a:endCxn id="849" idx="1"/>
          </p:cNvCxnSpPr>
          <p:nvPr/>
        </p:nvCxnSpPr>
        <p:spPr>
          <a:xfrm>
            <a:off x="6161201" y="1593056"/>
            <a:ext cx="2967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850" name="Google Shape;850;p73"/>
          <p:cNvCxnSpPr>
            <a:stCxn id="849" idx="3"/>
            <a:endCxn id="851" idx="1"/>
          </p:cNvCxnSpPr>
          <p:nvPr/>
        </p:nvCxnSpPr>
        <p:spPr>
          <a:xfrm>
            <a:off x="7479488" y="1593057"/>
            <a:ext cx="560100" cy="0"/>
          </a:xfrm>
          <a:prstGeom prst="straightConnector1">
            <a:avLst/>
          </a:prstGeom>
          <a:noFill/>
          <a:ln cap="flat" cmpd="sng" w="28575">
            <a:solidFill>
              <a:schemeClr val="accent1"/>
            </a:solidFill>
            <a:prstDash val="solid"/>
            <a:miter lim="800000"/>
            <a:headEnd len="sm" w="sm" type="none"/>
            <a:tailEnd len="med" w="med" type="triangle"/>
          </a:ln>
        </p:spPr>
      </p:cxnSp>
      <p:pic>
        <p:nvPicPr>
          <p:cNvPr id="842" name="Google Shape;842;p73"/>
          <p:cNvPicPr preferRelativeResize="0"/>
          <p:nvPr/>
        </p:nvPicPr>
        <p:blipFill rotWithShape="1">
          <a:blip r:embed="rId3">
            <a:alphaModFix/>
          </a:blip>
          <a:srcRect b="0" l="0" r="0" t="0"/>
          <a:stretch/>
        </p:blipFill>
        <p:spPr>
          <a:xfrm>
            <a:off x="334319" y="1078706"/>
            <a:ext cx="1114425" cy="1028700"/>
          </a:xfrm>
          <a:prstGeom prst="rect">
            <a:avLst/>
          </a:prstGeom>
          <a:noFill/>
          <a:ln>
            <a:noFill/>
          </a:ln>
        </p:spPr>
      </p:pic>
      <p:pic>
        <p:nvPicPr>
          <p:cNvPr id="843" name="Google Shape;843;p73"/>
          <p:cNvPicPr preferRelativeResize="0"/>
          <p:nvPr/>
        </p:nvPicPr>
        <p:blipFill rotWithShape="1">
          <a:blip r:embed="rId4">
            <a:alphaModFix/>
          </a:blip>
          <a:srcRect b="0" l="0" r="0" t="0"/>
          <a:stretch/>
        </p:blipFill>
        <p:spPr>
          <a:xfrm>
            <a:off x="2077882" y="1100138"/>
            <a:ext cx="1050131" cy="985838"/>
          </a:xfrm>
          <a:prstGeom prst="rect">
            <a:avLst/>
          </a:prstGeom>
          <a:noFill/>
          <a:ln>
            <a:noFill/>
          </a:ln>
        </p:spPr>
      </p:pic>
      <p:pic>
        <p:nvPicPr>
          <p:cNvPr id="846" name="Google Shape;846;p73"/>
          <p:cNvPicPr preferRelativeResize="0"/>
          <p:nvPr/>
        </p:nvPicPr>
        <p:blipFill rotWithShape="1">
          <a:blip r:embed="rId5">
            <a:alphaModFix/>
          </a:blip>
          <a:srcRect b="0" l="0" r="0" t="0"/>
          <a:stretch/>
        </p:blipFill>
        <p:spPr>
          <a:xfrm>
            <a:off x="3736838" y="1107281"/>
            <a:ext cx="1007269" cy="971550"/>
          </a:xfrm>
          <a:prstGeom prst="rect">
            <a:avLst/>
          </a:prstGeom>
          <a:noFill/>
          <a:ln>
            <a:noFill/>
          </a:ln>
        </p:spPr>
      </p:pic>
      <p:pic>
        <p:nvPicPr>
          <p:cNvPr id="847" name="Google Shape;847;p73"/>
          <p:cNvPicPr preferRelativeResize="0"/>
          <p:nvPr/>
        </p:nvPicPr>
        <p:blipFill rotWithShape="1">
          <a:blip r:embed="rId6">
            <a:alphaModFix/>
          </a:blip>
          <a:srcRect b="0" l="0" r="0" t="0"/>
          <a:stretch/>
        </p:blipFill>
        <p:spPr>
          <a:xfrm>
            <a:off x="5153933" y="1100138"/>
            <a:ext cx="1007269" cy="985838"/>
          </a:xfrm>
          <a:prstGeom prst="rect">
            <a:avLst/>
          </a:prstGeom>
          <a:noFill/>
          <a:ln>
            <a:noFill/>
          </a:ln>
        </p:spPr>
      </p:pic>
      <p:pic>
        <p:nvPicPr>
          <p:cNvPr id="849" name="Google Shape;849;p73"/>
          <p:cNvPicPr preferRelativeResize="0"/>
          <p:nvPr/>
        </p:nvPicPr>
        <p:blipFill rotWithShape="1">
          <a:blip r:embed="rId7">
            <a:alphaModFix/>
          </a:blip>
          <a:srcRect b="0" l="0" r="0" t="0"/>
          <a:stretch/>
        </p:blipFill>
        <p:spPr>
          <a:xfrm>
            <a:off x="6457932" y="1082279"/>
            <a:ext cx="1021556" cy="1021556"/>
          </a:xfrm>
          <a:prstGeom prst="rect">
            <a:avLst/>
          </a:prstGeom>
          <a:noFill/>
          <a:ln>
            <a:noFill/>
          </a:ln>
        </p:spPr>
      </p:pic>
      <p:pic>
        <p:nvPicPr>
          <p:cNvPr id="851" name="Google Shape;851;p73"/>
          <p:cNvPicPr preferRelativeResize="0"/>
          <p:nvPr/>
        </p:nvPicPr>
        <p:blipFill rotWithShape="1">
          <a:blip r:embed="rId8">
            <a:alphaModFix/>
          </a:blip>
          <a:srcRect b="0" l="0" r="0" t="0"/>
          <a:stretch/>
        </p:blipFill>
        <p:spPr>
          <a:xfrm>
            <a:off x="8039713" y="1157288"/>
            <a:ext cx="921544" cy="871538"/>
          </a:xfrm>
          <a:prstGeom prst="rect">
            <a:avLst/>
          </a:prstGeom>
          <a:noFill/>
          <a:ln>
            <a:noFill/>
          </a:ln>
        </p:spPr>
      </p:pic>
      <p:sp>
        <p:nvSpPr>
          <p:cNvPr id="852" name="Google Shape;852;p73"/>
          <p:cNvSpPr txBox="1"/>
          <p:nvPr/>
        </p:nvSpPr>
        <p:spPr>
          <a:xfrm>
            <a:off x="244840" y="2094807"/>
            <a:ext cx="962042" cy="438581"/>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chemeClr val="dk1"/>
                </a:solidFill>
                <a:latin typeface="Arial"/>
                <a:ea typeface="Arial"/>
                <a:cs typeface="Arial"/>
                <a:sym typeface="Arial"/>
              </a:rPr>
              <a:t>1: Recopilar </a:t>
            </a:r>
            <a:br>
              <a:rPr lang="es-419" sz="1200">
                <a:solidFill>
                  <a:schemeClr val="dk1"/>
                </a:solidFill>
                <a:latin typeface="Arial"/>
                <a:ea typeface="Arial"/>
                <a:cs typeface="Arial"/>
                <a:sym typeface="Arial"/>
              </a:rPr>
            </a:br>
            <a:r>
              <a:rPr lang="es-419" sz="1200">
                <a:solidFill>
                  <a:schemeClr val="dk1"/>
                </a:solidFill>
                <a:latin typeface="Arial"/>
                <a:ea typeface="Arial"/>
                <a:cs typeface="Arial"/>
                <a:sym typeface="Arial"/>
              </a:rPr>
              <a:t>imágenes</a:t>
            </a:r>
            <a:endParaRPr sz="1200">
              <a:solidFill>
                <a:schemeClr val="dk1"/>
              </a:solidFill>
              <a:latin typeface="Arial"/>
              <a:ea typeface="Arial"/>
              <a:cs typeface="Arial"/>
              <a:sym typeface="Arial"/>
            </a:endParaRPr>
          </a:p>
        </p:txBody>
      </p:sp>
      <p:sp>
        <p:nvSpPr>
          <p:cNvPr id="853" name="Google Shape;853;p73"/>
          <p:cNvSpPr txBox="1"/>
          <p:nvPr/>
        </p:nvSpPr>
        <p:spPr>
          <a:xfrm>
            <a:off x="1680940" y="2094807"/>
            <a:ext cx="1333538" cy="623248"/>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rgbClr val="BFBFBF"/>
                </a:solidFill>
                <a:latin typeface="Arial"/>
                <a:ea typeface="Arial"/>
                <a:cs typeface="Arial"/>
                <a:sym typeface="Arial"/>
              </a:rPr>
              <a:t>2: Crear conjunto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de datos de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entrenamiento</a:t>
            </a:r>
            <a:endParaRPr sz="1200">
              <a:solidFill>
                <a:srgbClr val="BFBFBF"/>
              </a:solidFill>
              <a:latin typeface="Arial"/>
              <a:ea typeface="Arial"/>
              <a:cs typeface="Arial"/>
              <a:sym typeface="Arial"/>
            </a:endParaRPr>
          </a:p>
        </p:txBody>
      </p:sp>
      <p:sp>
        <p:nvSpPr>
          <p:cNvPr id="854" name="Google Shape;854;p73"/>
          <p:cNvSpPr txBox="1"/>
          <p:nvPr/>
        </p:nvSpPr>
        <p:spPr>
          <a:xfrm>
            <a:off x="3449510" y="2094807"/>
            <a:ext cx="1613663" cy="438581"/>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rgbClr val="BFBFBF"/>
                </a:solidFill>
                <a:latin typeface="Arial"/>
                <a:ea typeface="Arial"/>
                <a:cs typeface="Arial"/>
                <a:sym typeface="Arial"/>
              </a:rPr>
              <a:t>3: Crear conjunto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de datos de prueba</a:t>
            </a:r>
            <a:endParaRPr sz="1100"/>
          </a:p>
        </p:txBody>
      </p:sp>
      <p:sp>
        <p:nvSpPr>
          <p:cNvPr id="855" name="Google Shape;855;p73"/>
          <p:cNvSpPr txBox="1"/>
          <p:nvPr/>
        </p:nvSpPr>
        <p:spPr>
          <a:xfrm>
            <a:off x="4967594" y="2094807"/>
            <a:ext cx="1595629"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rgbClr val="BFBFBF"/>
                </a:solidFill>
                <a:latin typeface="Arial"/>
                <a:ea typeface="Arial"/>
                <a:cs typeface="Arial"/>
                <a:sym typeface="Arial"/>
              </a:rPr>
              <a:t>4: Entrenar el modelo</a:t>
            </a:r>
            <a:endParaRPr sz="1100"/>
          </a:p>
        </p:txBody>
      </p:sp>
      <p:sp>
        <p:nvSpPr>
          <p:cNvPr id="856" name="Google Shape;856;p73"/>
          <p:cNvSpPr txBox="1"/>
          <p:nvPr/>
        </p:nvSpPr>
        <p:spPr>
          <a:xfrm>
            <a:off x="6527002" y="2094807"/>
            <a:ext cx="793727"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rgbClr val="BFBFBF"/>
                </a:solidFill>
                <a:latin typeface="Arial"/>
                <a:ea typeface="Arial"/>
                <a:cs typeface="Arial"/>
                <a:sym typeface="Arial"/>
              </a:rPr>
              <a:t>5: Evaluar</a:t>
            </a:r>
            <a:endParaRPr sz="1100"/>
          </a:p>
        </p:txBody>
      </p:sp>
      <p:sp>
        <p:nvSpPr>
          <p:cNvPr id="857" name="Google Shape;857;p73"/>
          <p:cNvSpPr txBox="1"/>
          <p:nvPr/>
        </p:nvSpPr>
        <p:spPr>
          <a:xfrm>
            <a:off x="7990247" y="2094807"/>
            <a:ext cx="1160413"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rgbClr val="BFBFBF"/>
                </a:solidFill>
                <a:latin typeface="Arial"/>
                <a:ea typeface="Arial"/>
                <a:cs typeface="Arial"/>
                <a:sym typeface="Arial"/>
              </a:rPr>
              <a:t>6: Usar modelo</a:t>
            </a:r>
            <a:endParaRPr sz="11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74"/>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Paso 2: Crear un conjunto de datos de entrenamiento</a:t>
            </a:r>
            <a:endParaRPr/>
          </a:p>
        </p:txBody>
      </p:sp>
      <p:cxnSp>
        <p:nvCxnSpPr>
          <p:cNvPr id="863" name="Google Shape;863;p74"/>
          <p:cNvCxnSpPr>
            <a:stCxn id="864" idx="3"/>
            <a:endCxn id="865" idx="1"/>
          </p:cNvCxnSpPr>
          <p:nvPr/>
        </p:nvCxnSpPr>
        <p:spPr>
          <a:xfrm>
            <a:off x="1448744" y="1593056"/>
            <a:ext cx="6291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866" name="Google Shape;866;p74"/>
          <p:cNvCxnSpPr>
            <a:stCxn id="865" idx="3"/>
          </p:cNvCxnSpPr>
          <p:nvPr/>
        </p:nvCxnSpPr>
        <p:spPr>
          <a:xfrm>
            <a:off x="3128014" y="1593056"/>
            <a:ext cx="5142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867" name="Google Shape;867;p74"/>
          <p:cNvCxnSpPr>
            <a:stCxn id="868" idx="3"/>
            <a:endCxn id="869" idx="1"/>
          </p:cNvCxnSpPr>
          <p:nvPr/>
        </p:nvCxnSpPr>
        <p:spPr>
          <a:xfrm>
            <a:off x="4744107" y="1593056"/>
            <a:ext cx="4098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870" name="Google Shape;870;p74"/>
          <p:cNvCxnSpPr>
            <a:stCxn id="869" idx="3"/>
            <a:endCxn id="871" idx="1"/>
          </p:cNvCxnSpPr>
          <p:nvPr/>
        </p:nvCxnSpPr>
        <p:spPr>
          <a:xfrm>
            <a:off x="6161201" y="1593056"/>
            <a:ext cx="2967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872" name="Google Shape;872;p74"/>
          <p:cNvCxnSpPr>
            <a:stCxn id="871" idx="3"/>
            <a:endCxn id="873" idx="1"/>
          </p:cNvCxnSpPr>
          <p:nvPr/>
        </p:nvCxnSpPr>
        <p:spPr>
          <a:xfrm>
            <a:off x="7479488" y="1593057"/>
            <a:ext cx="560100" cy="0"/>
          </a:xfrm>
          <a:prstGeom prst="straightConnector1">
            <a:avLst/>
          </a:prstGeom>
          <a:noFill/>
          <a:ln cap="flat" cmpd="sng" w="28575">
            <a:solidFill>
              <a:schemeClr val="accent1"/>
            </a:solidFill>
            <a:prstDash val="solid"/>
            <a:miter lim="800000"/>
            <a:headEnd len="sm" w="sm" type="none"/>
            <a:tailEnd len="med" w="med" type="triangle"/>
          </a:ln>
        </p:spPr>
      </p:cxnSp>
      <p:pic>
        <p:nvPicPr>
          <p:cNvPr id="864" name="Google Shape;864;p74"/>
          <p:cNvPicPr preferRelativeResize="0"/>
          <p:nvPr/>
        </p:nvPicPr>
        <p:blipFill rotWithShape="1">
          <a:blip r:embed="rId3">
            <a:alphaModFix/>
          </a:blip>
          <a:srcRect b="0" l="0" r="0" t="0"/>
          <a:stretch/>
        </p:blipFill>
        <p:spPr>
          <a:xfrm>
            <a:off x="334319" y="1078706"/>
            <a:ext cx="1114425" cy="1028700"/>
          </a:xfrm>
          <a:prstGeom prst="rect">
            <a:avLst/>
          </a:prstGeom>
          <a:noFill/>
          <a:ln>
            <a:noFill/>
          </a:ln>
        </p:spPr>
      </p:pic>
      <p:pic>
        <p:nvPicPr>
          <p:cNvPr id="865" name="Google Shape;865;p74"/>
          <p:cNvPicPr preferRelativeResize="0"/>
          <p:nvPr/>
        </p:nvPicPr>
        <p:blipFill rotWithShape="1">
          <a:blip r:embed="rId4">
            <a:alphaModFix/>
          </a:blip>
          <a:srcRect b="0" l="0" r="0" t="0"/>
          <a:stretch/>
        </p:blipFill>
        <p:spPr>
          <a:xfrm>
            <a:off x="2077882" y="1100138"/>
            <a:ext cx="1050131" cy="985838"/>
          </a:xfrm>
          <a:prstGeom prst="rect">
            <a:avLst/>
          </a:prstGeom>
          <a:noFill/>
          <a:ln>
            <a:noFill/>
          </a:ln>
        </p:spPr>
      </p:pic>
      <p:pic>
        <p:nvPicPr>
          <p:cNvPr id="868" name="Google Shape;868;p74"/>
          <p:cNvPicPr preferRelativeResize="0"/>
          <p:nvPr/>
        </p:nvPicPr>
        <p:blipFill rotWithShape="1">
          <a:blip r:embed="rId5">
            <a:alphaModFix/>
          </a:blip>
          <a:srcRect b="0" l="0" r="0" t="0"/>
          <a:stretch/>
        </p:blipFill>
        <p:spPr>
          <a:xfrm>
            <a:off x="3736838" y="1107281"/>
            <a:ext cx="1007269" cy="971550"/>
          </a:xfrm>
          <a:prstGeom prst="rect">
            <a:avLst/>
          </a:prstGeom>
          <a:noFill/>
          <a:ln>
            <a:noFill/>
          </a:ln>
        </p:spPr>
      </p:pic>
      <p:pic>
        <p:nvPicPr>
          <p:cNvPr id="869" name="Google Shape;869;p74"/>
          <p:cNvPicPr preferRelativeResize="0"/>
          <p:nvPr/>
        </p:nvPicPr>
        <p:blipFill rotWithShape="1">
          <a:blip r:embed="rId6">
            <a:alphaModFix/>
          </a:blip>
          <a:srcRect b="0" l="0" r="0" t="0"/>
          <a:stretch/>
        </p:blipFill>
        <p:spPr>
          <a:xfrm>
            <a:off x="5153933" y="1100138"/>
            <a:ext cx="1007269" cy="985838"/>
          </a:xfrm>
          <a:prstGeom prst="rect">
            <a:avLst/>
          </a:prstGeom>
          <a:noFill/>
          <a:ln>
            <a:noFill/>
          </a:ln>
        </p:spPr>
      </p:pic>
      <p:pic>
        <p:nvPicPr>
          <p:cNvPr id="871" name="Google Shape;871;p74"/>
          <p:cNvPicPr preferRelativeResize="0"/>
          <p:nvPr/>
        </p:nvPicPr>
        <p:blipFill rotWithShape="1">
          <a:blip r:embed="rId7">
            <a:alphaModFix/>
          </a:blip>
          <a:srcRect b="0" l="0" r="0" t="0"/>
          <a:stretch/>
        </p:blipFill>
        <p:spPr>
          <a:xfrm>
            <a:off x="6457932" y="1082279"/>
            <a:ext cx="1021556" cy="1021556"/>
          </a:xfrm>
          <a:prstGeom prst="rect">
            <a:avLst/>
          </a:prstGeom>
          <a:noFill/>
          <a:ln>
            <a:noFill/>
          </a:ln>
        </p:spPr>
      </p:pic>
      <p:pic>
        <p:nvPicPr>
          <p:cNvPr id="873" name="Google Shape;873;p74"/>
          <p:cNvPicPr preferRelativeResize="0"/>
          <p:nvPr/>
        </p:nvPicPr>
        <p:blipFill rotWithShape="1">
          <a:blip r:embed="rId8">
            <a:alphaModFix/>
          </a:blip>
          <a:srcRect b="0" l="0" r="0" t="0"/>
          <a:stretch/>
        </p:blipFill>
        <p:spPr>
          <a:xfrm>
            <a:off x="8039713" y="1157288"/>
            <a:ext cx="921544" cy="871538"/>
          </a:xfrm>
          <a:prstGeom prst="rect">
            <a:avLst/>
          </a:prstGeom>
          <a:noFill/>
          <a:ln>
            <a:noFill/>
          </a:ln>
        </p:spPr>
      </p:pic>
      <p:sp>
        <p:nvSpPr>
          <p:cNvPr id="874" name="Google Shape;874;p74"/>
          <p:cNvSpPr txBox="1"/>
          <p:nvPr/>
        </p:nvSpPr>
        <p:spPr>
          <a:xfrm>
            <a:off x="244840" y="2094807"/>
            <a:ext cx="962042" cy="438581"/>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rgbClr val="BFBFBF"/>
                </a:solidFill>
                <a:latin typeface="Arial"/>
                <a:ea typeface="Arial"/>
                <a:cs typeface="Arial"/>
                <a:sym typeface="Arial"/>
              </a:rPr>
              <a:t>1: Recopilar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imágenes</a:t>
            </a:r>
            <a:endParaRPr sz="1200">
              <a:solidFill>
                <a:srgbClr val="BFBFBF"/>
              </a:solidFill>
              <a:latin typeface="Arial"/>
              <a:ea typeface="Arial"/>
              <a:cs typeface="Arial"/>
              <a:sym typeface="Arial"/>
            </a:endParaRPr>
          </a:p>
        </p:txBody>
      </p:sp>
      <p:sp>
        <p:nvSpPr>
          <p:cNvPr id="875" name="Google Shape;875;p74"/>
          <p:cNvSpPr txBox="1"/>
          <p:nvPr/>
        </p:nvSpPr>
        <p:spPr>
          <a:xfrm>
            <a:off x="1680940" y="2094807"/>
            <a:ext cx="1333538" cy="623248"/>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chemeClr val="dk1"/>
                </a:solidFill>
                <a:latin typeface="Arial"/>
                <a:ea typeface="Arial"/>
                <a:cs typeface="Arial"/>
                <a:sym typeface="Arial"/>
              </a:rPr>
              <a:t>2: Crear conjunto </a:t>
            </a:r>
            <a:br>
              <a:rPr lang="es-419" sz="1200">
                <a:solidFill>
                  <a:schemeClr val="dk1"/>
                </a:solidFill>
                <a:latin typeface="Arial"/>
                <a:ea typeface="Arial"/>
                <a:cs typeface="Arial"/>
                <a:sym typeface="Arial"/>
              </a:rPr>
            </a:br>
            <a:r>
              <a:rPr lang="es-419" sz="1200">
                <a:solidFill>
                  <a:schemeClr val="dk1"/>
                </a:solidFill>
                <a:latin typeface="Arial"/>
                <a:ea typeface="Arial"/>
                <a:cs typeface="Arial"/>
                <a:sym typeface="Arial"/>
              </a:rPr>
              <a:t>de datos de </a:t>
            </a:r>
            <a:br>
              <a:rPr lang="es-419" sz="1200">
                <a:solidFill>
                  <a:schemeClr val="dk1"/>
                </a:solidFill>
                <a:latin typeface="Arial"/>
                <a:ea typeface="Arial"/>
                <a:cs typeface="Arial"/>
                <a:sym typeface="Arial"/>
              </a:rPr>
            </a:br>
            <a:r>
              <a:rPr lang="es-419" sz="1200">
                <a:solidFill>
                  <a:schemeClr val="dk1"/>
                </a:solidFill>
                <a:latin typeface="Arial"/>
                <a:ea typeface="Arial"/>
                <a:cs typeface="Arial"/>
                <a:sym typeface="Arial"/>
              </a:rPr>
              <a:t>entrenamiento</a:t>
            </a:r>
            <a:endParaRPr sz="1200">
              <a:solidFill>
                <a:schemeClr val="dk1"/>
              </a:solidFill>
              <a:latin typeface="Arial"/>
              <a:ea typeface="Arial"/>
              <a:cs typeface="Arial"/>
              <a:sym typeface="Arial"/>
            </a:endParaRPr>
          </a:p>
        </p:txBody>
      </p:sp>
      <p:sp>
        <p:nvSpPr>
          <p:cNvPr id="876" name="Google Shape;876;p74"/>
          <p:cNvSpPr txBox="1"/>
          <p:nvPr/>
        </p:nvSpPr>
        <p:spPr>
          <a:xfrm>
            <a:off x="3449510" y="2094807"/>
            <a:ext cx="1613663" cy="438581"/>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rgbClr val="BFBFBF"/>
                </a:solidFill>
                <a:latin typeface="Arial"/>
                <a:ea typeface="Arial"/>
                <a:cs typeface="Arial"/>
                <a:sym typeface="Arial"/>
              </a:rPr>
              <a:t>3: Crear conjunto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de datos de prueba</a:t>
            </a:r>
            <a:endParaRPr sz="1100"/>
          </a:p>
        </p:txBody>
      </p:sp>
      <p:sp>
        <p:nvSpPr>
          <p:cNvPr id="877" name="Google Shape;877;p74"/>
          <p:cNvSpPr txBox="1"/>
          <p:nvPr/>
        </p:nvSpPr>
        <p:spPr>
          <a:xfrm>
            <a:off x="4967594" y="2094807"/>
            <a:ext cx="1595629"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rgbClr val="BFBFBF"/>
                </a:solidFill>
                <a:latin typeface="Arial"/>
                <a:ea typeface="Arial"/>
                <a:cs typeface="Arial"/>
                <a:sym typeface="Arial"/>
              </a:rPr>
              <a:t>4: Entrenar el modelo</a:t>
            </a:r>
            <a:endParaRPr sz="1100"/>
          </a:p>
        </p:txBody>
      </p:sp>
      <p:sp>
        <p:nvSpPr>
          <p:cNvPr id="878" name="Google Shape;878;p74"/>
          <p:cNvSpPr txBox="1"/>
          <p:nvPr/>
        </p:nvSpPr>
        <p:spPr>
          <a:xfrm>
            <a:off x="6527002" y="2094807"/>
            <a:ext cx="793727"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rgbClr val="BFBFBF"/>
                </a:solidFill>
                <a:latin typeface="Arial"/>
                <a:ea typeface="Arial"/>
                <a:cs typeface="Arial"/>
                <a:sym typeface="Arial"/>
              </a:rPr>
              <a:t>5: Evaluar</a:t>
            </a:r>
            <a:endParaRPr sz="1100"/>
          </a:p>
        </p:txBody>
      </p:sp>
      <p:sp>
        <p:nvSpPr>
          <p:cNvPr id="879" name="Google Shape;879;p74"/>
          <p:cNvSpPr txBox="1"/>
          <p:nvPr/>
        </p:nvSpPr>
        <p:spPr>
          <a:xfrm>
            <a:off x="7990247" y="2094807"/>
            <a:ext cx="1160413"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rgbClr val="BFBFBF"/>
                </a:solidFill>
                <a:latin typeface="Arial"/>
                <a:ea typeface="Arial"/>
                <a:cs typeface="Arial"/>
                <a:sym typeface="Arial"/>
              </a:rPr>
              <a:t>6: Usar modelo</a:t>
            </a:r>
            <a:endParaRPr sz="1100"/>
          </a:p>
        </p:txBody>
      </p:sp>
      <p:sp>
        <p:nvSpPr>
          <p:cNvPr id="880" name="Google Shape;880;p74"/>
          <p:cNvSpPr txBox="1"/>
          <p:nvPr/>
        </p:nvSpPr>
        <p:spPr>
          <a:xfrm>
            <a:off x="314325" y="2773204"/>
            <a:ext cx="8646932" cy="2168129"/>
          </a:xfrm>
          <a:prstGeom prst="rect">
            <a:avLst/>
          </a:prstGeom>
          <a:noFill/>
          <a:ln>
            <a:noFill/>
          </a:ln>
        </p:spPr>
        <p:txBody>
          <a:bodyPr anchorCtr="0" anchor="t" bIns="34275" lIns="68575" spcFirstLastPara="1" rIns="68575" wrap="square" tIns="34275">
            <a:noAutofit/>
          </a:bodyPr>
          <a:lstStyle/>
          <a:p>
            <a:pPr indent="-171450" lvl="0" marL="177800" marR="0" rtl="0" algn="l">
              <a:lnSpc>
                <a:spcPct val="90000"/>
              </a:lnSpc>
              <a:spcBef>
                <a:spcPts val="0"/>
              </a:spcBef>
              <a:spcAft>
                <a:spcPts val="0"/>
              </a:spcAft>
              <a:buClr>
                <a:schemeClr val="dk1"/>
              </a:buClr>
              <a:buSzPts val="2100"/>
              <a:buFont typeface="Arial"/>
              <a:buChar char="•"/>
            </a:pPr>
            <a:r>
              <a:rPr b="0" i="0" lang="es-419" sz="2100">
                <a:solidFill>
                  <a:schemeClr val="dk1"/>
                </a:solidFill>
                <a:latin typeface="Arial"/>
                <a:ea typeface="Arial"/>
                <a:cs typeface="Arial"/>
                <a:sym typeface="Arial"/>
              </a:rPr>
              <a:t>Conjunto de datos: datos sobre imágenes, etiquetas y cuadro delimitador</a:t>
            </a:r>
            <a:endParaRPr sz="1100"/>
          </a:p>
          <a:p>
            <a:pPr indent="-171450" lvl="0" marL="177800" marR="0" rtl="0" algn="l">
              <a:lnSpc>
                <a:spcPct val="90000"/>
              </a:lnSpc>
              <a:spcBef>
                <a:spcPts val="800"/>
              </a:spcBef>
              <a:spcAft>
                <a:spcPts val="0"/>
              </a:spcAft>
              <a:buClr>
                <a:schemeClr val="dk1"/>
              </a:buClr>
              <a:buSzPts val="2100"/>
              <a:buFont typeface="Arial"/>
              <a:buChar char="•"/>
            </a:pPr>
            <a:r>
              <a:rPr b="0" i="0" lang="es-419" sz="2100">
                <a:solidFill>
                  <a:schemeClr val="dk1"/>
                </a:solidFill>
                <a:latin typeface="Arial"/>
                <a:ea typeface="Arial"/>
                <a:cs typeface="Arial"/>
                <a:sym typeface="Arial"/>
              </a:rPr>
              <a:t>Crear al menos dos etiquetas</a:t>
            </a:r>
            <a:endParaRPr sz="1100"/>
          </a:p>
          <a:p>
            <a:pPr indent="-171450" lvl="0" marL="177800" marR="0" rtl="0" algn="l">
              <a:lnSpc>
                <a:spcPct val="90000"/>
              </a:lnSpc>
              <a:spcBef>
                <a:spcPts val="800"/>
              </a:spcBef>
              <a:spcAft>
                <a:spcPts val="0"/>
              </a:spcAft>
              <a:buClr>
                <a:schemeClr val="dk1"/>
              </a:buClr>
              <a:buSzPts val="2100"/>
              <a:buFont typeface="Arial"/>
              <a:buChar char="•"/>
            </a:pPr>
            <a:r>
              <a:rPr b="0" i="0" lang="es-419" sz="2100">
                <a:solidFill>
                  <a:schemeClr val="dk1"/>
                </a:solidFill>
                <a:latin typeface="Arial"/>
                <a:ea typeface="Arial"/>
                <a:cs typeface="Arial"/>
                <a:sym typeface="Arial"/>
              </a:rPr>
              <a:t>Etiquetar las imágenes mediante la consola o Amazon SageMaker Ground Truth</a:t>
            </a:r>
            <a:endParaRPr b="0" i="0" sz="2100">
              <a:solidFill>
                <a:schemeClr val="dk1"/>
              </a:solidFill>
              <a:latin typeface="Arial"/>
              <a:ea typeface="Arial"/>
              <a:cs typeface="Arial"/>
              <a:sym typeface="Arial"/>
            </a:endParaRPr>
          </a:p>
          <a:p>
            <a:pPr indent="-38100" lvl="0" marL="177800" marR="0" rtl="0" algn="l">
              <a:lnSpc>
                <a:spcPct val="90000"/>
              </a:lnSpc>
              <a:spcBef>
                <a:spcPts val="800"/>
              </a:spcBef>
              <a:spcAft>
                <a:spcPts val="0"/>
              </a:spcAft>
              <a:buClr>
                <a:schemeClr val="dk1"/>
              </a:buClr>
              <a:buSzPts val="2100"/>
              <a:buFont typeface="Arial"/>
              <a:buNone/>
            </a:pPr>
            <a:r>
              <a:t/>
            </a:r>
            <a:endParaRPr b="0" i="0" sz="2100">
              <a:solidFill>
                <a:schemeClr val="dk1"/>
              </a:solidFill>
              <a:latin typeface="Arial"/>
              <a:ea typeface="Arial"/>
              <a:cs typeface="Arial"/>
              <a:sym typeface="Arial"/>
            </a:endParaRPr>
          </a:p>
          <a:p>
            <a:pPr indent="-38100" lvl="0" marL="177800" marR="0" rtl="0" algn="l">
              <a:lnSpc>
                <a:spcPct val="90000"/>
              </a:lnSpc>
              <a:spcBef>
                <a:spcPts val="800"/>
              </a:spcBef>
              <a:spcAft>
                <a:spcPts val="0"/>
              </a:spcAft>
              <a:buClr>
                <a:schemeClr val="dk1"/>
              </a:buClr>
              <a:buSzPts val="2100"/>
              <a:buFont typeface="Arial"/>
              <a:buNone/>
            </a:pPr>
            <a:r>
              <a:t/>
            </a:r>
            <a:endParaRPr b="0" i="0" sz="2100">
              <a:solidFill>
                <a:schemeClr val="dk1"/>
              </a:solidFill>
              <a:latin typeface="Arial"/>
              <a:ea typeface="Arial"/>
              <a:cs typeface="Arial"/>
              <a:sym typeface="Arial"/>
            </a:endParaRPr>
          </a:p>
          <a:p>
            <a:pPr indent="-38100" lvl="0" marL="177800" marR="0" rtl="0" algn="l">
              <a:lnSpc>
                <a:spcPct val="90000"/>
              </a:lnSpc>
              <a:spcBef>
                <a:spcPts val="800"/>
              </a:spcBef>
              <a:spcAft>
                <a:spcPts val="0"/>
              </a:spcAft>
              <a:buClr>
                <a:schemeClr val="dk1"/>
              </a:buClr>
              <a:buSzPts val="2100"/>
              <a:buFont typeface="Arial"/>
              <a:buNone/>
            </a:pPr>
            <a:r>
              <a:t/>
            </a:r>
            <a:endParaRPr b="0" i="0" sz="2100">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75"/>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Etiquetas de nivel de imagen frente a nivel de objeto</a:t>
            </a:r>
            <a:endParaRPr/>
          </a:p>
        </p:txBody>
      </p:sp>
      <p:sp>
        <p:nvSpPr>
          <p:cNvPr id="886" name="Google Shape;886;p75"/>
          <p:cNvSpPr txBox="1"/>
          <p:nvPr>
            <p:ph idx="1" type="body"/>
          </p:nvPr>
        </p:nvSpPr>
        <p:spPr>
          <a:xfrm>
            <a:off x="314326" y="1143000"/>
            <a:ext cx="4128516" cy="388449"/>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2100"/>
              <a:buNone/>
            </a:pPr>
            <a:r>
              <a:rPr lang="es-419" sz="2100"/>
              <a:t>Escenas y conceptos</a:t>
            </a:r>
            <a:endParaRPr/>
          </a:p>
        </p:txBody>
      </p:sp>
      <p:sp>
        <p:nvSpPr>
          <p:cNvPr id="887" name="Google Shape;887;p75"/>
          <p:cNvSpPr txBox="1"/>
          <p:nvPr>
            <p:ph idx="3" type="body"/>
          </p:nvPr>
        </p:nvSpPr>
        <p:spPr>
          <a:xfrm>
            <a:off x="4592165" y="1143000"/>
            <a:ext cx="4456586" cy="388449"/>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2100"/>
              <a:buNone/>
            </a:pPr>
            <a:r>
              <a:rPr lang="es-419" sz="2100"/>
              <a:t>Objetos con cuadros delimitadores</a:t>
            </a:r>
            <a:endParaRPr/>
          </a:p>
        </p:txBody>
      </p:sp>
      <p:pic>
        <p:nvPicPr>
          <p:cNvPr descr="Image with scenes and concepts" id="888" name="Google Shape;888;p75"/>
          <p:cNvPicPr preferRelativeResize="0"/>
          <p:nvPr>
            <p:ph idx="2" type="body"/>
          </p:nvPr>
        </p:nvPicPr>
        <p:blipFill rotWithShape="1">
          <a:blip r:embed="rId3">
            <a:alphaModFix/>
          </a:blip>
          <a:srcRect b="0" l="0" r="0" t="0"/>
          <a:stretch/>
        </p:blipFill>
        <p:spPr>
          <a:xfrm>
            <a:off x="313754" y="1638083"/>
            <a:ext cx="4129088" cy="2322611"/>
          </a:xfrm>
          <a:prstGeom prst="rect">
            <a:avLst/>
          </a:prstGeom>
          <a:noFill/>
          <a:ln>
            <a:noFill/>
          </a:ln>
        </p:spPr>
      </p:pic>
      <p:pic>
        <p:nvPicPr>
          <p:cNvPr descr="Object with a bounding box." id="889" name="Google Shape;889;p75"/>
          <p:cNvPicPr preferRelativeResize="0"/>
          <p:nvPr>
            <p:ph idx="4" type="body"/>
          </p:nvPr>
        </p:nvPicPr>
        <p:blipFill rotWithShape="1">
          <a:blip r:embed="rId4">
            <a:alphaModFix/>
          </a:blip>
          <a:srcRect b="0" l="0" r="0" t="0"/>
          <a:stretch/>
        </p:blipFill>
        <p:spPr>
          <a:xfrm>
            <a:off x="4687491" y="1634921"/>
            <a:ext cx="4127897" cy="2328935"/>
          </a:xfrm>
          <a:prstGeom prst="rect">
            <a:avLst/>
          </a:prstGeom>
          <a:noFill/>
          <a:ln>
            <a:noFill/>
          </a:ln>
        </p:spPr>
      </p:pic>
      <p:sp>
        <p:nvSpPr>
          <p:cNvPr id="890" name="Google Shape;890;p75"/>
          <p:cNvSpPr txBox="1"/>
          <p:nvPr/>
        </p:nvSpPr>
        <p:spPr>
          <a:xfrm>
            <a:off x="314326" y="4006188"/>
            <a:ext cx="1581202"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2100">
                <a:solidFill>
                  <a:schemeClr val="dk1"/>
                </a:solidFill>
                <a:latin typeface="Arial"/>
                <a:ea typeface="Arial"/>
                <a:cs typeface="Arial"/>
                <a:sym typeface="Arial"/>
              </a:rPr>
              <a:t>Etiqueta: </a:t>
            </a:r>
            <a:r>
              <a:rPr i="1" lang="es-419" sz="2100">
                <a:solidFill>
                  <a:schemeClr val="dk1"/>
                </a:solidFill>
                <a:latin typeface="Arial"/>
                <a:ea typeface="Arial"/>
                <a:cs typeface="Arial"/>
                <a:sym typeface="Arial"/>
              </a:rPr>
              <a:t>playa</a:t>
            </a:r>
            <a:endParaRPr sz="1100"/>
          </a:p>
        </p:txBody>
      </p:sp>
      <p:sp>
        <p:nvSpPr>
          <p:cNvPr id="891" name="Google Shape;891;p75"/>
          <p:cNvSpPr txBox="1"/>
          <p:nvPr/>
        </p:nvSpPr>
        <p:spPr>
          <a:xfrm>
            <a:off x="6836240" y="4006188"/>
            <a:ext cx="1979148" cy="392415"/>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es-419" sz="2100">
                <a:solidFill>
                  <a:schemeClr val="dk1"/>
                </a:solidFill>
                <a:latin typeface="Arial"/>
                <a:ea typeface="Arial"/>
                <a:cs typeface="Arial"/>
                <a:sym typeface="Arial"/>
              </a:rPr>
              <a:t>Etiqueta: </a:t>
            </a:r>
            <a:r>
              <a:rPr i="1" lang="es-419" sz="2100">
                <a:solidFill>
                  <a:schemeClr val="dk1"/>
                </a:solidFill>
                <a:latin typeface="Arial"/>
                <a:ea typeface="Arial"/>
                <a:cs typeface="Arial"/>
                <a:sym typeface="Arial"/>
              </a:rPr>
              <a:t>Echo Dot</a:t>
            </a:r>
            <a:endParaRPr sz="11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76"/>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Las imágenes necesitan etiquetas</a:t>
            </a:r>
            <a:endParaRPr/>
          </a:p>
        </p:txBody>
      </p:sp>
      <p:sp>
        <p:nvSpPr>
          <p:cNvPr id="897" name="Google Shape;897;p76"/>
          <p:cNvSpPr txBox="1"/>
          <p:nvPr>
            <p:ph idx="4294967295" type="body"/>
          </p:nvPr>
        </p:nvSpPr>
        <p:spPr>
          <a:xfrm>
            <a:off x="2795418" y="1211758"/>
            <a:ext cx="6034257" cy="3418584"/>
          </a:xfrm>
          <a:prstGeom prst="rect">
            <a:avLst/>
          </a:prstGeom>
          <a:solidFill>
            <a:schemeClr val="accent2"/>
          </a:solidFill>
          <a:ln>
            <a:noFill/>
          </a:ln>
        </p:spPr>
        <p:txBody>
          <a:bodyPr anchorCtr="0" anchor="t" bIns="34275" lIns="68575" spcFirstLastPara="1" rIns="68575" wrap="square" tIns="34275">
            <a:normAutofit lnSpcReduction="10000"/>
          </a:bodyPr>
          <a:lstStyle/>
          <a:p>
            <a:pPr indent="0" lvl="0" marL="0" rtl="0" algn="l">
              <a:lnSpc>
                <a:spcPct val="90000"/>
              </a:lnSpc>
              <a:spcBef>
                <a:spcPts val="0"/>
              </a:spcBef>
              <a:spcAft>
                <a:spcPts val="0"/>
              </a:spcAft>
              <a:buClr>
                <a:schemeClr val="dk1"/>
              </a:buClr>
              <a:buSzPts val="900"/>
              <a:buNone/>
            </a:pPr>
            <a:r>
              <a:t/>
            </a:r>
            <a:endParaRPr sz="900">
              <a:latin typeface="Courier New"/>
              <a:ea typeface="Courier New"/>
              <a:cs typeface="Courier New"/>
              <a:sym typeface="Courier New"/>
            </a:endParaRPr>
          </a:p>
          <a:p>
            <a:pPr indent="0" lvl="0" marL="0" rtl="0" algn="l">
              <a:lnSpc>
                <a:spcPct val="90000"/>
              </a:lnSpc>
              <a:spcBef>
                <a:spcPts val="800"/>
              </a:spcBef>
              <a:spcAft>
                <a:spcPts val="0"/>
              </a:spcAft>
              <a:buClr>
                <a:schemeClr val="dk1"/>
              </a:buClr>
              <a:buSzPts val="1400"/>
              <a:buNone/>
            </a:pPr>
            <a:r>
              <a:rPr lang="es-419" sz="1400">
                <a:latin typeface="Courier New"/>
                <a:ea typeface="Courier New"/>
                <a:cs typeface="Courier New"/>
                <a:sym typeface="Courier New"/>
              </a:rPr>
              <a:t>{</a:t>
            </a:r>
            <a:endParaRPr/>
          </a:p>
          <a:p>
            <a:pPr indent="0" lvl="0" marL="0" rtl="0" algn="l">
              <a:lnSpc>
                <a:spcPct val="90000"/>
              </a:lnSpc>
              <a:spcBef>
                <a:spcPts val="800"/>
              </a:spcBef>
              <a:spcAft>
                <a:spcPts val="0"/>
              </a:spcAft>
              <a:buClr>
                <a:schemeClr val="dk1"/>
              </a:buClr>
              <a:buSzPts val="1400"/>
              <a:buNone/>
            </a:pPr>
            <a:r>
              <a:rPr lang="es-419" sz="1400">
                <a:latin typeface="Courier New"/>
                <a:ea typeface="Courier New"/>
                <a:cs typeface="Courier New"/>
                <a:sym typeface="Courier New"/>
              </a:rPr>
              <a:t>    "source-ref": "s3://b/…/img_2783.jpg",</a:t>
            </a:r>
            <a:endParaRPr/>
          </a:p>
          <a:p>
            <a:pPr indent="0" lvl="0" marL="0" rtl="0" algn="l">
              <a:lnSpc>
                <a:spcPct val="90000"/>
              </a:lnSpc>
              <a:spcBef>
                <a:spcPts val="800"/>
              </a:spcBef>
              <a:spcAft>
                <a:spcPts val="0"/>
              </a:spcAft>
              <a:buClr>
                <a:schemeClr val="dk1"/>
              </a:buClr>
              <a:buSzPts val="1400"/>
              <a:buNone/>
            </a:pPr>
            <a:r>
              <a:rPr lang="es-419" sz="1400">
                <a:latin typeface="Courier New"/>
                <a:ea typeface="Courier New"/>
                <a:cs typeface="Courier New"/>
                <a:sym typeface="Courier New"/>
              </a:rPr>
              <a:t>    "small_beach": 1,</a:t>
            </a:r>
            <a:endParaRPr/>
          </a:p>
          <a:p>
            <a:pPr indent="0" lvl="0" marL="0" rtl="0" algn="l">
              <a:lnSpc>
                <a:spcPct val="90000"/>
              </a:lnSpc>
              <a:spcBef>
                <a:spcPts val="800"/>
              </a:spcBef>
              <a:spcAft>
                <a:spcPts val="0"/>
              </a:spcAft>
              <a:buClr>
                <a:schemeClr val="dk1"/>
              </a:buClr>
              <a:buSzPts val="1400"/>
              <a:buNone/>
            </a:pPr>
            <a:r>
              <a:rPr lang="es-419" sz="1400">
                <a:latin typeface="Courier New"/>
                <a:ea typeface="Courier New"/>
                <a:cs typeface="Courier New"/>
                <a:sym typeface="Courier New"/>
              </a:rPr>
              <a:t>    "small_beach-metadata": {</a:t>
            </a:r>
            <a:endParaRPr/>
          </a:p>
          <a:p>
            <a:pPr indent="0" lvl="0" marL="0" rtl="0" algn="l">
              <a:lnSpc>
                <a:spcPct val="90000"/>
              </a:lnSpc>
              <a:spcBef>
                <a:spcPts val="800"/>
              </a:spcBef>
              <a:spcAft>
                <a:spcPts val="0"/>
              </a:spcAft>
              <a:buClr>
                <a:schemeClr val="dk1"/>
              </a:buClr>
              <a:buSzPts val="1400"/>
              <a:buNone/>
            </a:pPr>
            <a:r>
              <a:rPr lang="es-419" sz="1400">
                <a:latin typeface="Courier New"/>
                <a:ea typeface="Courier New"/>
                <a:cs typeface="Courier New"/>
                <a:sym typeface="Courier New"/>
              </a:rPr>
              <a:t>       "confidence": 1,</a:t>
            </a:r>
            <a:endParaRPr/>
          </a:p>
          <a:p>
            <a:pPr indent="0" lvl="0" marL="0" rtl="0" algn="l">
              <a:lnSpc>
                <a:spcPct val="90000"/>
              </a:lnSpc>
              <a:spcBef>
                <a:spcPts val="800"/>
              </a:spcBef>
              <a:spcAft>
                <a:spcPts val="0"/>
              </a:spcAft>
              <a:buClr>
                <a:schemeClr val="dk1"/>
              </a:buClr>
              <a:buSzPts val="1400"/>
              <a:buNone/>
            </a:pPr>
            <a:r>
              <a:rPr lang="es-419" sz="1400">
                <a:latin typeface="Courier New"/>
                <a:ea typeface="Courier New"/>
                <a:cs typeface="Courier New"/>
                <a:sym typeface="Courier New"/>
              </a:rPr>
              <a:t>       "job-name": "labeling-job/small_beach",</a:t>
            </a:r>
            <a:endParaRPr/>
          </a:p>
          <a:p>
            <a:pPr indent="0" lvl="0" marL="0" rtl="0" algn="l">
              <a:lnSpc>
                <a:spcPct val="90000"/>
              </a:lnSpc>
              <a:spcBef>
                <a:spcPts val="800"/>
              </a:spcBef>
              <a:spcAft>
                <a:spcPts val="0"/>
              </a:spcAft>
              <a:buClr>
                <a:schemeClr val="dk1"/>
              </a:buClr>
              <a:buSzPts val="1400"/>
              <a:buNone/>
            </a:pPr>
            <a:r>
              <a:rPr lang="es-419" sz="1400">
                <a:latin typeface="Courier New"/>
                <a:ea typeface="Courier New"/>
                <a:cs typeface="Courier New"/>
                <a:sym typeface="Courier New"/>
              </a:rPr>
              <a:t>       "class-name": “Beach",</a:t>
            </a:r>
            <a:endParaRPr/>
          </a:p>
          <a:p>
            <a:pPr indent="0" lvl="0" marL="0" rtl="0" algn="l">
              <a:lnSpc>
                <a:spcPct val="90000"/>
              </a:lnSpc>
              <a:spcBef>
                <a:spcPts val="800"/>
              </a:spcBef>
              <a:spcAft>
                <a:spcPts val="0"/>
              </a:spcAft>
              <a:buClr>
                <a:schemeClr val="dk1"/>
              </a:buClr>
              <a:buSzPts val="1400"/>
              <a:buNone/>
            </a:pPr>
            <a:r>
              <a:rPr lang="es-419" sz="1400">
                <a:latin typeface="Courier New"/>
                <a:ea typeface="Courier New"/>
                <a:cs typeface="Courier New"/>
                <a:sym typeface="Courier New"/>
              </a:rPr>
              <a:t>       "human-annotated": "yes",</a:t>
            </a:r>
            <a:endParaRPr/>
          </a:p>
          <a:p>
            <a:pPr indent="0" lvl="0" marL="0" rtl="0" algn="l">
              <a:lnSpc>
                <a:spcPct val="90000"/>
              </a:lnSpc>
              <a:spcBef>
                <a:spcPts val="800"/>
              </a:spcBef>
              <a:spcAft>
                <a:spcPts val="0"/>
              </a:spcAft>
              <a:buClr>
                <a:schemeClr val="dk1"/>
              </a:buClr>
              <a:buSzPts val="1400"/>
              <a:buNone/>
            </a:pPr>
            <a:r>
              <a:rPr lang="es-419" sz="1400">
                <a:latin typeface="Courier New"/>
                <a:ea typeface="Courier New"/>
                <a:cs typeface="Courier New"/>
                <a:sym typeface="Courier New"/>
              </a:rPr>
              <a:t>       "creation-date": "2020-03-02T20:42:03.525Z",</a:t>
            </a:r>
            <a:endParaRPr/>
          </a:p>
          <a:p>
            <a:pPr indent="0" lvl="0" marL="0" rtl="0" algn="l">
              <a:lnSpc>
                <a:spcPct val="90000"/>
              </a:lnSpc>
              <a:spcBef>
                <a:spcPts val="800"/>
              </a:spcBef>
              <a:spcAft>
                <a:spcPts val="0"/>
              </a:spcAft>
              <a:buClr>
                <a:schemeClr val="dk1"/>
              </a:buClr>
              <a:buSzPts val="1400"/>
              <a:buNone/>
            </a:pPr>
            <a:r>
              <a:rPr lang="es-419" sz="1400">
                <a:latin typeface="Courier New"/>
                <a:ea typeface="Courier New"/>
                <a:cs typeface="Courier New"/>
                <a:sym typeface="Courier New"/>
              </a:rPr>
              <a:t>       "type": "groundtruth/image-classification"</a:t>
            </a:r>
            <a:endParaRPr/>
          </a:p>
          <a:p>
            <a:pPr indent="0" lvl="0" marL="0" rtl="0" algn="l">
              <a:lnSpc>
                <a:spcPct val="90000"/>
              </a:lnSpc>
              <a:spcBef>
                <a:spcPts val="800"/>
              </a:spcBef>
              <a:spcAft>
                <a:spcPts val="0"/>
              </a:spcAft>
              <a:buClr>
                <a:schemeClr val="dk1"/>
              </a:buClr>
              <a:buSzPts val="1400"/>
              <a:buNone/>
            </a:pPr>
            <a:r>
              <a:rPr lang="es-419" sz="1400">
                <a:latin typeface="Courier New"/>
                <a:ea typeface="Courier New"/>
                <a:cs typeface="Courier New"/>
                <a:sym typeface="Courier New"/>
              </a:rPr>
              <a:t>    }</a:t>
            </a:r>
            <a:endParaRPr/>
          </a:p>
          <a:p>
            <a:pPr indent="0" lvl="0" marL="0" rtl="0" algn="l">
              <a:lnSpc>
                <a:spcPct val="90000"/>
              </a:lnSpc>
              <a:spcBef>
                <a:spcPts val="800"/>
              </a:spcBef>
              <a:spcAft>
                <a:spcPts val="0"/>
              </a:spcAft>
              <a:buClr>
                <a:schemeClr val="dk1"/>
              </a:buClr>
              <a:buSzPts val="1400"/>
              <a:buNone/>
            </a:pPr>
            <a:r>
              <a:rPr lang="es-419" sz="1400">
                <a:latin typeface="Courier New"/>
                <a:ea typeface="Courier New"/>
                <a:cs typeface="Courier New"/>
                <a:sym typeface="Courier New"/>
              </a:rPr>
              <a:t>}</a:t>
            </a:r>
            <a:endParaRPr/>
          </a:p>
          <a:p>
            <a:pPr indent="0" lvl="0" marL="0" rtl="0" algn="l">
              <a:lnSpc>
                <a:spcPct val="90000"/>
              </a:lnSpc>
              <a:spcBef>
                <a:spcPts val="800"/>
              </a:spcBef>
              <a:spcAft>
                <a:spcPts val="0"/>
              </a:spcAft>
              <a:buClr>
                <a:schemeClr val="dk1"/>
              </a:buClr>
              <a:buSzPts val="1400"/>
              <a:buNone/>
            </a:pPr>
            <a:r>
              <a:t/>
            </a:r>
            <a:endParaRPr sz="1400">
              <a:latin typeface="Courier New"/>
              <a:ea typeface="Courier New"/>
              <a:cs typeface="Courier New"/>
              <a:sym typeface="Courier New"/>
            </a:endParaRPr>
          </a:p>
        </p:txBody>
      </p:sp>
      <p:pic>
        <p:nvPicPr>
          <p:cNvPr id="898" name="Google Shape;898;p76"/>
          <p:cNvPicPr preferRelativeResize="0"/>
          <p:nvPr>
            <p:ph idx="4294967295" type="body"/>
          </p:nvPr>
        </p:nvPicPr>
        <p:blipFill rotWithShape="1">
          <a:blip r:embed="rId3">
            <a:alphaModFix/>
          </a:blip>
          <a:srcRect b="0" l="0" r="0" t="0"/>
          <a:stretch/>
        </p:blipFill>
        <p:spPr>
          <a:xfrm>
            <a:off x="314325" y="1211757"/>
            <a:ext cx="2244048" cy="1261872"/>
          </a:xfrm>
          <a:prstGeom prst="rect">
            <a:avLst/>
          </a:prstGeom>
          <a:noFill/>
          <a:ln>
            <a:noFill/>
          </a:ln>
        </p:spPr>
      </p:pic>
      <p:sp>
        <p:nvSpPr>
          <p:cNvPr id="899" name="Google Shape;899;p76"/>
          <p:cNvSpPr/>
          <p:nvPr/>
        </p:nvSpPr>
        <p:spPr>
          <a:xfrm>
            <a:off x="3553341" y="2967023"/>
            <a:ext cx="2337505" cy="250648"/>
          </a:xfrm>
          <a:prstGeom prst="rect">
            <a:avLst/>
          </a:prstGeom>
          <a:noFill/>
          <a:ln cap="flat" cmpd="sng" w="381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77"/>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Los objetos necesitan cuadros delimitadores</a:t>
            </a:r>
            <a:endParaRPr/>
          </a:p>
        </p:txBody>
      </p:sp>
      <p:sp>
        <p:nvSpPr>
          <p:cNvPr id="905" name="Google Shape;905;p77"/>
          <p:cNvSpPr txBox="1"/>
          <p:nvPr>
            <p:ph idx="4294967295" type="body"/>
          </p:nvPr>
        </p:nvSpPr>
        <p:spPr>
          <a:xfrm>
            <a:off x="2795418" y="1212757"/>
            <a:ext cx="6034257" cy="3554506"/>
          </a:xfrm>
          <a:prstGeom prst="rect">
            <a:avLst/>
          </a:prstGeom>
          <a:solidFill>
            <a:schemeClr val="accent2"/>
          </a:solid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1100"/>
              <a:buNone/>
            </a:pPr>
            <a:r>
              <a:rPr lang="es-419" sz="1100">
                <a:latin typeface="Courier New"/>
                <a:ea typeface="Courier New"/>
                <a:cs typeface="Courier New"/>
                <a:sym typeface="Courier New"/>
              </a:rPr>
              <a:t>   "small_BB": { "annotations": [</a:t>
            </a:r>
            <a:endParaRPr/>
          </a:p>
          <a:p>
            <a:pPr indent="0" lvl="0" marL="0" rtl="0" algn="l">
              <a:lnSpc>
                <a:spcPct val="90000"/>
              </a:lnSpc>
              <a:spcBef>
                <a:spcPts val="800"/>
              </a:spcBef>
              <a:spcAft>
                <a:spcPts val="0"/>
              </a:spcAft>
              <a:buClr>
                <a:schemeClr val="dk1"/>
              </a:buClr>
              <a:buSzPts val="1100"/>
              <a:buNone/>
            </a:pPr>
            <a:r>
              <a:rPr lang="es-419" sz="1100">
                <a:latin typeface="Courier New"/>
                <a:ea typeface="Courier New"/>
                <a:cs typeface="Courier New"/>
                <a:sym typeface="Courier New"/>
              </a:rPr>
              <a:t>         {  "left": 186,"top": 125,”width": 346,"height": 580,</a:t>
            </a:r>
            <a:endParaRPr/>
          </a:p>
          <a:p>
            <a:pPr indent="0" lvl="0" marL="0" rtl="0" algn="l">
              <a:lnSpc>
                <a:spcPct val="90000"/>
              </a:lnSpc>
              <a:spcBef>
                <a:spcPts val="800"/>
              </a:spcBef>
              <a:spcAft>
                <a:spcPts val="0"/>
              </a:spcAft>
              <a:buClr>
                <a:schemeClr val="dk1"/>
              </a:buClr>
              <a:buSzPts val="1100"/>
              <a:buNone/>
            </a:pPr>
            <a:r>
              <a:rPr lang="es-419" sz="1100">
                <a:latin typeface="Courier New"/>
                <a:ea typeface="Courier New"/>
                <a:cs typeface="Courier New"/>
                <a:sym typeface="Courier New"/>
              </a:rPr>
              <a:t>            "annotationType": "bounding-box", "id": 5,"class_id": 0},</a:t>
            </a:r>
            <a:endParaRPr/>
          </a:p>
          <a:p>
            <a:pPr indent="0" lvl="0" marL="0" rtl="0" algn="l">
              <a:lnSpc>
                <a:spcPct val="90000"/>
              </a:lnSpc>
              <a:spcBef>
                <a:spcPts val="800"/>
              </a:spcBef>
              <a:spcAft>
                <a:spcPts val="0"/>
              </a:spcAft>
              <a:buClr>
                <a:schemeClr val="dk1"/>
              </a:buClr>
              <a:buSzPts val="1100"/>
              <a:buNone/>
            </a:pPr>
            <a:r>
              <a:rPr lang="es-419" sz="1100">
                <a:latin typeface="Courier New"/>
                <a:ea typeface="Courier New"/>
                <a:cs typeface="Courier New"/>
                <a:sym typeface="Courier New"/>
              </a:rPr>
              <a:t>         {  "left": 732,"top": 445,"width": 270,"height": 192,</a:t>
            </a:r>
            <a:endParaRPr/>
          </a:p>
          <a:p>
            <a:pPr indent="0" lvl="0" marL="0" rtl="0" algn="l">
              <a:lnSpc>
                <a:spcPct val="90000"/>
              </a:lnSpc>
              <a:spcBef>
                <a:spcPts val="800"/>
              </a:spcBef>
              <a:spcAft>
                <a:spcPts val="0"/>
              </a:spcAft>
              <a:buClr>
                <a:schemeClr val="dk1"/>
              </a:buClr>
              <a:buSzPts val="1100"/>
              <a:buNone/>
            </a:pPr>
            <a:r>
              <a:rPr lang="es-419" sz="1100">
                <a:latin typeface="Courier New"/>
                <a:ea typeface="Courier New"/>
                <a:cs typeface="Courier New"/>
                <a:sym typeface="Courier New"/>
              </a:rPr>
              <a:t>            "annotationType": "bounding-box", "id": 6,"class_id": 1}],</a:t>
            </a:r>
            <a:endParaRPr/>
          </a:p>
          <a:p>
            <a:pPr indent="0" lvl="0" marL="0" rtl="0" algn="l">
              <a:lnSpc>
                <a:spcPct val="90000"/>
              </a:lnSpc>
              <a:spcBef>
                <a:spcPts val="800"/>
              </a:spcBef>
              <a:spcAft>
                <a:spcPts val="0"/>
              </a:spcAft>
              <a:buClr>
                <a:schemeClr val="dk1"/>
              </a:buClr>
              <a:buSzPts val="1100"/>
              <a:buNone/>
            </a:pPr>
            <a:r>
              <a:rPr lang="es-419" sz="1100">
                <a:latin typeface="Courier New"/>
                <a:ea typeface="Courier New"/>
                <a:cs typeface="Courier New"/>
                <a:sym typeface="Courier New"/>
              </a:rPr>
              <a:t>      "image_size": [</a:t>
            </a:r>
            <a:endParaRPr/>
          </a:p>
          <a:p>
            <a:pPr indent="0" lvl="0" marL="0" rtl="0" algn="l">
              <a:lnSpc>
                <a:spcPct val="90000"/>
              </a:lnSpc>
              <a:spcBef>
                <a:spcPts val="800"/>
              </a:spcBef>
              <a:spcAft>
                <a:spcPts val="0"/>
              </a:spcAft>
              <a:buClr>
                <a:schemeClr val="dk1"/>
              </a:buClr>
              <a:buSzPts val="1100"/>
              <a:buNone/>
            </a:pPr>
            <a:r>
              <a:rPr lang="es-419" sz="1100">
                <a:latin typeface="Courier New"/>
                <a:ea typeface="Courier New"/>
                <a:cs typeface="Courier New"/>
                <a:sym typeface="Courier New"/>
              </a:rPr>
              <a:t>         {  "width": 1152,"height": 864,"depth": 3 }]},</a:t>
            </a:r>
            <a:endParaRPr/>
          </a:p>
          <a:p>
            <a:pPr indent="0" lvl="0" marL="0" rtl="0" algn="l">
              <a:lnSpc>
                <a:spcPct val="90000"/>
              </a:lnSpc>
              <a:spcBef>
                <a:spcPts val="800"/>
              </a:spcBef>
              <a:spcAft>
                <a:spcPts val="0"/>
              </a:spcAft>
              <a:buClr>
                <a:schemeClr val="dk1"/>
              </a:buClr>
              <a:buSzPts val="1100"/>
              <a:buNone/>
            </a:pPr>
            <a:r>
              <a:rPr lang="es-419" sz="1100">
                <a:latin typeface="Courier New"/>
                <a:ea typeface="Courier New"/>
                <a:cs typeface="Courier New"/>
                <a:sym typeface="Courier New"/>
              </a:rPr>
              <a:t>   "small_BB-metadata": {</a:t>
            </a:r>
            <a:endParaRPr/>
          </a:p>
          <a:p>
            <a:pPr indent="0" lvl="0" marL="0" rtl="0" algn="l">
              <a:lnSpc>
                <a:spcPct val="90000"/>
              </a:lnSpc>
              <a:spcBef>
                <a:spcPts val="800"/>
              </a:spcBef>
              <a:spcAft>
                <a:spcPts val="0"/>
              </a:spcAft>
              <a:buClr>
                <a:schemeClr val="dk1"/>
              </a:buClr>
              <a:buSzPts val="1100"/>
              <a:buNone/>
            </a:pPr>
            <a:r>
              <a:rPr lang="es-419" sz="1100">
                <a:latin typeface="Courier New"/>
                <a:ea typeface="Courier New"/>
                <a:cs typeface="Courier New"/>
                <a:sym typeface="Courier New"/>
              </a:rPr>
              <a:t>      "job-name": "labeling-job/small_BB",</a:t>
            </a:r>
            <a:endParaRPr/>
          </a:p>
          <a:p>
            <a:pPr indent="0" lvl="0" marL="0" rtl="0" algn="l">
              <a:lnSpc>
                <a:spcPct val="90000"/>
              </a:lnSpc>
              <a:spcBef>
                <a:spcPts val="800"/>
              </a:spcBef>
              <a:spcAft>
                <a:spcPts val="0"/>
              </a:spcAft>
              <a:buClr>
                <a:schemeClr val="dk1"/>
              </a:buClr>
              <a:buSzPts val="1100"/>
              <a:buNone/>
            </a:pPr>
            <a:r>
              <a:rPr lang="es-419" sz="1100">
                <a:latin typeface="Courier New"/>
                <a:ea typeface="Courier New"/>
                <a:cs typeface="Courier New"/>
                <a:sym typeface="Courier New"/>
              </a:rPr>
              <a:t>      "class-map": { "0": "Echo", "1": "Echo dot“ },</a:t>
            </a:r>
            <a:endParaRPr/>
          </a:p>
          <a:p>
            <a:pPr indent="0" lvl="0" marL="0" rtl="0" algn="l">
              <a:lnSpc>
                <a:spcPct val="90000"/>
              </a:lnSpc>
              <a:spcBef>
                <a:spcPts val="800"/>
              </a:spcBef>
              <a:spcAft>
                <a:spcPts val="0"/>
              </a:spcAft>
              <a:buClr>
                <a:schemeClr val="dk1"/>
              </a:buClr>
              <a:buSzPts val="1100"/>
              <a:buNone/>
            </a:pPr>
            <a:r>
              <a:rPr lang="es-419" sz="1100">
                <a:latin typeface="Courier New"/>
                <a:ea typeface="Courier New"/>
                <a:cs typeface="Courier New"/>
                <a:sym typeface="Courier New"/>
              </a:rPr>
              <a:t>      "human-annotated": "yes",</a:t>
            </a:r>
            <a:endParaRPr/>
          </a:p>
          <a:p>
            <a:pPr indent="0" lvl="0" marL="0" rtl="0" algn="l">
              <a:lnSpc>
                <a:spcPct val="90000"/>
              </a:lnSpc>
              <a:spcBef>
                <a:spcPts val="800"/>
              </a:spcBef>
              <a:spcAft>
                <a:spcPts val="0"/>
              </a:spcAft>
              <a:buClr>
                <a:schemeClr val="dk1"/>
              </a:buClr>
              <a:buSzPts val="1100"/>
              <a:buNone/>
            </a:pPr>
            <a:r>
              <a:rPr lang="es-419" sz="1100">
                <a:latin typeface="Courier New"/>
                <a:ea typeface="Courier New"/>
                <a:cs typeface="Courier New"/>
                <a:sym typeface="Courier New"/>
              </a:rPr>
              <a:t>      "objects": [ {"confidence": 1}, {"confidence": 1}],</a:t>
            </a:r>
            <a:endParaRPr/>
          </a:p>
          <a:p>
            <a:pPr indent="0" lvl="0" marL="0" rtl="0" algn="l">
              <a:lnSpc>
                <a:spcPct val="90000"/>
              </a:lnSpc>
              <a:spcBef>
                <a:spcPts val="800"/>
              </a:spcBef>
              <a:spcAft>
                <a:spcPts val="0"/>
              </a:spcAft>
              <a:buClr>
                <a:schemeClr val="dk1"/>
              </a:buClr>
              <a:buSzPts val="1100"/>
              <a:buNone/>
            </a:pPr>
            <a:r>
              <a:rPr lang="es-419" sz="1100">
                <a:latin typeface="Courier New"/>
                <a:ea typeface="Courier New"/>
                <a:cs typeface="Courier New"/>
                <a:sym typeface="Courier New"/>
              </a:rPr>
              <a:t>      "creation-date": "2020-03-02T20:42:25.930Z",</a:t>
            </a:r>
            <a:endParaRPr/>
          </a:p>
          <a:p>
            <a:pPr indent="0" lvl="0" marL="0" rtl="0" algn="l">
              <a:lnSpc>
                <a:spcPct val="90000"/>
              </a:lnSpc>
              <a:spcBef>
                <a:spcPts val="800"/>
              </a:spcBef>
              <a:spcAft>
                <a:spcPts val="0"/>
              </a:spcAft>
              <a:buClr>
                <a:schemeClr val="dk1"/>
              </a:buClr>
              <a:buSzPts val="1100"/>
              <a:buNone/>
            </a:pPr>
            <a:r>
              <a:rPr lang="es-419" sz="1100">
                <a:latin typeface="Courier New"/>
                <a:ea typeface="Courier New"/>
                <a:cs typeface="Courier New"/>
                <a:sym typeface="Courier New"/>
              </a:rPr>
              <a:t>      "type": "groundtruth/object-detection"</a:t>
            </a:r>
            <a:endParaRPr/>
          </a:p>
          <a:p>
            <a:pPr indent="0" lvl="0" marL="0" rtl="0" algn="l">
              <a:lnSpc>
                <a:spcPct val="90000"/>
              </a:lnSpc>
              <a:spcBef>
                <a:spcPts val="800"/>
              </a:spcBef>
              <a:spcAft>
                <a:spcPts val="0"/>
              </a:spcAft>
              <a:buClr>
                <a:schemeClr val="dk1"/>
              </a:buClr>
              <a:buSzPts val="1100"/>
              <a:buNone/>
            </a:pPr>
            <a:br>
              <a:rPr lang="es-419" sz="1100">
                <a:latin typeface="Courier New"/>
                <a:ea typeface="Courier New"/>
                <a:cs typeface="Courier New"/>
                <a:sym typeface="Courier New"/>
              </a:rPr>
            </a:br>
            <a:br>
              <a:rPr lang="es-419" sz="1100">
                <a:latin typeface="Courier New"/>
                <a:ea typeface="Courier New"/>
                <a:cs typeface="Courier New"/>
                <a:sym typeface="Courier New"/>
              </a:rPr>
            </a:br>
            <a:endParaRPr sz="1100">
              <a:latin typeface="Courier New"/>
              <a:ea typeface="Courier New"/>
              <a:cs typeface="Courier New"/>
              <a:sym typeface="Courier New"/>
            </a:endParaRPr>
          </a:p>
          <a:p>
            <a:pPr indent="0" lvl="0" marL="0" rtl="0" algn="l">
              <a:lnSpc>
                <a:spcPct val="90000"/>
              </a:lnSpc>
              <a:spcBef>
                <a:spcPts val="800"/>
              </a:spcBef>
              <a:spcAft>
                <a:spcPts val="0"/>
              </a:spcAft>
              <a:buClr>
                <a:schemeClr val="dk1"/>
              </a:buClr>
              <a:buSzPts val="1100"/>
              <a:buNone/>
            </a:pPr>
            <a:r>
              <a:t/>
            </a:r>
            <a:endParaRPr sz="1100">
              <a:latin typeface="Courier New"/>
              <a:ea typeface="Courier New"/>
              <a:cs typeface="Courier New"/>
              <a:sym typeface="Courier New"/>
            </a:endParaRPr>
          </a:p>
          <a:p>
            <a:pPr indent="0" lvl="0" marL="0" rtl="0" algn="l">
              <a:lnSpc>
                <a:spcPct val="90000"/>
              </a:lnSpc>
              <a:spcBef>
                <a:spcPts val="800"/>
              </a:spcBef>
              <a:spcAft>
                <a:spcPts val="0"/>
              </a:spcAft>
              <a:buClr>
                <a:schemeClr val="dk1"/>
              </a:buClr>
              <a:buSzPts val="1100"/>
              <a:buNone/>
            </a:pPr>
            <a:r>
              <a:t/>
            </a:r>
            <a:endParaRPr sz="1100">
              <a:latin typeface="Courier New"/>
              <a:ea typeface="Courier New"/>
              <a:cs typeface="Courier New"/>
              <a:sym typeface="Courier New"/>
            </a:endParaRPr>
          </a:p>
        </p:txBody>
      </p:sp>
      <p:pic>
        <p:nvPicPr>
          <p:cNvPr id="906" name="Google Shape;906;p77"/>
          <p:cNvPicPr preferRelativeResize="0"/>
          <p:nvPr>
            <p:ph idx="4294967295" type="body"/>
          </p:nvPr>
        </p:nvPicPr>
        <p:blipFill rotWithShape="1">
          <a:blip r:embed="rId3">
            <a:alphaModFix/>
          </a:blip>
          <a:srcRect b="0" l="0" r="0" t="0"/>
          <a:stretch/>
        </p:blipFill>
        <p:spPr>
          <a:xfrm>
            <a:off x="314325" y="1212757"/>
            <a:ext cx="2233613" cy="1260872"/>
          </a:xfrm>
          <a:prstGeom prst="rect">
            <a:avLst/>
          </a:prstGeom>
          <a:noFill/>
          <a:ln>
            <a:noFill/>
          </a:ln>
        </p:spPr>
      </p:pic>
      <p:sp>
        <p:nvSpPr>
          <p:cNvPr id="907" name="Google Shape;907;p77"/>
          <p:cNvSpPr/>
          <p:nvPr/>
        </p:nvSpPr>
        <p:spPr>
          <a:xfrm>
            <a:off x="7160866" y="1573511"/>
            <a:ext cx="1224760" cy="417746"/>
          </a:xfrm>
          <a:prstGeom prst="ellipse">
            <a:avLst/>
          </a:prstGeom>
          <a:noFill/>
          <a:ln cap="flat" cmpd="sng" w="381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08" name="Google Shape;908;p77"/>
          <p:cNvSpPr/>
          <p:nvPr/>
        </p:nvSpPr>
        <p:spPr>
          <a:xfrm>
            <a:off x="7188595" y="2055884"/>
            <a:ext cx="1224760" cy="417746"/>
          </a:xfrm>
          <a:prstGeom prst="ellipse">
            <a:avLst/>
          </a:prstGeom>
          <a:noFill/>
          <a:ln cap="flat" cmpd="sng" w="38100">
            <a:solidFill>
              <a:schemeClr val="accent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09" name="Google Shape;909;p77"/>
          <p:cNvSpPr/>
          <p:nvPr/>
        </p:nvSpPr>
        <p:spPr>
          <a:xfrm>
            <a:off x="5549087" y="3213225"/>
            <a:ext cx="1263600" cy="250500"/>
          </a:xfrm>
          <a:prstGeom prst="rect">
            <a:avLst/>
          </a:prstGeom>
          <a:noFill/>
          <a:ln cap="flat" cmpd="sng" w="38100">
            <a:solidFill>
              <a:schemeClr val="accent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10" name="Google Shape;910;p77"/>
          <p:cNvSpPr/>
          <p:nvPr/>
        </p:nvSpPr>
        <p:spPr>
          <a:xfrm>
            <a:off x="4492491" y="3213288"/>
            <a:ext cx="981000" cy="250500"/>
          </a:xfrm>
          <a:prstGeom prst="rect">
            <a:avLst/>
          </a:prstGeom>
          <a:noFill/>
          <a:ln cap="flat" cmpd="sng" w="381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cxnSp>
        <p:nvCxnSpPr>
          <p:cNvPr id="911" name="Google Shape;911;p77"/>
          <p:cNvCxnSpPr>
            <a:stCxn id="907" idx="2"/>
            <a:endCxn id="910" idx="0"/>
          </p:cNvCxnSpPr>
          <p:nvPr/>
        </p:nvCxnSpPr>
        <p:spPr>
          <a:xfrm flipH="1">
            <a:off x="4982866" y="1782384"/>
            <a:ext cx="2178000" cy="1431000"/>
          </a:xfrm>
          <a:prstGeom prst="curvedConnector2">
            <a:avLst/>
          </a:prstGeom>
          <a:noFill/>
          <a:ln cap="flat" cmpd="sng" w="76200">
            <a:solidFill>
              <a:schemeClr val="dk2"/>
            </a:solidFill>
            <a:prstDash val="solid"/>
            <a:miter lim="800000"/>
            <a:headEnd len="sm" w="sm" type="none"/>
            <a:tailEnd len="med" w="med" type="triangle"/>
          </a:ln>
        </p:spPr>
      </p:cxnSp>
      <p:cxnSp>
        <p:nvCxnSpPr>
          <p:cNvPr id="912" name="Google Shape;912;p77"/>
          <p:cNvCxnSpPr>
            <a:stCxn id="908" idx="4"/>
            <a:endCxn id="909" idx="3"/>
          </p:cNvCxnSpPr>
          <p:nvPr/>
        </p:nvCxnSpPr>
        <p:spPr>
          <a:xfrm rot="5400000">
            <a:off x="6874425" y="2411979"/>
            <a:ext cx="864900" cy="988200"/>
          </a:xfrm>
          <a:prstGeom prst="curvedConnector2">
            <a:avLst/>
          </a:prstGeom>
          <a:noFill/>
          <a:ln cap="flat" cmpd="sng" w="76200">
            <a:solidFill>
              <a:schemeClr val="accent5"/>
            </a:solidFill>
            <a:prstDash val="solid"/>
            <a:miter lim="800000"/>
            <a:headEnd len="sm" w="sm" type="none"/>
            <a:tailEnd len="med" w="med" type="triangl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78"/>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Amazon SageMaker Ground Truth</a:t>
            </a:r>
            <a:endParaRPr/>
          </a:p>
        </p:txBody>
      </p:sp>
      <p:pic>
        <p:nvPicPr>
          <p:cNvPr id="918" name="Google Shape;918;p78"/>
          <p:cNvPicPr preferRelativeResize="0"/>
          <p:nvPr>
            <p:ph idx="1" type="body"/>
          </p:nvPr>
        </p:nvPicPr>
        <p:blipFill rotWithShape="1">
          <a:blip r:embed="rId3">
            <a:alphaModFix/>
          </a:blip>
          <a:srcRect b="0" l="0" r="0" t="0"/>
          <a:stretch/>
        </p:blipFill>
        <p:spPr>
          <a:xfrm>
            <a:off x="761132" y="1222392"/>
            <a:ext cx="7621736" cy="333450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79"/>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Paso 3: Crear conjunto de datos de prueba</a:t>
            </a:r>
            <a:endParaRPr/>
          </a:p>
        </p:txBody>
      </p:sp>
      <p:cxnSp>
        <p:nvCxnSpPr>
          <p:cNvPr id="924" name="Google Shape;924;p79"/>
          <p:cNvCxnSpPr>
            <a:stCxn id="925" idx="3"/>
            <a:endCxn id="926" idx="1"/>
          </p:cNvCxnSpPr>
          <p:nvPr/>
        </p:nvCxnSpPr>
        <p:spPr>
          <a:xfrm>
            <a:off x="1448744" y="1593056"/>
            <a:ext cx="6291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927" name="Google Shape;927;p79"/>
          <p:cNvCxnSpPr>
            <a:stCxn id="926" idx="3"/>
          </p:cNvCxnSpPr>
          <p:nvPr/>
        </p:nvCxnSpPr>
        <p:spPr>
          <a:xfrm>
            <a:off x="3128014" y="1593056"/>
            <a:ext cx="5142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928" name="Google Shape;928;p79"/>
          <p:cNvCxnSpPr>
            <a:stCxn id="929" idx="3"/>
            <a:endCxn id="930" idx="1"/>
          </p:cNvCxnSpPr>
          <p:nvPr/>
        </p:nvCxnSpPr>
        <p:spPr>
          <a:xfrm>
            <a:off x="4744107" y="1593056"/>
            <a:ext cx="4098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931" name="Google Shape;931;p79"/>
          <p:cNvCxnSpPr>
            <a:stCxn id="930" idx="3"/>
            <a:endCxn id="932" idx="1"/>
          </p:cNvCxnSpPr>
          <p:nvPr/>
        </p:nvCxnSpPr>
        <p:spPr>
          <a:xfrm>
            <a:off x="6161201" y="1593056"/>
            <a:ext cx="2967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933" name="Google Shape;933;p79"/>
          <p:cNvCxnSpPr>
            <a:stCxn id="932" idx="3"/>
            <a:endCxn id="934" idx="1"/>
          </p:cNvCxnSpPr>
          <p:nvPr/>
        </p:nvCxnSpPr>
        <p:spPr>
          <a:xfrm>
            <a:off x="7479488" y="1593057"/>
            <a:ext cx="560100" cy="0"/>
          </a:xfrm>
          <a:prstGeom prst="straightConnector1">
            <a:avLst/>
          </a:prstGeom>
          <a:noFill/>
          <a:ln cap="flat" cmpd="sng" w="28575">
            <a:solidFill>
              <a:schemeClr val="accent1"/>
            </a:solidFill>
            <a:prstDash val="solid"/>
            <a:miter lim="800000"/>
            <a:headEnd len="sm" w="sm" type="none"/>
            <a:tailEnd len="med" w="med" type="triangle"/>
          </a:ln>
        </p:spPr>
      </p:cxnSp>
      <p:pic>
        <p:nvPicPr>
          <p:cNvPr id="930" name="Google Shape;930;p79"/>
          <p:cNvPicPr preferRelativeResize="0"/>
          <p:nvPr/>
        </p:nvPicPr>
        <p:blipFill rotWithShape="1">
          <a:blip r:embed="rId3">
            <a:alphaModFix/>
          </a:blip>
          <a:srcRect b="0" l="0" r="0" t="0"/>
          <a:stretch/>
        </p:blipFill>
        <p:spPr>
          <a:xfrm>
            <a:off x="5153933" y="1100138"/>
            <a:ext cx="1007269" cy="985838"/>
          </a:xfrm>
          <a:prstGeom prst="rect">
            <a:avLst/>
          </a:prstGeom>
          <a:noFill/>
          <a:ln>
            <a:noFill/>
          </a:ln>
        </p:spPr>
      </p:pic>
      <p:grpSp>
        <p:nvGrpSpPr>
          <p:cNvPr descr="Creating test dataset workflow." id="935" name="Google Shape;935;p79"/>
          <p:cNvGrpSpPr/>
          <p:nvPr/>
        </p:nvGrpSpPr>
        <p:grpSpPr>
          <a:xfrm>
            <a:off x="334319" y="1078706"/>
            <a:ext cx="8626937" cy="3096842"/>
            <a:chOff x="445759" y="1438275"/>
            <a:chExt cx="11502583" cy="4129123"/>
          </a:xfrm>
        </p:grpSpPr>
        <p:pic>
          <p:nvPicPr>
            <p:cNvPr id="925" name="Google Shape;925;p79"/>
            <p:cNvPicPr preferRelativeResize="0"/>
            <p:nvPr/>
          </p:nvPicPr>
          <p:blipFill rotWithShape="1">
            <a:blip r:embed="rId4">
              <a:alphaModFix/>
            </a:blip>
            <a:srcRect b="0" l="0" r="0" t="0"/>
            <a:stretch/>
          </p:blipFill>
          <p:spPr>
            <a:xfrm>
              <a:off x="445759" y="1438275"/>
              <a:ext cx="1485900" cy="1371600"/>
            </a:xfrm>
            <a:prstGeom prst="rect">
              <a:avLst/>
            </a:prstGeom>
            <a:noFill/>
            <a:ln>
              <a:noFill/>
            </a:ln>
          </p:spPr>
        </p:pic>
        <p:pic>
          <p:nvPicPr>
            <p:cNvPr id="926" name="Google Shape;926;p79"/>
            <p:cNvPicPr preferRelativeResize="0"/>
            <p:nvPr/>
          </p:nvPicPr>
          <p:blipFill rotWithShape="1">
            <a:blip r:embed="rId5">
              <a:alphaModFix/>
            </a:blip>
            <a:srcRect b="0" l="0" r="0" t="0"/>
            <a:stretch/>
          </p:blipFill>
          <p:spPr>
            <a:xfrm>
              <a:off x="2770510" y="1466850"/>
              <a:ext cx="1400175" cy="1314450"/>
            </a:xfrm>
            <a:prstGeom prst="rect">
              <a:avLst/>
            </a:prstGeom>
            <a:noFill/>
            <a:ln>
              <a:noFill/>
            </a:ln>
          </p:spPr>
        </p:pic>
        <p:pic>
          <p:nvPicPr>
            <p:cNvPr id="929" name="Google Shape;929;p79"/>
            <p:cNvPicPr preferRelativeResize="0"/>
            <p:nvPr/>
          </p:nvPicPr>
          <p:blipFill rotWithShape="1">
            <a:blip r:embed="rId6">
              <a:alphaModFix/>
            </a:blip>
            <a:srcRect b="0" l="0" r="0" t="0"/>
            <a:stretch/>
          </p:blipFill>
          <p:spPr>
            <a:xfrm>
              <a:off x="4982451" y="1476375"/>
              <a:ext cx="1343025" cy="1295400"/>
            </a:xfrm>
            <a:prstGeom prst="rect">
              <a:avLst/>
            </a:prstGeom>
            <a:noFill/>
            <a:ln>
              <a:noFill/>
            </a:ln>
          </p:spPr>
        </p:pic>
        <p:pic>
          <p:nvPicPr>
            <p:cNvPr id="932" name="Google Shape;932;p79"/>
            <p:cNvPicPr preferRelativeResize="0"/>
            <p:nvPr/>
          </p:nvPicPr>
          <p:blipFill rotWithShape="1">
            <a:blip r:embed="rId7">
              <a:alphaModFix/>
            </a:blip>
            <a:srcRect b="0" l="0" r="0" t="0"/>
            <a:stretch/>
          </p:blipFill>
          <p:spPr>
            <a:xfrm>
              <a:off x="8610576" y="1443038"/>
              <a:ext cx="1362075" cy="1362075"/>
            </a:xfrm>
            <a:prstGeom prst="rect">
              <a:avLst/>
            </a:prstGeom>
            <a:noFill/>
            <a:ln>
              <a:noFill/>
            </a:ln>
          </p:spPr>
        </p:pic>
        <p:pic>
          <p:nvPicPr>
            <p:cNvPr id="934" name="Google Shape;934;p79"/>
            <p:cNvPicPr preferRelativeResize="0"/>
            <p:nvPr/>
          </p:nvPicPr>
          <p:blipFill rotWithShape="1">
            <a:blip r:embed="rId8">
              <a:alphaModFix/>
            </a:blip>
            <a:srcRect b="0" l="0" r="0" t="0"/>
            <a:stretch/>
          </p:blipFill>
          <p:spPr>
            <a:xfrm>
              <a:off x="10719617" y="1543050"/>
              <a:ext cx="1228725" cy="1162050"/>
            </a:xfrm>
            <a:prstGeom prst="rect">
              <a:avLst/>
            </a:prstGeom>
            <a:noFill/>
            <a:ln>
              <a:noFill/>
            </a:ln>
          </p:spPr>
        </p:pic>
        <p:grpSp>
          <p:nvGrpSpPr>
            <p:cNvPr id="936" name="Google Shape;936;p79"/>
            <p:cNvGrpSpPr/>
            <p:nvPr/>
          </p:nvGrpSpPr>
          <p:grpSpPr>
            <a:xfrm>
              <a:off x="1212724" y="4259054"/>
              <a:ext cx="9766552" cy="1308344"/>
              <a:chOff x="957785" y="4259054"/>
              <a:chExt cx="9766552" cy="1308344"/>
            </a:xfrm>
          </p:grpSpPr>
          <p:sp>
            <p:nvSpPr>
              <p:cNvPr id="937" name="Google Shape;937;p79"/>
              <p:cNvSpPr/>
              <p:nvPr/>
            </p:nvSpPr>
            <p:spPr>
              <a:xfrm>
                <a:off x="1206411" y="4259054"/>
                <a:ext cx="7315200" cy="914400"/>
              </a:xfrm>
              <a:prstGeom prst="rect">
                <a:avLst/>
              </a:prstGeom>
              <a:solidFill>
                <a:schemeClr val="accent3"/>
              </a:solidFill>
              <a:ln cap="flat" cmpd="sng" w="12700">
                <a:solidFill>
                  <a:srgbClr val="278D8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Arial"/>
                    <a:ea typeface="Arial"/>
                    <a:cs typeface="Arial"/>
                    <a:sym typeface="Arial"/>
                  </a:rPr>
                  <a:t>Conjunto de entrenamiento</a:t>
                </a:r>
                <a:endParaRPr sz="1100"/>
              </a:p>
            </p:txBody>
          </p:sp>
          <p:sp>
            <p:nvSpPr>
              <p:cNvPr id="938" name="Google Shape;938;p79"/>
              <p:cNvSpPr/>
              <p:nvPr/>
            </p:nvSpPr>
            <p:spPr>
              <a:xfrm>
                <a:off x="8526686" y="4259054"/>
                <a:ext cx="1828800" cy="914400"/>
              </a:xfrm>
              <a:prstGeom prst="rect">
                <a:avLst/>
              </a:prstGeom>
              <a:solidFill>
                <a:schemeClr val="accent4"/>
              </a:solidFill>
              <a:ln cap="flat" cmpd="sng" w="12700">
                <a:solidFill>
                  <a:srgbClr val="1492B4"/>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Arial"/>
                    <a:ea typeface="Arial"/>
                    <a:cs typeface="Arial"/>
                    <a:sym typeface="Arial"/>
                  </a:rPr>
                  <a:t>Conjunto de pruebas</a:t>
                </a:r>
                <a:endParaRPr sz="1100"/>
              </a:p>
            </p:txBody>
          </p:sp>
          <p:sp>
            <p:nvSpPr>
              <p:cNvPr id="939" name="Google Shape;939;p79"/>
              <p:cNvSpPr txBox="1"/>
              <p:nvPr/>
            </p:nvSpPr>
            <p:spPr>
              <a:xfrm>
                <a:off x="957785" y="5228844"/>
                <a:ext cx="497252" cy="33855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Arial"/>
                    <a:ea typeface="Arial"/>
                    <a:cs typeface="Arial"/>
                    <a:sym typeface="Arial"/>
                  </a:rPr>
                  <a:t>0 %</a:t>
                </a:r>
                <a:endParaRPr sz="1100"/>
              </a:p>
            </p:txBody>
          </p:sp>
          <p:sp>
            <p:nvSpPr>
              <p:cNvPr id="940" name="Google Shape;940;p79"/>
              <p:cNvSpPr txBox="1"/>
              <p:nvPr/>
            </p:nvSpPr>
            <p:spPr>
              <a:xfrm>
                <a:off x="8256904" y="5228844"/>
                <a:ext cx="617477" cy="33855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Arial"/>
                    <a:ea typeface="Arial"/>
                    <a:cs typeface="Arial"/>
                    <a:sym typeface="Arial"/>
                  </a:rPr>
                  <a:t>80 %</a:t>
                </a:r>
                <a:endParaRPr sz="1100"/>
              </a:p>
            </p:txBody>
          </p:sp>
          <p:sp>
            <p:nvSpPr>
              <p:cNvPr id="941" name="Google Shape;941;p79"/>
              <p:cNvSpPr txBox="1"/>
              <p:nvPr/>
            </p:nvSpPr>
            <p:spPr>
              <a:xfrm>
                <a:off x="9986635" y="5228844"/>
                <a:ext cx="737702" cy="33855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Arial"/>
                    <a:ea typeface="Arial"/>
                    <a:cs typeface="Arial"/>
                    <a:sym typeface="Arial"/>
                  </a:rPr>
                  <a:t>100 %</a:t>
                </a:r>
                <a:endParaRPr sz="1100"/>
              </a:p>
            </p:txBody>
          </p:sp>
        </p:grpSp>
      </p:grpSp>
      <p:sp>
        <p:nvSpPr>
          <p:cNvPr id="942" name="Google Shape;942;p79"/>
          <p:cNvSpPr txBox="1"/>
          <p:nvPr/>
        </p:nvSpPr>
        <p:spPr>
          <a:xfrm>
            <a:off x="244840" y="2094807"/>
            <a:ext cx="962042" cy="438581"/>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rgbClr val="BFBFBF"/>
                </a:solidFill>
                <a:latin typeface="Arial"/>
                <a:ea typeface="Arial"/>
                <a:cs typeface="Arial"/>
                <a:sym typeface="Arial"/>
              </a:rPr>
              <a:t>1: Recopilar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imágenes</a:t>
            </a:r>
            <a:endParaRPr sz="1200">
              <a:solidFill>
                <a:srgbClr val="BFBFBF"/>
              </a:solidFill>
              <a:latin typeface="Arial"/>
              <a:ea typeface="Arial"/>
              <a:cs typeface="Arial"/>
              <a:sym typeface="Arial"/>
            </a:endParaRPr>
          </a:p>
        </p:txBody>
      </p:sp>
      <p:sp>
        <p:nvSpPr>
          <p:cNvPr id="943" name="Google Shape;943;p79"/>
          <p:cNvSpPr txBox="1"/>
          <p:nvPr/>
        </p:nvSpPr>
        <p:spPr>
          <a:xfrm>
            <a:off x="1680940" y="2094807"/>
            <a:ext cx="1333538" cy="623248"/>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rgbClr val="BFBFBF"/>
                </a:solidFill>
                <a:latin typeface="Arial"/>
                <a:ea typeface="Arial"/>
                <a:cs typeface="Arial"/>
                <a:sym typeface="Arial"/>
              </a:rPr>
              <a:t>2: Crear conjunto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de datos de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entrenamiento</a:t>
            </a:r>
            <a:endParaRPr sz="1200">
              <a:solidFill>
                <a:srgbClr val="BFBFBF"/>
              </a:solidFill>
              <a:latin typeface="Arial"/>
              <a:ea typeface="Arial"/>
              <a:cs typeface="Arial"/>
              <a:sym typeface="Arial"/>
            </a:endParaRPr>
          </a:p>
        </p:txBody>
      </p:sp>
      <p:sp>
        <p:nvSpPr>
          <p:cNvPr id="944" name="Google Shape;944;p79"/>
          <p:cNvSpPr txBox="1"/>
          <p:nvPr/>
        </p:nvSpPr>
        <p:spPr>
          <a:xfrm>
            <a:off x="3449510" y="2094807"/>
            <a:ext cx="1613663" cy="438581"/>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chemeClr val="dk1"/>
                </a:solidFill>
                <a:latin typeface="Arial"/>
                <a:ea typeface="Arial"/>
                <a:cs typeface="Arial"/>
                <a:sym typeface="Arial"/>
              </a:rPr>
              <a:t>3: Crear conjunto </a:t>
            </a:r>
            <a:br>
              <a:rPr lang="es-419" sz="1200">
                <a:solidFill>
                  <a:schemeClr val="dk1"/>
                </a:solidFill>
                <a:latin typeface="Arial"/>
                <a:ea typeface="Arial"/>
                <a:cs typeface="Arial"/>
                <a:sym typeface="Arial"/>
              </a:rPr>
            </a:br>
            <a:r>
              <a:rPr lang="es-419" sz="1200">
                <a:solidFill>
                  <a:schemeClr val="dk1"/>
                </a:solidFill>
                <a:latin typeface="Arial"/>
                <a:ea typeface="Arial"/>
                <a:cs typeface="Arial"/>
                <a:sym typeface="Arial"/>
              </a:rPr>
              <a:t>de datos de prueba</a:t>
            </a:r>
            <a:endParaRPr sz="1100"/>
          </a:p>
        </p:txBody>
      </p:sp>
      <p:sp>
        <p:nvSpPr>
          <p:cNvPr id="945" name="Google Shape;945;p79"/>
          <p:cNvSpPr txBox="1"/>
          <p:nvPr/>
        </p:nvSpPr>
        <p:spPr>
          <a:xfrm>
            <a:off x="4967594" y="2094807"/>
            <a:ext cx="1595629"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rgbClr val="BFBFBF"/>
                </a:solidFill>
                <a:latin typeface="Arial"/>
                <a:ea typeface="Arial"/>
                <a:cs typeface="Arial"/>
                <a:sym typeface="Arial"/>
              </a:rPr>
              <a:t>4: Entrenar el modelo</a:t>
            </a:r>
            <a:endParaRPr sz="1100"/>
          </a:p>
        </p:txBody>
      </p:sp>
      <p:sp>
        <p:nvSpPr>
          <p:cNvPr id="946" name="Google Shape;946;p79"/>
          <p:cNvSpPr txBox="1"/>
          <p:nvPr/>
        </p:nvSpPr>
        <p:spPr>
          <a:xfrm>
            <a:off x="6527002" y="2094807"/>
            <a:ext cx="793727"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rgbClr val="BFBFBF"/>
                </a:solidFill>
                <a:latin typeface="Arial"/>
                <a:ea typeface="Arial"/>
                <a:cs typeface="Arial"/>
                <a:sym typeface="Arial"/>
              </a:rPr>
              <a:t>5: Evaluar</a:t>
            </a:r>
            <a:endParaRPr sz="1100"/>
          </a:p>
        </p:txBody>
      </p:sp>
      <p:sp>
        <p:nvSpPr>
          <p:cNvPr id="947" name="Google Shape;947;p79"/>
          <p:cNvSpPr txBox="1"/>
          <p:nvPr/>
        </p:nvSpPr>
        <p:spPr>
          <a:xfrm>
            <a:off x="7990247" y="2094807"/>
            <a:ext cx="1160413"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rgbClr val="BFBFBF"/>
                </a:solidFill>
                <a:latin typeface="Arial"/>
                <a:ea typeface="Arial"/>
                <a:cs typeface="Arial"/>
                <a:sym typeface="Arial"/>
              </a:rPr>
              <a:t>6: Usar modelo</a:t>
            </a:r>
            <a:endParaRPr sz="11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80"/>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Paso 4: Entrenar el modelo</a:t>
            </a:r>
            <a:endParaRPr/>
          </a:p>
        </p:txBody>
      </p:sp>
      <p:cxnSp>
        <p:nvCxnSpPr>
          <p:cNvPr id="953" name="Google Shape;953;p80"/>
          <p:cNvCxnSpPr>
            <a:stCxn id="954" idx="3"/>
            <a:endCxn id="955" idx="1"/>
          </p:cNvCxnSpPr>
          <p:nvPr/>
        </p:nvCxnSpPr>
        <p:spPr>
          <a:xfrm>
            <a:off x="1448744" y="1593056"/>
            <a:ext cx="6291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956" name="Google Shape;956;p80"/>
          <p:cNvCxnSpPr>
            <a:stCxn id="955" idx="3"/>
          </p:cNvCxnSpPr>
          <p:nvPr/>
        </p:nvCxnSpPr>
        <p:spPr>
          <a:xfrm>
            <a:off x="3128014" y="1593056"/>
            <a:ext cx="5142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957" name="Google Shape;957;p80"/>
          <p:cNvCxnSpPr>
            <a:stCxn id="958" idx="3"/>
            <a:endCxn id="959" idx="1"/>
          </p:cNvCxnSpPr>
          <p:nvPr/>
        </p:nvCxnSpPr>
        <p:spPr>
          <a:xfrm>
            <a:off x="4744107" y="1593056"/>
            <a:ext cx="4098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960" name="Google Shape;960;p80"/>
          <p:cNvCxnSpPr>
            <a:stCxn id="959" idx="3"/>
            <a:endCxn id="961" idx="1"/>
          </p:cNvCxnSpPr>
          <p:nvPr/>
        </p:nvCxnSpPr>
        <p:spPr>
          <a:xfrm>
            <a:off x="6161201" y="1593056"/>
            <a:ext cx="2967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962" name="Google Shape;962;p80"/>
          <p:cNvCxnSpPr>
            <a:stCxn id="961" idx="3"/>
            <a:endCxn id="963" idx="1"/>
          </p:cNvCxnSpPr>
          <p:nvPr/>
        </p:nvCxnSpPr>
        <p:spPr>
          <a:xfrm>
            <a:off x="7479488" y="1593057"/>
            <a:ext cx="560100" cy="0"/>
          </a:xfrm>
          <a:prstGeom prst="straightConnector1">
            <a:avLst/>
          </a:prstGeom>
          <a:noFill/>
          <a:ln cap="flat" cmpd="sng" w="28575">
            <a:solidFill>
              <a:schemeClr val="accent1"/>
            </a:solidFill>
            <a:prstDash val="solid"/>
            <a:miter lim="800000"/>
            <a:headEnd len="sm" w="sm" type="none"/>
            <a:tailEnd len="med" w="med" type="triangle"/>
          </a:ln>
        </p:spPr>
      </p:cxnSp>
      <p:grpSp>
        <p:nvGrpSpPr>
          <p:cNvPr descr="Training the model workflow." id="964" name="Google Shape;964;p80"/>
          <p:cNvGrpSpPr/>
          <p:nvPr/>
        </p:nvGrpSpPr>
        <p:grpSpPr>
          <a:xfrm>
            <a:off x="334319" y="1078706"/>
            <a:ext cx="7145169" cy="1028700"/>
            <a:chOff x="445759" y="1438275"/>
            <a:chExt cx="9526892" cy="1371600"/>
          </a:xfrm>
        </p:grpSpPr>
        <p:pic>
          <p:nvPicPr>
            <p:cNvPr id="954" name="Google Shape;954;p80"/>
            <p:cNvPicPr preferRelativeResize="0"/>
            <p:nvPr/>
          </p:nvPicPr>
          <p:blipFill rotWithShape="1">
            <a:blip r:embed="rId3">
              <a:alphaModFix/>
            </a:blip>
            <a:srcRect b="0" l="0" r="0" t="0"/>
            <a:stretch/>
          </p:blipFill>
          <p:spPr>
            <a:xfrm>
              <a:off x="445759" y="1438275"/>
              <a:ext cx="1485900" cy="1371600"/>
            </a:xfrm>
            <a:prstGeom prst="rect">
              <a:avLst/>
            </a:prstGeom>
            <a:noFill/>
            <a:ln>
              <a:noFill/>
            </a:ln>
          </p:spPr>
        </p:pic>
        <p:pic>
          <p:nvPicPr>
            <p:cNvPr id="955" name="Google Shape;955;p80"/>
            <p:cNvPicPr preferRelativeResize="0"/>
            <p:nvPr/>
          </p:nvPicPr>
          <p:blipFill rotWithShape="1">
            <a:blip r:embed="rId4">
              <a:alphaModFix/>
            </a:blip>
            <a:srcRect b="0" l="0" r="0" t="0"/>
            <a:stretch/>
          </p:blipFill>
          <p:spPr>
            <a:xfrm>
              <a:off x="2770510" y="1466850"/>
              <a:ext cx="1400175" cy="1314450"/>
            </a:xfrm>
            <a:prstGeom prst="rect">
              <a:avLst/>
            </a:prstGeom>
            <a:noFill/>
            <a:ln>
              <a:noFill/>
            </a:ln>
          </p:spPr>
        </p:pic>
        <p:pic>
          <p:nvPicPr>
            <p:cNvPr id="958" name="Google Shape;958;p80"/>
            <p:cNvPicPr preferRelativeResize="0"/>
            <p:nvPr/>
          </p:nvPicPr>
          <p:blipFill rotWithShape="1">
            <a:blip r:embed="rId5">
              <a:alphaModFix/>
            </a:blip>
            <a:srcRect b="0" l="0" r="0" t="0"/>
            <a:stretch/>
          </p:blipFill>
          <p:spPr>
            <a:xfrm>
              <a:off x="4982451" y="1476375"/>
              <a:ext cx="1343025" cy="1295400"/>
            </a:xfrm>
            <a:prstGeom prst="rect">
              <a:avLst/>
            </a:prstGeom>
            <a:noFill/>
            <a:ln>
              <a:noFill/>
            </a:ln>
          </p:spPr>
        </p:pic>
        <p:pic>
          <p:nvPicPr>
            <p:cNvPr id="959" name="Google Shape;959;p80"/>
            <p:cNvPicPr preferRelativeResize="0"/>
            <p:nvPr/>
          </p:nvPicPr>
          <p:blipFill rotWithShape="1">
            <a:blip r:embed="rId6">
              <a:alphaModFix/>
            </a:blip>
            <a:srcRect b="0" l="0" r="0" t="0"/>
            <a:stretch/>
          </p:blipFill>
          <p:spPr>
            <a:xfrm>
              <a:off x="6871910" y="1466850"/>
              <a:ext cx="1343025" cy="1314450"/>
            </a:xfrm>
            <a:prstGeom prst="rect">
              <a:avLst/>
            </a:prstGeom>
            <a:noFill/>
            <a:ln>
              <a:noFill/>
            </a:ln>
          </p:spPr>
        </p:pic>
        <p:pic>
          <p:nvPicPr>
            <p:cNvPr id="961" name="Google Shape;961;p80"/>
            <p:cNvPicPr preferRelativeResize="0"/>
            <p:nvPr/>
          </p:nvPicPr>
          <p:blipFill rotWithShape="1">
            <a:blip r:embed="rId7">
              <a:alphaModFix/>
            </a:blip>
            <a:srcRect b="0" l="0" r="0" t="0"/>
            <a:stretch/>
          </p:blipFill>
          <p:spPr>
            <a:xfrm>
              <a:off x="8610576" y="1443038"/>
              <a:ext cx="1362075" cy="1362075"/>
            </a:xfrm>
            <a:prstGeom prst="rect">
              <a:avLst/>
            </a:prstGeom>
            <a:noFill/>
            <a:ln>
              <a:noFill/>
            </a:ln>
          </p:spPr>
        </p:pic>
      </p:grpSp>
      <p:pic>
        <p:nvPicPr>
          <p:cNvPr id="963" name="Google Shape;963;p80"/>
          <p:cNvPicPr preferRelativeResize="0"/>
          <p:nvPr/>
        </p:nvPicPr>
        <p:blipFill rotWithShape="1">
          <a:blip r:embed="rId8">
            <a:alphaModFix/>
          </a:blip>
          <a:srcRect b="0" l="0" r="0" t="0"/>
          <a:stretch/>
        </p:blipFill>
        <p:spPr>
          <a:xfrm>
            <a:off x="8039713" y="1157288"/>
            <a:ext cx="921544" cy="871538"/>
          </a:xfrm>
          <a:prstGeom prst="rect">
            <a:avLst/>
          </a:prstGeom>
          <a:noFill/>
          <a:ln>
            <a:noFill/>
          </a:ln>
        </p:spPr>
      </p:pic>
      <p:sp>
        <p:nvSpPr>
          <p:cNvPr id="965" name="Google Shape;965;p80"/>
          <p:cNvSpPr txBox="1"/>
          <p:nvPr/>
        </p:nvSpPr>
        <p:spPr>
          <a:xfrm>
            <a:off x="244840" y="2094807"/>
            <a:ext cx="962042" cy="438581"/>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rgbClr val="BFBFBF"/>
                </a:solidFill>
                <a:latin typeface="Arial"/>
                <a:ea typeface="Arial"/>
                <a:cs typeface="Arial"/>
                <a:sym typeface="Arial"/>
              </a:rPr>
              <a:t>1: Recopilar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imágenes</a:t>
            </a:r>
            <a:endParaRPr sz="1200">
              <a:solidFill>
                <a:srgbClr val="BFBFBF"/>
              </a:solidFill>
              <a:latin typeface="Arial"/>
              <a:ea typeface="Arial"/>
              <a:cs typeface="Arial"/>
              <a:sym typeface="Arial"/>
            </a:endParaRPr>
          </a:p>
        </p:txBody>
      </p:sp>
      <p:sp>
        <p:nvSpPr>
          <p:cNvPr id="966" name="Google Shape;966;p80"/>
          <p:cNvSpPr txBox="1"/>
          <p:nvPr/>
        </p:nvSpPr>
        <p:spPr>
          <a:xfrm>
            <a:off x="1680940" y="2094807"/>
            <a:ext cx="1333538" cy="623248"/>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rgbClr val="BFBFBF"/>
                </a:solidFill>
                <a:latin typeface="Arial"/>
                <a:ea typeface="Arial"/>
                <a:cs typeface="Arial"/>
                <a:sym typeface="Arial"/>
              </a:rPr>
              <a:t>2: Crear conjunto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de datos de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entrenamiento</a:t>
            </a:r>
            <a:endParaRPr sz="1200">
              <a:solidFill>
                <a:srgbClr val="BFBFBF"/>
              </a:solidFill>
              <a:latin typeface="Arial"/>
              <a:ea typeface="Arial"/>
              <a:cs typeface="Arial"/>
              <a:sym typeface="Arial"/>
            </a:endParaRPr>
          </a:p>
        </p:txBody>
      </p:sp>
      <p:sp>
        <p:nvSpPr>
          <p:cNvPr id="967" name="Google Shape;967;p80"/>
          <p:cNvSpPr txBox="1"/>
          <p:nvPr/>
        </p:nvSpPr>
        <p:spPr>
          <a:xfrm>
            <a:off x="3449510" y="2094807"/>
            <a:ext cx="1613663" cy="438581"/>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rgbClr val="BFBFBF"/>
                </a:solidFill>
                <a:latin typeface="Arial"/>
                <a:ea typeface="Arial"/>
                <a:cs typeface="Arial"/>
                <a:sym typeface="Arial"/>
              </a:rPr>
              <a:t>3: Crear conjunto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de datos de prueba</a:t>
            </a:r>
            <a:endParaRPr sz="1100"/>
          </a:p>
        </p:txBody>
      </p:sp>
      <p:sp>
        <p:nvSpPr>
          <p:cNvPr id="968" name="Google Shape;968;p80"/>
          <p:cNvSpPr txBox="1"/>
          <p:nvPr/>
        </p:nvSpPr>
        <p:spPr>
          <a:xfrm>
            <a:off x="4967594" y="2094807"/>
            <a:ext cx="1595629"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Arial"/>
                <a:ea typeface="Arial"/>
                <a:cs typeface="Arial"/>
                <a:sym typeface="Arial"/>
              </a:rPr>
              <a:t>4: Entrenar el modelo</a:t>
            </a:r>
            <a:endParaRPr sz="1100"/>
          </a:p>
        </p:txBody>
      </p:sp>
      <p:sp>
        <p:nvSpPr>
          <p:cNvPr id="969" name="Google Shape;969;p80"/>
          <p:cNvSpPr txBox="1"/>
          <p:nvPr/>
        </p:nvSpPr>
        <p:spPr>
          <a:xfrm>
            <a:off x="6527002" y="2094807"/>
            <a:ext cx="793727"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rgbClr val="BFBFBF"/>
                </a:solidFill>
                <a:latin typeface="Arial"/>
                <a:ea typeface="Arial"/>
                <a:cs typeface="Arial"/>
                <a:sym typeface="Arial"/>
              </a:rPr>
              <a:t>5: Evaluar</a:t>
            </a:r>
            <a:endParaRPr sz="1100"/>
          </a:p>
        </p:txBody>
      </p:sp>
      <p:sp>
        <p:nvSpPr>
          <p:cNvPr id="970" name="Google Shape;970;p80"/>
          <p:cNvSpPr txBox="1"/>
          <p:nvPr/>
        </p:nvSpPr>
        <p:spPr>
          <a:xfrm>
            <a:off x="7990247" y="2094807"/>
            <a:ext cx="1160413"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rgbClr val="BFBFBF"/>
                </a:solidFill>
                <a:latin typeface="Arial"/>
                <a:ea typeface="Arial"/>
                <a:cs typeface="Arial"/>
                <a:sym typeface="Arial"/>
              </a:rPr>
              <a:t>6: Usar modelo</a:t>
            </a:r>
            <a:endParaRPr sz="11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81"/>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Paso 5: Evaluar - Métricas</a:t>
            </a:r>
            <a:endParaRPr/>
          </a:p>
        </p:txBody>
      </p:sp>
      <p:cxnSp>
        <p:nvCxnSpPr>
          <p:cNvPr id="976" name="Google Shape;976;p81"/>
          <p:cNvCxnSpPr>
            <a:stCxn id="977" idx="3"/>
            <a:endCxn id="978" idx="1"/>
          </p:cNvCxnSpPr>
          <p:nvPr/>
        </p:nvCxnSpPr>
        <p:spPr>
          <a:xfrm>
            <a:off x="1448744" y="1593056"/>
            <a:ext cx="6291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979" name="Google Shape;979;p81"/>
          <p:cNvCxnSpPr>
            <a:stCxn id="978" idx="3"/>
          </p:cNvCxnSpPr>
          <p:nvPr/>
        </p:nvCxnSpPr>
        <p:spPr>
          <a:xfrm>
            <a:off x="3128014" y="1593056"/>
            <a:ext cx="5142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980" name="Google Shape;980;p81"/>
          <p:cNvCxnSpPr>
            <a:stCxn id="981" idx="3"/>
            <a:endCxn id="982" idx="1"/>
          </p:cNvCxnSpPr>
          <p:nvPr/>
        </p:nvCxnSpPr>
        <p:spPr>
          <a:xfrm>
            <a:off x="4744107" y="1593056"/>
            <a:ext cx="4098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983" name="Google Shape;983;p81"/>
          <p:cNvCxnSpPr>
            <a:stCxn id="982" idx="3"/>
            <a:endCxn id="984" idx="1"/>
          </p:cNvCxnSpPr>
          <p:nvPr/>
        </p:nvCxnSpPr>
        <p:spPr>
          <a:xfrm>
            <a:off x="6161201" y="1593056"/>
            <a:ext cx="2967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985" name="Google Shape;985;p81"/>
          <p:cNvCxnSpPr>
            <a:stCxn id="984" idx="3"/>
            <a:endCxn id="986" idx="1"/>
          </p:cNvCxnSpPr>
          <p:nvPr/>
        </p:nvCxnSpPr>
        <p:spPr>
          <a:xfrm>
            <a:off x="7479488" y="1593057"/>
            <a:ext cx="560100" cy="0"/>
          </a:xfrm>
          <a:prstGeom prst="straightConnector1">
            <a:avLst/>
          </a:prstGeom>
          <a:noFill/>
          <a:ln cap="flat" cmpd="sng" w="28575">
            <a:solidFill>
              <a:schemeClr val="accent1"/>
            </a:solidFill>
            <a:prstDash val="solid"/>
            <a:miter lim="800000"/>
            <a:headEnd len="sm" w="sm" type="none"/>
            <a:tailEnd len="med" w="med" type="triangle"/>
          </a:ln>
        </p:spPr>
      </p:cxnSp>
      <p:pic>
        <p:nvPicPr>
          <p:cNvPr id="982" name="Google Shape;982;p81"/>
          <p:cNvPicPr preferRelativeResize="0"/>
          <p:nvPr/>
        </p:nvPicPr>
        <p:blipFill rotWithShape="1">
          <a:blip r:embed="rId3">
            <a:alphaModFix/>
          </a:blip>
          <a:srcRect b="0" l="0" r="0" t="0"/>
          <a:stretch/>
        </p:blipFill>
        <p:spPr>
          <a:xfrm>
            <a:off x="5153933" y="1100138"/>
            <a:ext cx="1007269" cy="985838"/>
          </a:xfrm>
          <a:prstGeom prst="rect">
            <a:avLst/>
          </a:prstGeom>
          <a:noFill/>
          <a:ln>
            <a:noFill/>
          </a:ln>
        </p:spPr>
      </p:pic>
      <p:grpSp>
        <p:nvGrpSpPr>
          <p:cNvPr descr="Evaluate the model workflow." id="987" name="Google Shape;987;p81"/>
          <p:cNvGrpSpPr/>
          <p:nvPr/>
        </p:nvGrpSpPr>
        <p:grpSpPr>
          <a:xfrm>
            <a:off x="334319" y="1078706"/>
            <a:ext cx="8626937" cy="1028700"/>
            <a:chOff x="445759" y="1438275"/>
            <a:chExt cx="11502583" cy="1371600"/>
          </a:xfrm>
        </p:grpSpPr>
        <p:pic>
          <p:nvPicPr>
            <p:cNvPr id="977" name="Google Shape;977;p81"/>
            <p:cNvPicPr preferRelativeResize="0"/>
            <p:nvPr/>
          </p:nvPicPr>
          <p:blipFill rotWithShape="1">
            <a:blip r:embed="rId4">
              <a:alphaModFix/>
            </a:blip>
            <a:srcRect b="0" l="0" r="0" t="0"/>
            <a:stretch/>
          </p:blipFill>
          <p:spPr>
            <a:xfrm>
              <a:off x="445759" y="1438275"/>
              <a:ext cx="1485900" cy="1371600"/>
            </a:xfrm>
            <a:prstGeom prst="rect">
              <a:avLst/>
            </a:prstGeom>
            <a:noFill/>
            <a:ln>
              <a:noFill/>
            </a:ln>
          </p:spPr>
        </p:pic>
        <p:pic>
          <p:nvPicPr>
            <p:cNvPr id="978" name="Google Shape;978;p81"/>
            <p:cNvPicPr preferRelativeResize="0"/>
            <p:nvPr/>
          </p:nvPicPr>
          <p:blipFill rotWithShape="1">
            <a:blip r:embed="rId5">
              <a:alphaModFix/>
            </a:blip>
            <a:srcRect b="0" l="0" r="0" t="0"/>
            <a:stretch/>
          </p:blipFill>
          <p:spPr>
            <a:xfrm>
              <a:off x="2770510" y="1466850"/>
              <a:ext cx="1400175" cy="1314450"/>
            </a:xfrm>
            <a:prstGeom prst="rect">
              <a:avLst/>
            </a:prstGeom>
            <a:noFill/>
            <a:ln>
              <a:noFill/>
            </a:ln>
          </p:spPr>
        </p:pic>
        <p:pic>
          <p:nvPicPr>
            <p:cNvPr id="981" name="Google Shape;981;p81"/>
            <p:cNvPicPr preferRelativeResize="0"/>
            <p:nvPr/>
          </p:nvPicPr>
          <p:blipFill rotWithShape="1">
            <a:blip r:embed="rId6">
              <a:alphaModFix/>
            </a:blip>
            <a:srcRect b="0" l="0" r="0" t="0"/>
            <a:stretch/>
          </p:blipFill>
          <p:spPr>
            <a:xfrm>
              <a:off x="4982451" y="1476375"/>
              <a:ext cx="1343025" cy="1295400"/>
            </a:xfrm>
            <a:prstGeom prst="rect">
              <a:avLst/>
            </a:prstGeom>
            <a:noFill/>
            <a:ln>
              <a:noFill/>
            </a:ln>
          </p:spPr>
        </p:pic>
        <p:pic>
          <p:nvPicPr>
            <p:cNvPr id="984" name="Google Shape;984;p81"/>
            <p:cNvPicPr preferRelativeResize="0"/>
            <p:nvPr/>
          </p:nvPicPr>
          <p:blipFill rotWithShape="1">
            <a:blip r:embed="rId7">
              <a:alphaModFix/>
            </a:blip>
            <a:srcRect b="0" l="0" r="0" t="0"/>
            <a:stretch/>
          </p:blipFill>
          <p:spPr>
            <a:xfrm>
              <a:off x="8610576" y="1443038"/>
              <a:ext cx="1362075" cy="1362075"/>
            </a:xfrm>
            <a:prstGeom prst="rect">
              <a:avLst/>
            </a:prstGeom>
            <a:noFill/>
            <a:ln>
              <a:noFill/>
            </a:ln>
          </p:spPr>
        </p:pic>
        <p:pic>
          <p:nvPicPr>
            <p:cNvPr id="986" name="Google Shape;986;p81"/>
            <p:cNvPicPr preferRelativeResize="0"/>
            <p:nvPr/>
          </p:nvPicPr>
          <p:blipFill rotWithShape="1">
            <a:blip r:embed="rId8">
              <a:alphaModFix/>
            </a:blip>
            <a:srcRect b="0" l="0" r="0" t="0"/>
            <a:stretch/>
          </p:blipFill>
          <p:spPr>
            <a:xfrm>
              <a:off x="10719617" y="1543050"/>
              <a:ext cx="1228725" cy="1162050"/>
            </a:xfrm>
            <a:prstGeom prst="rect">
              <a:avLst/>
            </a:prstGeom>
            <a:noFill/>
            <a:ln>
              <a:noFill/>
            </a:ln>
          </p:spPr>
        </p:pic>
      </p:grpSp>
      <p:sp>
        <p:nvSpPr>
          <p:cNvPr id="988" name="Google Shape;988;p81"/>
          <p:cNvSpPr txBox="1"/>
          <p:nvPr/>
        </p:nvSpPr>
        <p:spPr>
          <a:xfrm>
            <a:off x="314325" y="2787609"/>
            <a:ext cx="8515350" cy="2168128"/>
          </a:xfrm>
          <a:prstGeom prst="rect">
            <a:avLst/>
          </a:prstGeom>
          <a:noFill/>
          <a:ln>
            <a:noFill/>
          </a:ln>
        </p:spPr>
        <p:txBody>
          <a:bodyPr anchorCtr="0" anchor="t" bIns="34275" lIns="68575" spcFirstLastPara="1" rIns="68575" wrap="square" tIns="34275">
            <a:noAutofit/>
          </a:bodyPr>
          <a:lstStyle/>
          <a:p>
            <a:pPr indent="-171450" lvl="0" marL="177800" marR="0" rtl="0" algn="l">
              <a:lnSpc>
                <a:spcPct val="90000"/>
              </a:lnSpc>
              <a:spcBef>
                <a:spcPts val="0"/>
              </a:spcBef>
              <a:spcAft>
                <a:spcPts val="0"/>
              </a:spcAft>
              <a:buClr>
                <a:schemeClr val="dk1"/>
              </a:buClr>
              <a:buSzPts val="2100"/>
              <a:buFont typeface="Arial"/>
              <a:buChar char="•"/>
            </a:pPr>
            <a:r>
              <a:rPr b="0" i="0" lang="es-419" sz="2100">
                <a:solidFill>
                  <a:schemeClr val="dk1"/>
                </a:solidFill>
                <a:latin typeface="Arial"/>
                <a:ea typeface="Arial"/>
                <a:cs typeface="Arial"/>
                <a:sym typeface="Arial"/>
              </a:rPr>
              <a:t>Evalúe el rendimiento del modelo</a:t>
            </a:r>
            <a:endParaRPr sz="1100"/>
          </a:p>
          <a:p>
            <a:pPr indent="-171450" lvl="0" marL="177800" marR="0" rtl="0" algn="l">
              <a:lnSpc>
                <a:spcPct val="90000"/>
              </a:lnSpc>
              <a:spcBef>
                <a:spcPts val="800"/>
              </a:spcBef>
              <a:spcAft>
                <a:spcPts val="0"/>
              </a:spcAft>
              <a:buClr>
                <a:schemeClr val="dk1"/>
              </a:buClr>
              <a:buSzPts val="2100"/>
              <a:buFont typeface="Arial"/>
              <a:buChar char="•"/>
            </a:pPr>
            <a:r>
              <a:rPr b="0" i="0" lang="es-419" sz="2100">
                <a:solidFill>
                  <a:schemeClr val="dk1"/>
                </a:solidFill>
                <a:latin typeface="Arial"/>
                <a:ea typeface="Arial"/>
                <a:cs typeface="Arial"/>
                <a:sym typeface="Arial"/>
              </a:rPr>
              <a:t>Métricas</a:t>
            </a:r>
            <a:endParaRPr sz="1100"/>
          </a:p>
          <a:p>
            <a:pPr indent="-177800" lvl="1" marL="520700" marR="0" rtl="0" algn="l">
              <a:lnSpc>
                <a:spcPct val="90000"/>
              </a:lnSpc>
              <a:spcBef>
                <a:spcPts val="400"/>
              </a:spcBef>
              <a:spcAft>
                <a:spcPts val="0"/>
              </a:spcAft>
              <a:buClr>
                <a:schemeClr val="dk1"/>
              </a:buClr>
              <a:buSzPts val="1800"/>
              <a:buFont typeface="Arial"/>
              <a:buChar char="•"/>
            </a:pPr>
            <a:r>
              <a:rPr b="0" i="0" lang="es-419" sz="1800" u="none" cap="none" strike="noStrike">
                <a:solidFill>
                  <a:schemeClr val="dk1"/>
                </a:solidFill>
                <a:latin typeface="Arial"/>
                <a:ea typeface="Arial"/>
                <a:cs typeface="Arial"/>
                <a:sym typeface="Arial"/>
              </a:rPr>
              <a:t>Precisión</a:t>
            </a:r>
            <a:endParaRPr sz="1100"/>
          </a:p>
          <a:p>
            <a:pPr indent="-177800" lvl="1" marL="520700" marR="0" rtl="0" algn="l">
              <a:lnSpc>
                <a:spcPct val="90000"/>
              </a:lnSpc>
              <a:spcBef>
                <a:spcPts val="400"/>
              </a:spcBef>
              <a:spcAft>
                <a:spcPts val="0"/>
              </a:spcAft>
              <a:buClr>
                <a:schemeClr val="dk1"/>
              </a:buClr>
              <a:buSzPts val="1800"/>
              <a:buFont typeface="Arial"/>
              <a:buChar char="•"/>
            </a:pPr>
            <a:r>
              <a:rPr b="0" i="0" lang="es-419" sz="1800" u="none" cap="none" strike="noStrike">
                <a:solidFill>
                  <a:schemeClr val="dk1"/>
                </a:solidFill>
                <a:latin typeface="Arial"/>
                <a:ea typeface="Arial"/>
                <a:cs typeface="Arial"/>
                <a:sym typeface="Arial"/>
              </a:rPr>
              <a:t>Recuperación</a:t>
            </a:r>
            <a:endParaRPr sz="1100"/>
          </a:p>
          <a:p>
            <a:pPr indent="-177800" lvl="1" marL="520700" marR="0" rtl="0" algn="l">
              <a:lnSpc>
                <a:spcPct val="90000"/>
              </a:lnSpc>
              <a:spcBef>
                <a:spcPts val="400"/>
              </a:spcBef>
              <a:spcAft>
                <a:spcPts val="0"/>
              </a:spcAft>
              <a:buClr>
                <a:schemeClr val="dk1"/>
              </a:buClr>
              <a:buSzPts val="1800"/>
              <a:buFont typeface="Arial"/>
              <a:buChar char="•"/>
            </a:pPr>
            <a:r>
              <a:rPr b="0" i="0" lang="es-419" sz="1800" u="none" cap="none" strike="noStrike">
                <a:solidFill>
                  <a:schemeClr val="dk1"/>
                </a:solidFill>
                <a:latin typeface="Arial"/>
                <a:ea typeface="Arial"/>
                <a:cs typeface="Arial"/>
                <a:sym typeface="Arial"/>
              </a:rPr>
              <a:t>Rendimiento general del modelo</a:t>
            </a:r>
            <a:endParaRPr sz="1100"/>
          </a:p>
          <a:p>
            <a:pPr indent="-38100" lvl="0" marL="177800" marR="0" rtl="0" algn="l">
              <a:lnSpc>
                <a:spcPct val="90000"/>
              </a:lnSpc>
              <a:spcBef>
                <a:spcPts val="800"/>
              </a:spcBef>
              <a:spcAft>
                <a:spcPts val="0"/>
              </a:spcAft>
              <a:buClr>
                <a:schemeClr val="dk1"/>
              </a:buClr>
              <a:buSzPts val="2100"/>
              <a:buFont typeface="Arial"/>
              <a:buNone/>
            </a:pPr>
            <a:r>
              <a:t/>
            </a:r>
            <a:endParaRPr b="0" i="0" sz="2100">
              <a:solidFill>
                <a:schemeClr val="dk1"/>
              </a:solidFill>
              <a:latin typeface="Arial"/>
              <a:ea typeface="Arial"/>
              <a:cs typeface="Arial"/>
              <a:sym typeface="Arial"/>
            </a:endParaRPr>
          </a:p>
        </p:txBody>
      </p:sp>
      <p:graphicFrame>
        <p:nvGraphicFramePr>
          <p:cNvPr id="989" name="Google Shape;989;p81"/>
          <p:cNvGraphicFramePr/>
          <p:nvPr/>
        </p:nvGraphicFramePr>
        <p:xfrm>
          <a:off x="5147814" y="2637497"/>
          <a:ext cx="3000000" cy="3000000"/>
        </p:xfrm>
        <a:graphic>
          <a:graphicData uri="http://schemas.openxmlformats.org/drawingml/2006/table">
            <a:tbl>
              <a:tblPr>
                <a:noFill/>
                <a:tableStyleId>{51C42C23-20F3-492B-B4F4-D7D772FA7ADC}</a:tableStyleId>
              </a:tblPr>
              <a:tblGrid>
                <a:gridCol w="195125"/>
                <a:gridCol w="1252100"/>
                <a:gridCol w="1097275"/>
                <a:gridCol w="1097275"/>
              </a:tblGrid>
              <a:tr h="533475">
                <a:tc>
                  <a:txBody>
                    <a:bodyPr/>
                    <a:lstStyle/>
                    <a:p>
                      <a:pPr indent="0" lvl="0" marL="0" marR="0" rtl="0" algn="ctr">
                        <a:spcBef>
                          <a:spcPts val="0"/>
                        </a:spcBef>
                        <a:spcAft>
                          <a:spcPts val="0"/>
                        </a:spcAft>
                        <a:buNone/>
                      </a:pPr>
                      <a:r>
                        <a:t/>
                      </a:r>
                      <a:endParaRPr sz="2100" u="none" cap="none" strike="noStrike"/>
                    </a:p>
                  </a:txBody>
                  <a:tcPr marT="34300" marB="34300" marR="68600" marL="68600">
                    <a:solidFill>
                      <a:srgbClr val="F2F2F2"/>
                    </a:solidFill>
                  </a:tcPr>
                </a:tc>
                <a:tc>
                  <a:txBody>
                    <a:bodyPr/>
                    <a:lstStyle/>
                    <a:p>
                      <a:pPr indent="0" lvl="0" marL="0" marR="0" rtl="0" algn="l">
                        <a:spcBef>
                          <a:spcPts val="0"/>
                        </a:spcBef>
                        <a:spcAft>
                          <a:spcPts val="0"/>
                        </a:spcAft>
                        <a:buNone/>
                      </a:pPr>
                      <a:r>
                        <a:t/>
                      </a:r>
                      <a:endParaRPr sz="1800" u="none" cap="none" strike="noStrike"/>
                    </a:p>
                  </a:txBody>
                  <a:tcPr marT="34300" marB="34300" marR="68600" marL="68600" anchor="ctr">
                    <a:solidFill>
                      <a:srgbClr val="F2F2F2"/>
                    </a:solidFill>
                  </a:tcPr>
                </a:tc>
                <a:tc gridSpan="2">
                  <a:txBody>
                    <a:bodyPr/>
                    <a:lstStyle/>
                    <a:p>
                      <a:pPr indent="0" lvl="0" marL="0" marR="0" rtl="0" algn="ctr">
                        <a:spcBef>
                          <a:spcPts val="0"/>
                        </a:spcBef>
                        <a:spcAft>
                          <a:spcPts val="0"/>
                        </a:spcAft>
                        <a:buNone/>
                      </a:pPr>
                      <a:r>
                        <a:rPr lang="es-419" sz="1800" u="none" cap="none" strike="noStrike"/>
                        <a:t>Real</a:t>
                      </a:r>
                      <a:endParaRPr sz="1100"/>
                    </a:p>
                  </a:txBody>
                  <a:tcPr marT="34300" marB="34300" marR="68600" marL="68600" anchor="b">
                    <a:solidFill>
                      <a:srgbClr val="F2F2F2"/>
                    </a:solidFill>
                  </a:tcPr>
                </a:tc>
                <a:tc hMerge="1"/>
              </a:tr>
              <a:tr h="533475">
                <a:tc rowSpan="3">
                  <a:txBody>
                    <a:bodyPr/>
                    <a:lstStyle/>
                    <a:p>
                      <a:pPr indent="0" lvl="0" marL="0" marR="0" rtl="0" algn="ctr">
                        <a:spcBef>
                          <a:spcPts val="0"/>
                        </a:spcBef>
                        <a:spcAft>
                          <a:spcPts val="0"/>
                        </a:spcAft>
                        <a:buNone/>
                      </a:pPr>
                      <a:r>
                        <a:rPr lang="es-419" sz="1800" u="none" cap="none" strike="noStrike"/>
                        <a:t>Predicho</a:t>
                      </a:r>
                      <a:endParaRPr sz="2100" u="none" cap="none" strike="noStrike"/>
                    </a:p>
                  </a:txBody>
                  <a:tcPr marT="34300" marB="34300" marR="68600" marL="68600">
                    <a:solidFill>
                      <a:srgbClr val="F2F2F2"/>
                    </a:solidFill>
                  </a:tcPr>
                </a:tc>
                <a:tc>
                  <a:txBody>
                    <a:bodyPr/>
                    <a:lstStyle/>
                    <a:p>
                      <a:pPr indent="0" lvl="0" marL="0" marR="0" rtl="0" algn="l">
                        <a:spcBef>
                          <a:spcPts val="0"/>
                        </a:spcBef>
                        <a:spcAft>
                          <a:spcPts val="0"/>
                        </a:spcAft>
                        <a:buNone/>
                      </a:pPr>
                      <a:r>
                        <a:t/>
                      </a:r>
                      <a:endParaRPr sz="1800" u="none" cap="none" strike="noStrike"/>
                    </a:p>
                  </a:txBody>
                  <a:tcPr marT="34300" marB="34300" marR="68600" marL="68600" anchor="ctr">
                    <a:solidFill>
                      <a:srgbClr val="F2F2F2"/>
                    </a:solidFill>
                  </a:tcPr>
                </a:tc>
                <a:tc>
                  <a:txBody>
                    <a:bodyPr/>
                    <a:lstStyle/>
                    <a:p>
                      <a:pPr indent="0" lvl="0" marL="0" marR="0" rtl="0" algn="ctr">
                        <a:spcBef>
                          <a:spcPts val="0"/>
                        </a:spcBef>
                        <a:spcAft>
                          <a:spcPts val="0"/>
                        </a:spcAft>
                        <a:buNone/>
                      </a:pPr>
                      <a:r>
                        <a:rPr lang="es-419" sz="1800" u="none" cap="none" strike="noStrike"/>
                        <a:t>Gato</a:t>
                      </a:r>
                      <a:endParaRPr sz="1100"/>
                    </a:p>
                  </a:txBody>
                  <a:tcPr marT="34300" marB="34300" marR="68600" marL="68600" anchor="ctr">
                    <a:solidFill>
                      <a:srgbClr val="F2F2F2"/>
                    </a:solidFill>
                  </a:tcPr>
                </a:tc>
                <a:tc>
                  <a:txBody>
                    <a:bodyPr/>
                    <a:lstStyle/>
                    <a:p>
                      <a:pPr indent="0" lvl="0" marL="0" marR="0" rtl="0" algn="ctr">
                        <a:spcBef>
                          <a:spcPts val="0"/>
                        </a:spcBef>
                        <a:spcAft>
                          <a:spcPts val="0"/>
                        </a:spcAft>
                        <a:buNone/>
                      </a:pPr>
                      <a:r>
                        <a:rPr lang="es-419" sz="1800" u="none" cap="none" strike="noStrike"/>
                        <a:t>No es </a:t>
                      </a:r>
                      <a:br>
                        <a:rPr lang="es-419" sz="1800" u="none" cap="none" strike="noStrike"/>
                      </a:br>
                      <a:r>
                        <a:rPr lang="es-419" sz="1800" u="none" cap="none" strike="noStrike"/>
                        <a:t>un gato</a:t>
                      </a:r>
                      <a:endParaRPr sz="1100"/>
                    </a:p>
                  </a:txBody>
                  <a:tcPr marT="34300" marB="34300" marR="68600" marL="68600" anchor="ctr">
                    <a:solidFill>
                      <a:srgbClr val="F2F2F2"/>
                    </a:solidFill>
                  </a:tcPr>
                </a:tc>
              </a:tr>
              <a:tr h="533475">
                <a:tc vMerge="1"/>
                <a:tc>
                  <a:txBody>
                    <a:bodyPr/>
                    <a:lstStyle/>
                    <a:p>
                      <a:pPr indent="0" lvl="0" marL="0" marR="0" rtl="0" algn="r">
                        <a:spcBef>
                          <a:spcPts val="0"/>
                        </a:spcBef>
                        <a:spcAft>
                          <a:spcPts val="0"/>
                        </a:spcAft>
                        <a:buNone/>
                      </a:pPr>
                      <a:r>
                        <a:rPr lang="es-419" sz="1800" u="none" cap="none" strike="noStrike"/>
                        <a:t>Gato</a:t>
                      </a:r>
                      <a:endParaRPr sz="1100"/>
                    </a:p>
                  </a:txBody>
                  <a:tcPr marT="34300" marB="34300" marR="68600" marL="68600" anchor="ctr">
                    <a:solidFill>
                      <a:srgbClr val="F2F2F2"/>
                    </a:solidFill>
                  </a:tcPr>
                </a:tc>
                <a:tc>
                  <a:txBody>
                    <a:bodyPr/>
                    <a:lstStyle/>
                    <a:p>
                      <a:pPr indent="0" lvl="0" marL="0" marR="0" rtl="0" algn="ctr">
                        <a:spcBef>
                          <a:spcPts val="0"/>
                        </a:spcBef>
                        <a:spcAft>
                          <a:spcPts val="0"/>
                        </a:spcAft>
                        <a:buNone/>
                      </a:pPr>
                      <a:r>
                        <a:rPr lang="es-419" sz="2100" u="none" cap="none" strike="noStrike"/>
                        <a:t>VP</a:t>
                      </a:r>
                      <a:endParaRPr sz="1100"/>
                    </a:p>
                  </a:txBody>
                  <a:tcPr marT="34300" marB="34300" marR="68600" marL="68600" anchor="ctr">
                    <a:solidFill>
                      <a:schemeClr val="accent3"/>
                    </a:solidFill>
                  </a:tcPr>
                </a:tc>
                <a:tc>
                  <a:txBody>
                    <a:bodyPr/>
                    <a:lstStyle/>
                    <a:p>
                      <a:pPr indent="0" lvl="0" marL="0" marR="0" rtl="0" algn="ctr">
                        <a:spcBef>
                          <a:spcPts val="0"/>
                        </a:spcBef>
                        <a:spcAft>
                          <a:spcPts val="0"/>
                        </a:spcAft>
                        <a:buNone/>
                      </a:pPr>
                      <a:r>
                        <a:rPr lang="es-419" sz="2100" u="none" cap="none" strike="noStrike"/>
                        <a:t>FP</a:t>
                      </a:r>
                      <a:endParaRPr sz="1100"/>
                    </a:p>
                  </a:txBody>
                  <a:tcPr marT="34300" marB="34300" marR="68600" marL="68600" anchor="ctr">
                    <a:solidFill>
                      <a:srgbClr val="FACEFA"/>
                    </a:solidFill>
                  </a:tcPr>
                </a:tc>
              </a:tr>
              <a:tr h="533475">
                <a:tc vMerge="1"/>
                <a:tc>
                  <a:txBody>
                    <a:bodyPr/>
                    <a:lstStyle/>
                    <a:p>
                      <a:pPr indent="0" lvl="0" marL="0" marR="0" rtl="0" algn="r">
                        <a:spcBef>
                          <a:spcPts val="0"/>
                        </a:spcBef>
                        <a:spcAft>
                          <a:spcPts val="0"/>
                        </a:spcAft>
                        <a:buNone/>
                      </a:pPr>
                      <a:r>
                        <a:rPr lang="es-419" sz="1800" u="none" cap="none" strike="noStrike"/>
                        <a:t>No es </a:t>
                      </a:r>
                      <a:br>
                        <a:rPr lang="es-419" sz="1800" u="none" cap="none" strike="noStrike"/>
                      </a:br>
                      <a:r>
                        <a:rPr lang="es-419" sz="1800" u="none" cap="none" strike="noStrike"/>
                        <a:t>un gato</a:t>
                      </a:r>
                      <a:endParaRPr sz="1100"/>
                    </a:p>
                  </a:txBody>
                  <a:tcPr marT="34300" marB="34300" marR="68600" marL="68600" anchor="ctr">
                    <a:solidFill>
                      <a:srgbClr val="F2F2F2"/>
                    </a:solidFill>
                  </a:tcPr>
                </a:tc>
                <a:tc>
                  <a:txBody>
                    <a:bodyPr/>
                    <a:lstStyle/>
                    <a:p>
                      <a:pPr indent="0" lvl="0" marL="0" marR="0" rtl="0" algn="ctr">
                        <a:spcBef>
                          <a:spcPts val="0"/>
                        </a:spcBef>
                        <a:spcAft>
                          <a:spcPts val="0"/>
                        </a:spcAft>
                        <a:buNone/>
                      </a:pPr>
                      <a:r>
                        <a:rPr lang="es-419" sz="2100" u="none" cap="none" strike="noStrike"/>
                        <a:t>FN</a:t>
                      </a:r>
                      <a:endParaRPr sz="1100"/>
                    </a:p>
                  </a:txBody>
                  <a:tcPr marT="34300" marB="34300" marR="68600" marL="68600" anchor="ctr">
                    <a:solidFill>
                      <a:srgbClr val="FACEFA"/>
                    </a:solidFill>
                  </a:tcPr>
                </a:tc>
                <a:tc>
                  <a:txBody>
                    <a:bodyPr/>
                    <a:lstStyle/>
                    <a:p>
                      <a:pPr indent="0" lvl="0" marL="0" marR="0" rtl="0" algn="ctr">
                        <a:spcBef>
                          <a:spcPts val="0"/>
                        </a:spcBef>
                        <a:spcAft>
                          <a:spcPts val="0"/>
                        </a:spcAft>
                        <a:buNone/>
                      </a:pPr>
                      <a:r>
                        <a:rPr lang="es-419" sz="2100" u="none" cap="none" strike="noStrike"/>
                        <a:t>VN</a:t>
                      </a:r>
                      <a:endParaRPr sz="1100"/>
                    </a:p>
                  </a:txBody>
                  <a:tcPr marT="34300" marB="34300" marR="68600" marL="68600" anchor="ctr">
                    <a:solidFill>
                      <a:schemeClr val="accent3"/>
                    </a:solidFill>
                  </a:tcPr>
                </a:tc>
              </a:tr>
            </a:tbl>
          </a:graphicData>
        </a:graphic>
      </p:graphicFrame>
      <p:sp>
        <p:nvSpPr>
          <p:cNvPr id="990" name="Google Shape;990;p81"/>
          <p:cNvSpPr txBox="1"/>
          <p:nvPr/>
        </p:nvSpPr>
        <p:spPr>
          <a:xfrm>
            <a:off x="5107744" y="2618092"/>
            <a:ext cx="1559561"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Arial"/>
                <a:ea typeface="Arial"/>
                <a:cs typeface="Arial"/>
                <a:sym typeface="Arial"/>
              </a:rPr>
              <a:t>Matriz de confusión</a:t>
            </a:r>
            <a:endParaRPr sz="1100"/>
          </a:p>
        </p:txBody>
      </p:sp>
      <p:sp>
        <p:nvSpPr>
          <p:cNvPr id="991" name="Google Shape;991;p81"/>
          <p:cNvSpPr txBox="1"/>
          <p:nvPr/>
        </p:nvSpPr>
        <p:spPr>
          <a:xfrm>
            <a:off x="244840" y="2094807"/>
            <a:ext cx="962042" cy="438581"/>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rgbClr val="BFBFBF"/>
                </a:solidFill>
                <a:latin typeface="Arial"/>
                <a:ea typeface="Arial"/>
                <a:cs typeface="Arial"/>
                <a:sym typeface="Arial"/>
              </a:rPr>
              <a:t>1: Recopilar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imágenes</a:t>
            </a:r>
            <a:endParaRPr sz="1200">
              <a:solidFill>
                <a:srgbClr val="BFBFBF"/>
              </a:solidFill>
              <a:latin typeface="Arial"/>
              <a:ea typeface="Arial"/>
              <a:cs typeface="Arial"/>
              <a:sym typeface="Arial"/>
            </a:endParaRPr>
          </a:p>
        </p:txBody>
      </p:sp>
      <p:sp>
        <p:nvSpPr>
          <p:cNvPr id="992" name="Google Shape;992;p81"/>
          <p:cNvSpPr txBox="1"/>
          <p:nvPr/>
        </p:nvSpPr>
        <p:spPr>
          <a:xfrm>
            <a:off x="1680940" y="2094807"/>
            <a:ext cx="1333538" cy="623248"/>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rgbClr val="BFBFBF"/>
                </a:solidFill>
                <a:latin typeface="Arial"/>
                <a:ea typeface="Arial"/>
                <a:cs typeface="Arial"/>
                <a:sym typeface="Arial"/>
              </a:rPr>
              <a:t>2: Crear conjunto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de datos de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entrenamiento</a:t>
            </a:r>
            <a:endParaRPr sz="1200">
              <a:solidFill>
                <a:srgbClr val="BFBFBF"/>
              </a:solidFill>
              <a:latin typeface="Arial"/>
              <a:ea typeface="Arial"/>
              <a:cs typeface="Arial"/>
              <a:sym typeface="Arial"/>
            </a:endParaRPr>
          </a:p>
        </p:txBody>
      </p:sp>
      <p:sp>
        <p:nvSpPr>
          <p:cNvPr id="993" name="Google Shape;993;p81"/>
          <p:cNvSpPr txBox="1"/>
          <p:nvPr/>
        </p:nvSpPr>
        <p:spPr>
          <a:xfrm>
            <a:off x="3449510" y="2094807"/>
            <a:ext cx="1613663" cy="438581"/>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rgbClr val="BFBFBF"/>
                </a:solidFill>
                <a:latin typeface="Arial"/>
                <a:ea typeface="Arial"/>
                <a:cs typeface="Arial"/>
                <a:sym typeface="Arial"/>
              </a:rPr>
              <a:t>3: Crear conjunto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de datos de prueba</a:t>
            </a:r>
            <a:endParaRPr sz="1100"/>
          </a:p>
        </p:txBody>
      </p:sp>
      <p:sp>
        <p:nvSpPr>
          <p:cNvPr id="994" name="Google Shape;994;p81"/>
          <p:cNvSpPr txBox="1"/>
          <p:nvPr/>
        </p:nvSpPr>
        <p:spPr>
          <a:xfrm>
            <a:off x="4967594" y="2094807"/>
            <a:ext cx="1595629"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rgbClr val="BFBFBF"/>
                </a:solidFill>
                <a:latin typeface="Arial"/>
                <a:ea typeface="Arial"/>
                <a:cs typeface="Arial"/>
                <a:sym typeface="Arial"/>
              </a:rPr>
              <a:t>4: Entrenar el modelo</a:t>
            </a:r>
            <a:endParaRPr sz="1100"/>
          </a:p>
        </p:txBody>
      </p:sp>
      <p:sp>
        <p:nvSpPr>
          <p:cNvPr id="995" name="Google Shape;995;p81"/>
          <p:cNvSpPr txBox="1"/>
          <p:nvPr/>
        </p:nvSpPr>
        <p:spPr>
          <a:xfrm>
            <a:off x="6527002" y="2094807"/>
            <a:ext cx="793727"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Arial"/>
                <a:ea typeface="Arial"/>
                <a:cs typeface="Arial"/>
                <a:sym typeface="Arial"/>
              </a:rPr>
              <a:t>5: Evaluar</a:t>
            </a:r>
            <a:endParaRPr sz="1100"/>
          </a:p>
        </p:txBody>
      </p:sp>
      <p:sp>
        <p:nvSpPr>
          <p:cNvPr id="996" name="Google Shape;996;p81"/>
          <p:cNvSpPr txBox="1"/>
          <p:nvPr/>
        </p:nvSpPr>
        <p:spPr>
          <a:xfrm>
            <a:off x="7990247" y="2094807"/>
            <a:ext cx="1160413"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rgbClr val="BFBFBF"/>
                </a:solidFill>
                <a:latin typeface="Arial"/>
                <a:ea typeface="Arial"/>
                <a:cs typeface="Arial"/>
                <a:sym typeface="Arial"/>
              </a:rPr>
              <a:t>6: Usar modelo</a:t>
            </a:r>
            <a:endParaRPr sz="11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82"/>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Paso 5: Evaluar — Mejorar</a:t>
            </a:r>
            <a:endParaRPr/>
          </a:p>
        </p:txBody>
      </p:sp>
      <p:cxnSp>
        <p:nvCxnSpPr>
          <p:cNvPr id="1002" name="Google Shape;1002;p82"/>
          <p:cNvCxnSpPr>
            <a:stCxn id="1003" idx="3"/>
            <a:endCxn id="1004" idx="1"/>
          </p:cNvCxnSpPr>
          <p:nvPr/>
        </p:nvCxnSpPr>
        <p:spPr>
          <a:xfrm>
            <a:off x="1448744" y="1593056"/>
            <a:ext cx="6291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1005" name="Google Shape;1005;p82"/>
          <p:cNvCxnSpPr>
            <a:stCxn id="1004" idx="3"/>
          </p:cNvCxnSpPr>
          <p:nvPr/>
        </p:nvCxnSpPr>
        <p:spPr>
          <a:xfrm>
            <a:off x="3128014" y="1593056"/>
            <a:ext cx="5142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1006" name="Google Shape;1006;p82"/>
          <p:cNvCxnSpPr>
            <a:stCxn id="1007" idx="3"/>
            <a:endCxn id="1008" idx="1"/>
          </p:cNvCxnSpPr>
          <p:nvPr/>
        </p:nvCxnSpPr>
        <p:spPr>
          <a:xfrm>
            <a:off x="4744107" y="1593056"/>
            <a:ext cx="4098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1009" name="Google Shape;1009;p82"/>
          <p:cNvCxnSpPr>
            <a:stCxn id="1008" idx="3"/>
            <a:endCxn id="1010" idx="1"/>
          </p:cNvCxnSpPr>
          <p:nvPr/>
        </p:nvCxnSpPr>
        <p:spPr>
          <a:xfrm>
            <a:off x="6161201" y="1593056"/>
            <a:ext cx="2967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1011" name="Google Shape;1011;p82"/>
          <p:cNvCxnSpPr>
            <a:stCxn id="1010" idx="3"/>
            <a:endCxn id="1012" idx="1"/>
          </p:cNvCxnSpPr>
          <p:nvPr/>
        </p:nvCxnSpPr>
        <p:spPr>
          <a:xfrm>
            <a:off x="7479488" y="1593057"/>
            <a:ext cx="560100" cy="0"/>
          </a:xfrm>
          <a:prstGeom prst="straightConnector1">
            <a:avLst/>
          </a:prstGeom>
          <a:noFill/>
          <a:ln cap="flat" cmpd="sng" w="28575">
            <a:solidFill>
              <a:schemeClr val="accent1"/>
            </a:solidFill>
            <a:prstDash val="solid"/>
            <a:miter lim="800000"/>
            <a:headEnd len="sm" w="sm" type="none"/>
            <a:tailEnd len="med" w="med" type="triangle"/>
          </a:ln>
        </p:spPr>
      </p:cxnSp>
      <p:pic>
        <p:nvPicPr>
          <p:cNvPr id="1007" name="Google Shape;1007;p82"/>
          <p:cNvPicPr preferRelativeResize="0"/>
          <p:nvPr/>
        </p:nvPicPr>
        <p:blipFill rotWithShape="1">
          <a:blip r:embed="rId3">
            <a:alphaModFix/>
          </a:blip>
          <a:srcRect b="0" l="0" r="0" t="0"/>
          <a:stretch/>
        </p:blipFill>
        <p:spPr>
          <a:xfrm>
            <a:off x="3736838" y="1107281"/>
            <a:ext cx="1007269" cy="971550"/>
          </a:xfrm>
          <a:prstGeom prst="rect">
            <a:avLst/>
          </a:prstGeom>
          <a:noFill/>
          <a:ln>
            <a:noFill/>
          </a:ln>
        </p:spPr>
      </p:pic>
      <p:grpSp>
        <p:nvGrpSpPr>
          <p:cNvPr descr="Improve the model workflow." id="1013" name="Google Shape;1013;p82"/>
          <p:cNvGrpSpPr/>
          <p:nvPr/>
        </p:nvGrpSpPr>
        <p:grpSpPr>
          <a:xfrm>
            <a:off x="334319" y="1078706"/>
            <a:ext cx="8626937" cy="1028700"/>
            <a:chOff x="445759" y="1438275"/>
            <a:chExt cx="11502583" cy="1371600"/>
          </a:xfrm>
        </p:grpSpPr>
        <p:pic>
          <p:nvPicPr>
            <p:cNvPr id="1003" name="Google Shape;1003;p82"/>
            <p:cNvPicPr preferRelativeResize="0"/>
            <p:nvPr/>
          </p:nvPicPr>
          <p:blipFill rotWithShape="1">
            <a:blip r:embed="rId4">
              <a:alphaModFix/>
            </a:blip>
            <a:srcRect b="0" l="0" r="0" t="0"/>
            <a:stretch/>
          </p:blipFill>
          <p:spPr>
            <a:xfrm>
              <a:off x="445759" y="1438275"/>
              <a:ext cx="1485900" cy="1371600"/>
            </a:xfrm>
            <a:prstGeom prst="rect">
              <a:avLst/>
            </a:prstGeom>
            <a:noFill/>
            <a:ln>
              <a:noFill/>
            </a:ln>
          </p:spPr>
        </p:pic>
        <p:pic>
          <p:nvPicPr>
            <p:cNvPr id="1004" name="Google Shape;1004;p82"/>
            <p:cNvPicPr preferRelativeResize="0"/>
            <p:nvPr/>
          </p:nvPicPr>
          <p:blipFill rotWithShape="1">
            <a:blip r:embed="rId5">
              <a:alphaModFix/>
            </a:blip>
            <a:srcRect b="0" l="0" r="0" t="0"/>
            <a:stretch/>
          </p:blipFill>
          <p:spPr>
            <a:xfrm>
              <a:off x="2770510" y="1466850"/>
              <a:ext cx="1400175" cy="1314450"/>
            </a:xfrm>
            <a:prstGeom prst="rect">
              <a:avLst/>
            </a:prstGeom>
            <a:noFill/>
            <a:ln>
              <a:noFill/>
            </a:ln>
          </p:spPr>
        </p:pic>
        <p:pic>
          <p:nvPicPr>
            <p:cNvPr id="1008" name="Google Shape;1008;p82"/>
            <p:cNvPicPr preferRelativeResize="0"/>
            <p:nvPr/>
          </p:nvPicPr>
          <p:blipFill rotWithShape="1">
            <a:blip r:embed="rId6">
              <a:alphaModFix/>
            </a:blip>
            <a:srcRect b="0" l="0" r="0" t="0"/>
            <a:stretch/>
          </p:blipFill>
          <p:spPr>
            <a:xfrm>
              <a:off x="6871910" y="1466850"/>
              <a:ext cx="1343025" cy="1314450"/>
            </a:xfrm>
            <a:prstGeom prst="rect">
              <a:avLst/>
            </a:prstGeom>
            <a:noFill/>
            <a:ln>
              <a:noFill/>
            </a:ln>
          </p:spPr>
        </p:pic>
        <p:pic>
          <p:nvPicPr>
            <p:cNvPr id="1010" name="Google Shape;1010;p82"/>
            <p:cNvPicPr preferRelativeResize="0"/>
            <p:nvPr/>
          </p:nvPicPr>
          <p:blipFill rotWithShape="1">
            <a:blip r:embed="rId7">
              <a:alphaModFix/>
            </a:blip>
            <a:srcRect b="0" l="0" r="0" t="0"/>
            <a:stretch/>
          </p:blipFill>
          <p:spPr>
            <a:xfrm>
              <a:off x="8610576" y="1443038"/>
              <a:ext cx="1362075" cy="1362075"/>
            </a:xfrm>
            <a:prstGeom prst="rect">
              <a:avLst/>
            </a:prstGeom>
            <a:noFill/>
            <a:ln>
              <a:noFill/>
            </a:ln>
          </p:spPr>
        </p:pic>
        <p:pic>
          <p:nvPicPr>
            <p:cNvPr id="1012" name="Google Shape;1012;p82"/>
            <p:cNvPicPr preferRelativeResize="0"/>
            <p:nvPr/>
          </p:nvPicPr>
          <p:blipFill rotWithShape="1">
            <a:blip r:embed="rId8">
              <a:alphaModFix/>
            </a:blip>
            <a:srcRect b="0" l="0" r="0" t="0"/>
            <a:stretch/>
          </p:blipFill>
          <p:spPr>
            <a:xfrm>
              <a:off x="10719617" y="1543050"/>
              <a:ext cx="1228725" cy="1162050"/>
            </a:xfrm>
            <a:prstGeom prst="rect">
              <a:avLst/>
            </a:prstGeom>
            <a:noFill/>
            <a:ln>
              <a:noFill/>
            </a:ln>
          </p:spPr>
        </p:pic>
      </p:grpSp>
      <p:sp>
        <p:nvSpPr>
          <p:cNvPr id="1014" name="Google Shape;1014;p82"/>
          <p:cNvSpPr txBox="1"/>
          <p:nvPr/>
        </p:nvSpPr>
        <p:spPr>
          <a:xfrm>
            <a:off x="314325" y="2636044"/>
            <a:ext cx="8515350" cy="2168129"/>
          </a:xfrm>
          <a:prstGeom prst="rect">
            <a:avLst/>
          </a:prstGeom>
          <a:noFill/>
          <a:ln>
            <a:noFill/>
          </a:ln>
        </p:spPr>
        <p:txBody>
          <a:bodyPr anchorCtr="0" anchor="t" bIns="34275" lIns="68575" spcFirstLastPara="1" rIns="68575" wrap="square" tIns="34275">
            <a:noAutofit/>
          </a:bodyPr>
          <a:lstStyle/>
          <a:p>
            <a:pPr indent="-171450" lvl="0" marL="177800" marR="0" rtl="0" algn="l">
              <a:lnSpc>
                <a:spcPct val="90000"/>
              </a:lnSpc>
              <a:spcBef>
                <a:spcPts val="0"/>
              </a:spcBef>
              <a:spcAft>
                <a:spcPts val="0"/>
              </a:spcAft>
              <a:buClr>
                <a:schemeClr val="dk1"/>
              </a:buClr>
              <a:buSzPts val="2100"/>
              <a:buFont typeface="Arial"/>
              <a:buChar char="•"/>
            </a:pPr>
            <a:r>
              <a:rPr b="0" i="0" lang="es-419" sz="2100">
                <a:solidFill>
                  <a:schemeClr val="dk1"/>
                </a:solidFill>
                <a:latin typeface="Arial"/>
                <a:ea typeface="Arial"/>
                <a:cs typeface="Arial"/>
                <a:sym typeface="Arial"/>
              </a:rPr>
              <a:t>Datos</a:t>
            </a:r>
            <a:endParaRPr sz="1100"/>
          </a:p>
          <a:p>
            <a:pPr indent="-171450" lvl="0" marL="177800" marR="0" rtl="0" algn="l">
              <a:lnSpc>
                <a:spcPct val="90000"/>
              </a:lnSpc>
              <a:spcBef>
                <a:spcPts val="800"/>
              </a:spcBef>
              <a:spcAft>
                <a:spcPts val="0"/>
              </a:spcAft>
              <a:buClr>
                <a:schemeClr val="dk1"/>
              </a:buClr>
              <a:buSzPts val="2100"/>
              <a:buFont typeface="Arial"/>
              <a:buChar char="•"/>
            </a:pPr>
            <a:r>
              <a:rPr b="0" i="0" lang="es-419" sz="2100">
                <a:solidFill>
                  <a:schemeClr val="dk1"/>
                </a:solidFill>
                <a:latin typeface="Arial"/>
                <a:ea typeface="Arial"/>
                <a:cs typeface="Arial"/>
                <a:sym typeface="Arial"/>
              </a:rPr>
              <a:t>Reducción de falsos positivos (mejor precisión)</a:t>
            </a:r>
            <a:endParaRPr sz="1100"/>
          </a:p>
          <a:p>
            <a:pPr indent="-177800" lvl="1" marL="520700" marR="0" rtl="0" algn="l">
              <a:lnSpc>
                <a:spcPct val="90000"/>
              </a:lnSpc>
              <a:spcBef>
                <a:spcPts val="400"/>
              </a:spcBef>
              <a:spcAft>
                <a:spcPts val="0"/>
              </a:spcAft>
              <a:buClr>
                <a:schemeClr val="dk1"/>
              </a:buClr>
              <a:buSzPts val="1800"/>
              <a:buFont typeface="Arial"/>
              <a:buChar char="•"/>
            </a:pPr>
            <a:r>
              <a:rPr b="0" i="0" lang="es-419" sz="1800" u="none" cap="none" strike="noStrike">
                <a:solidFill>
                  <a:schemeClr val="dk1"/>
                </a:solidFill>
                <a:latin typeface="Arial"/>
                <a:ea typeface="Arial"/>
                <a:cs typeface="Arial"/>
                <a:sym typeface="Arial"/>
              </a:rPr>
              <a:t>Ajuste el umbral de confianza para mejorar la precisión</a:t>
            </a:r>
            <a:endParaRPr sz="1100"/>
          </a:p>
          <a:p>
            <a:pPr indent="-177800" lvl="1" marL="520700" marR="0" rtl="0" algn="l">
              <a:lnSpc>
                <a:spcPct val="90000"/>
              </a:lnSpc>
              <a:spcBef>
                <a:spcPts val="400"/>
              </a:spcBef>
              <a:spcAft>
                <a:spcPts val="0"/>
              </a:spcAft>
              <a:buClr>
                <a:schemeClr val="dk1"/>
              </a:buClr>
              <a:buSzPts val="1800"/>
              <a:buFont typeface="Arial"/>
              <a:buChar char="•"/>
            </a:pPr>
            <a:r>
              <a:rPr b="0" i="0" lang="es-419" sz="1800" u="none" cap="none" strike="noStrike">
                <a:solidFill>
                  <a:schemeClr val="dk1"/>
                </a:solidFill>
                <a:latin typeface="Arial"/>
                <a:ea typeface="Arial"/>
                <a:cs typeface="Arial"/>
                <a:sym typeface="Arial"/>
              </a:rPr>
              <a:t>Agregue clases adicionales como etiquetas para el entrenamiento</a:t>
            </a:r>
            <a:endParaRPr sz="1100"/>
          </a:p>
          <a:p>
            <a:pPr indent="-171450" lvl="0" marL="177800" marR="0" rtl="0" algn="l">
              <a:lnSpc>
                <a:spcPct val="90000"/>
              </a:lnSpc>
              <a:spcBef>
                <a:spcPts val="800"/>
              </a:spcBef>
              <a:spcAft>
                <a:spcPts val="0"/>
              </a:spcAft>
              <a:buClr>
                <a:schemeClr val="dk1"/>
              </a:buClr>
              <a:buSzPts val="2100"/>
              <a:buFont typeface="Arial"/>
              <a:buChar char="•"/>
            </a:pPr>
            <a:r>
              <a:rPr b="0" i="0" lang="es-419" sz="2100">
                <a:solidFill>
                  <a:schemeClr val="dk1"/>
                </a:solidFill>
                <a:latin typeface="Arial"/>
                <a:ea typeface="Arial"/>
                <a:cs typeface="Arial"/>
                <a:sym typeface="Arial"/>
              </a:rPr>
              <a:t>Reducción de falsos negativos (mejor recuperación)</a:t>
            </a:r>
            <a:endParaRPr sz="1100"/>
          </a:p>
          <a:p>
            <a:pPr indent="-177800" lvl="1" marL="520700" marR="0" rtl="0" algn="l">
              <a:lnSpc>
                <a:spcPct val="90000"/>
              </a:lnSpc>
              <a:spcBef>
                <a:spcPts val="400"/>
              </a:spcBef>
              <a:spcAft>
                <a:spcPts val="0"/>
              </a:spcAft>
              <a:buClr>
                <a:schemeClr val="dk1"/>
              </a:buClr>
              <a:buSzPts val="1800"/>
              <a:buFont typeface="Arial"/>
              <a:buChar char="•"/>
            </a:pPr>
            <a:r>
              <a:rPr b="0" i="0" lang="es-419" sz="1800" u="none" cap="none" strike="noStrike">
                <a:solidFill>
                  <a:schemeClr val="dk1"/>
                </a:solidFill>
                <a:latin typeface="Arial"/>
                <a:ea typeface="Arial"/>
                <a:cs typeface="Arial"/>
                <a:sym typeface="Arial"/>
              </a:rPr>
              <a:t>Reduzca el umbral de confianza para mejorar la recuperación</a:t>
            </a:r>
            <a:endParaRPr sz="1100"/>
          </a:p>
          <a:p>
            <a:pPr indent="-177800" lvl="1" marL="520700" marR="0" rtl="0" algn="l">
              <a:lnSpc>
                <a:spcPct val="90000"/>
              </a:lnSpc>
              <a:spcBef>
                <a:spcPts val="400"/>
              </a:spcBef>
              <a:spcAft>
                <a:spcPts val="0"/>
              </a:spcAft>
              <a:buClr>
                <a:schemeClr val="dk1"/>
              </a:buClr>
              <a:buSzPts val="1800"/>
              <a:buFont typeface="Arial"/>
              <a:buChar char="•"/>
            </a:pPr>
            <a:r>
              <a:rPr b="0" i="0" lang="es-419" sz="1800" u="none" cap="none" strike="noStrike">
                <a:solidFill>
                  <a:schemeClr val="dk1"/>
                </a:solidFill>
                <a:latin typeface="Arial"/>
                <a:ea typeface="Arial"/>
                <a:cs typeface="Arial"/>
                <a:sym typeface="Arial"/>
              </a:rPr>
              <a:t>Utilice mejores datos o clases más precisas (etiquetas) para el entrenamiento</a:t>
            </a:r>
            <a:endParaRPr sz="1100"/>
          </a:p>
          <a:p>
            <a:pPr indent="-38100" lvl="0" marL="177800" marR="0" rtl="0" algn="l">
              <a:lnSpc>
                <a:spcPct val="90000"/>
              </a:lnSpc>
              <a:spcBef>
                <a:spcPts val="800"/>
              </a:spcBef>
              <a:spcAft>
                <a:spcPts val="0"/>
              </a:spcAft>
              <a:buClr>
                <a:schemeClr val="dk1"/>
              </a:buClr>
              <a:buSzPts val="2100"/>
              <a:buFont typeface="Arial"/>
              <a:buNone/>
            </a:pPr>
            <a:r>
              <a:t/>
            </a:r>
            <a:endParaRPr b="0" i="0" sz="2100">
              <a:solidFill>
                <a:schemeClr val="dk1"/>
              </a:solidFill>
              <a:latin typeface="Arial"/>
              <a:ea typeface="Arial"/>
              <a:cs typeface="Arial"/>
              <a:sym typeface="Arial"/>
            </a:endParaRPr>
          </a:p>
        </p:txBody>
      </p:sp>
      <p:sp>
        <p:nvSpPr>
          <p:cNvPr id="1015" name="Google Shape;1015;p82"/>
          <p:cNvSpPr txBox="1"/>
          <p:nvPr/>
        </p:nvSpPr>
        <p:spPr>
          <a:xfrm>
            <a:off x="244840" y="2094807"/>
            <a:ext cx="962042" cy="438581"/>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rgbClr val="BFBFBF"/>
                </a:solidFill>
                <a:latin typeface="Arial"/>
                <a:ea typeface="Arial"/>
                <a:cs typeface="Arial"/>
                <a:sym typeface="Arial"/>
              </a:rPr>
              <a:t>1: Recopilar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imágenes</a:t>
            </a:r>
            <a:endParaRPr sz="1200">
              <a:solidFill>
                <a:srgbClr val="BFBFBF"/>
              </a:solidFill>
              <a:latin typeface="Arial"/>
              <a:ea typeface="Arial"/>
              <a:cs typeface="Arial"/>
              <a:sym typeface="Arial"/>
            </a:endParaRPr>
          </a:p>
        </p:txBody>
      </p:sp>
      <p:sp>
        <p:nvSpPr>
          <p:cNvPr id="1016" name="Google Shape;1016;p82"/>
          <p:cNvSpPr txBox="1"/>
          <p:nvPr/>
        </p:nvSpPr>
        <p:spPr>
          <a:xfrm>
            <a:off x="1680940" y="2094807"/>
            <a:ext cx="1333538" cy="623248"/>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rgbClr val="BFBFBF"/>
                </a:solidFill>
                <a:latin typeface="Arial"/>
                <a:ea typeface="Arial"/>
                <a:cs typeface="Arial"/>
                <a:sym typeface="Arial"/>
              </a:rPr>
              <a:t>2: Crear conjunto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de datos de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entrenamiento</a:t>
            </a:r>
            <a:endParaRPr sz="1200">
              <a:solidFill>
                <a:srgbClr val="BFBFBF"/>
              </a:solidFill>
              <a:latin typeface="Arial"/>
              <a:ea typeface="Arial"/>
              <a:cs typeface="Arial"/>
              <a:sym typeface="Arial"/>
            </a:endParaRPr>
          </a:p>
        </p:txBody>
      </p:sp>
      <p:sp>
        <p:nvSpPr>
          <p:cNvPr id="1017" name="Google Shape;1017;p82"/>
          <p:cNvSpPr txBox="1"/>
          <p:nvPr/>
        </p:nvSpPr>
        <p:spPr>
          <a:xfrm>
            <a:off x="3449510" y="2094807"/>
            <a:ext cx="1613663" cy="438581"/>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rgbClr val="BFBFBF"/>
                </a:solidFill>
                <a:latin typeface="Arial"/>
                <a:ea typeface="Arial"/>
                <a:cs typeface="Arial"/>
                <a:sym typeface="Arial"/>
              </a:rPr>
              <a:t>3: Crear conjunto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de datos de prueba</a:t>
            </a:r>
            <a:endParaRPr sz="1100"/>
          </a:p>
        </p:txBody>
      </p:sp>
      <p:sp>
        <p:nvSpPr>
          <p:cNvPr id="1018" name="Google Shape;1018;p82"/>
          <p:cNvSpPr txBox="1"/>
          <p:nvPr/>
        </p:nvSpPr>
        <p:spPr>
          <a:xfrm>
            <a:off x="4967594" y="2094807"/>
            <a:ext cx="1595629"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rgbClr val="BFBFBF"/>
                </a:solidFill>
                <a:latin typeface="Arial"/>
                <a:ea typeface="Arial"/>
                <a:cs typeface="Arial"/>
                <a:sym typeface="Arial"/>
              </a:rPr>
              <a:t>4: Entrenar el modelo</a:t>
            </a:r>
            <a:endParaRPr sz="1100"/>
          </a:p>
        </p:txBody>
      </p:sp>
      <p:sp>
        <p:nvSpPr>
          <p:cNvPr id="1019" name="Google Shape;1019;p82"/>
          <p:cNvSpPr txBox="1"/>
          <p:nvPr/>
        </p:nvSpPr>
        <p:spPr>
          <a:xfrm>
            <a:off x="6527002" y="2094807"/>
            <a:ext cx="793727"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Arial"/>
                <a:ea typeface="Arial"/>
                <a:cs typeface="Arial"/>
                <a:sym typeface="Arial"/>
              </a:rPr>
              <a:t>5: Evaluar</a:t>
            </a:r>
            <a:endParaRPr sz="1100"/>
          </a:p>
        </p:txBody>
      </p:sp>
      <p:sp>
        <p:nvSpPr>
          <p:cNvPr id="1020" name="Google Shape;1020;p82"/>
          <p:cNvSpPr txBox="1"/>
          <p:nvPr/>
        </p:nvSpPr>
        <p:spPr>
          <a:xfrm>
            <a:off x="7990247" y="2094807"/>
            <a:ext cx="1160413"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rgbClr val="BFBFBF"/>
                </a:solidFill>
                <a:latin typeface="Arial"/>
                <a:ea typeface="Arial"/>
                <a:cs typeface="Arial"/>
                <a:sym typeface="Arial"/>
              </a:rPr>
              <a:t>6: Usar modelo</a:t>
            </a:r>
            <a:endParaRPr sz="11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83"/>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Paso 6: Utilizar el modelo</a:t>
            </a:r>
            <a:endParaRPr/>
          </a:p>
        </p:txBody>
      </p:sp>
      <p:cxnSp>
        <p:nvCxnSpPr>
          <p:cNvPr id="1026" name="Google Shape;1026;p83"/>
          <p:cNvCxnSpPr>
            <a:stCxn id="1027" idx="3"/>
            <a:endCxn id="1028" idx="1"/>
          </p:cNvCxnSpPr>
          <p:nvPr/>
        </p:nvCxnSpPr>
        <p:spPr>
          <a:xfrm>
            <a:off x="1448744" y="1593056"/>
            <a:ext cx="6291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1029" name="Google Shape;1029;p83"/>
          <p:cNvCxnSpPr>
            <a:stCxn id="1028" idx="3"/>
          </p:cNvCxnSpPr>
          <p:nvPr/>
        </p:nvCxnSpPr>
        <p:spPr>
          <a:xfrm>
            <a:off x="3128014" y="1593056"/>
            <a:ext cx="5142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1030" name="Google Shape;1030;p83"/>
          <p:cNvCxnSpPr>
            <a:stCxn id="1031" idx="3"/>
            <a:endCxn id="1032" idx="1"/>
          </p:cNvCxnSpPr>
          <p:nvPr/>
        </p:nvCxnSpPr>
        <p:spPr>
          <a:xfrm>
            <a:off x="4744107" y="1593056"/>
            <a:ext cx="4098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1033" name="Google Shape;1033;p83"/>
          <p:cNvCxnSpPr>
            <a:stCxn id="1032" idx="3"/>
            <a:endCxn id="1034" idx="1"/>
          </p:cNvCxnSpPr>
          <p:nvPr/>
        </p:nvCxnSpPr>
        <p:spPr>
          <a:xfrm>
            <a:off x="6161201" y="1593056"/>
            <a:ext cx="296700"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1035" name="Google Shape;1035;p83"/>
          <p:cNvCxnSpPr>
            <a:stCxn id="1034" idx="3"/>
            <a:endCxn id="1036" idx="1"/>
          </p:cNvCxnSpPr>
          <p:nvPr/>
        </p:nvCxnSpPr>
        <p:spPr>
          <a:xfrm>
            <a:off x="7479488" y="1593057"/>
            <a:ext cx="560100" cy="0"/>
          </a:xfrm>
          <a:prstGeom prst="straightConnector1">
            <a:avLst/>
          </a:prstGeom>
          <a:noFill/>
          <a:ln cap="flat" cmpd="sng" w="28575">
            <a:solidFill>
              <a:schemeClr val="accent1"/>
            </a:solidFill>
            <a:prstDash val="solid"/>
            <a:miter lim="800000"/>
            <a:headEnd len="sm" w="sm" type="none"/>
            <a:tailEnd len="med" w="med" type="triangle"/>
          </a:ln>
        </p:spPr>
      </p:cxnSp>
      <p:pic>
        <p:nvPicPr>
          <p:cNvPr id="1032" name="Google Shape;1032;p83"/>
          <p:cNvPicPr preferRelativeResize="0"/>
          <p:nvPr/>
        </p:nvPicPr>
        <p:blipFill rotWithShape="1">
          <a:blip r:embed="rId3">
            <a:alphaModFix/>
          </a:blip>
          <a:srcRect b="0" l="0" r="0" t="0"/>
          <a:stretch/>
        </p:blipFill>
        <p:spPr>
          <a:xfrm>
            <a:off x="5153933" y="1100138"/>
            <a:ext cx="1007269" cy="985838"/>
          </a:xfrm>
          <a:prstGeom prst="rect">
            <a:avLst/>
          </a:prstGeom>
          <a:noFill/>
          <a:ln>
            <a:noFill/>
          </a:ln>
        </p:spPr>
      </p:pic>
      <p:grpSp>
        <p:nvGrpSpPr>
          <p:cNvPr descr="Use the model workflow." id="1037" name="Google Shape;1037;p83"/>
          <p:cNvGrpSpPr/>
          <p:nvPr/>
        </p:nvGrpSpPr>
        <p:grpSpPr>
          <a:xfrm>
            <a:off x="334319" y="1078706"/>
            <a:ext cx="8626937" cy="1028700"/>
            <a:chOff x="445759" y="1438275"/>
            <a:chExt cx="11502583" cy="1371600"/>
          </a:xfrm>
        </p:grpSpPr>
        <p:pic>
          <p:nvPicPr>
            <p:cNvPr id="1027" name="Google Shape;1027;p83"/>
            <p:cNvPicPr preferRelativeResize="0"/>
            <p:nvPr/>
          </p:nvPicPr>
          <p:blipFill rotWithShape="1">
            <a:blip r:embed="rId4">
              <a:alphaModFix/>
            </a:blip>
            <a:srcRect b="0" l="0" r="0" t="0"/>
            <a:stretch/>
          </p:blipFill>
          <p:spPr>
            <a:xfrm>
              <a:off x="445759" y="1438275"/>
              <a:ext cx="1485900" cy="1371600"/>
            </a:xfrm>
            <a:prstGeom prst="rect">
              <a:avLst/>
            </a:prstGeom>
            <a:noFill/>
            <a:ln>
              <a:noFill/>
            </a:ln>
          </p:spPr>
        </p:pic>
        <p:pic>
          <p:nvPicPr>
            <p:cNvPr id="1028" name="Google Shape;1028;p83"/>
            <p:cNvPicPr preferRelativeResize="0"/>
            <p:nvPr/>
          </p:nvPicPr>
          <p:blipFill rotWithShape="1">
            <a:blip r:embed="rId5">
              <a:alphaModFix/>
            </a:blip>
            <a:srcRect b="0" l="0" r="0" t="0"/>
            <a:stretch/>
          </p:blipFill>
          <p:spPr>
            <a:xfrm>
              <a:off x="2770510" y="1466850"/>
              <a:ext cx="1400175" cy="1314450"/>
            </a:xfrm>
            <a:prstGeom prst="rect">
              <a:avLst/>
            </a:prstGeom>
            <a:noFill/>
            <a:ln>
              <a:noFill/>
            </a:ln>
          </p:spPr>
        </p:pic>
        <p:pic>
          <p:nvPicPr>
            <p:cNvPr id="1031" name="Google Shape;1031;p83"/>
            <p:cNvPicPr preferRelativeResize="0"/>
            <p:nvPr/>
          </p:nvPicPr>
          <p:blipFill rotWithShape="1">
            <a:blip r:embed="rId6">
              <a:alphaModFix/>
            </a:blip>
            <a:srcRect b="0" l="0" r="0" t="0"/>
            <a:stretch/>
          </p:blipFill>
          <p:spPr>
            <a:xfrm>
              <a:off x="4982451" y="1476375"/>
              <a:ext cx="1343025" cy="1295400"/>
            </a:xfrm>
            <a:prstGeom prst="rect">
              <a:avLst/>
            </a:prstGeom>
            <a:noFill/>
            <a:ln>
              <a:noFill/>
            </a:ln>
          </p:spPr>
        </p:pic>
        <p:pic>
          <p:nvPicPr>
            <p:cNvPr id="1034" name="Google Shape;1034;p83"/>
            <p:cNvPicPr preferRelativeResize="0"/>
            <p:nvPr/>
          </p:nvPicPr>
          <p:blipFill rotWithShape="1">
            <a:blip r:embed="rId7">
              <a:alphaModFix/>
            </a:blip>
            <a:srcRect b="0" l="0" r="0" t="0"/>
            <a:stretch/>
          </p:blipFill>
          <p:spPr>
            <a:xfrm>
              <a:off x="8610576" y="1443038"/>
              <a:ext cx="1362075" cy="1362075"/>
            </a:xfrm>
            <a:prstGeom prst="rect">
              <a:avLst/>
            </a:prstGeom>
            <a:noFill/>
            <a:ln>
              <a:noFill/>
            </a:ln>
          </p:spPr>
        </p:pic>
        <p:pic>
          <p:nvPicPr>
            <p:cNvPr id="1036" name="Google Shape;1036;p83"/>
            <p:cNvPicPr preferRelativeResize="0"/>
            <p:nvPr/>
          </p:nvPicPr>
          <p:blipFill rotWithShape="1">
            <a:blip r:embed="rId8">
              <a:alphaModFix/>
            </a:blip>
            <a:srcRect b="0" l="0" r="0" t="0"/>
            <a:stretch/>
          </p:blipFill>
          <p:spPr>
            <a:xfrm>
              <a:off x="10719617" y="1543050"/>
              <a:ext cx="1228725" cy="1162050"/>
            </a:xfrm>
            <a:prstGeom prst="rect">
              <a:avLst/>
            </a:prstGeom>
            <a:noFill/>
            <a:ln>
              <a:noFill/>
            </a:ln>
          </p:spPr>
        </p:pic>
      </p:grpSp>
      <p:sp>
        <p:nvSpPr>
          <p:cNvPr id="1038" name="Google Shape;1038;p83"/>
          <p:cNvSpPr txBox="1"/>
          <p:nvPr/>
        </p:nvSpPr>
        <p:spPr>
          <a:xfrm>
            <a:off x="393525" y="3420839"/>
            <a:ext cx="3768099" cy="1685077"/>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2100">
                <a:solidFill>
                  <a:schemeClr val="dk1"/>
                </a:solidFill>
                <a:latin typeface="Arial"/>
                <a:ea typeface="Arial"/>
                <a:cs typeface="Arial"/>
                <a:sym typeface="Arial"/>
              </a:rPr>
              <a:t>Devuelve una matriz de etiquetas personalizadas:</a:t>
            </a:r>
            <a:endParaRPr sz="1100"/>
          </a:p>
          <a:p>
            <a:pPr indent="-336550" lvl="1" marL="685800" marR="0" rtl="0" algn="l">
              <a:spcBef>
                <a:spcPts val="0"/>
              </a:spcBef>
              <a:spcAft>
                <a:spcPts val="0"/>
              </a:spcAft>
              <a:buClr>
                <a:schemeClr val="dk1"/>
              </a:buClr>
              <a:buSzPts val="2100"/>
              <a:buFont typeface="Arial"/>
              <a:buChar char="•"/>
            </a:pPr>
            <a:r>
              <a:rPr b="0" i="0" lang="es-419" sz="2100" u="none" cap="none" strike="noStrike">
                <a:solidFill>
                  <a:schemeClr val="dk1"/>
                </a:solidFill>
                <a:latin typeface="Arial"/>
                <a:ea typeface="Arial"/>
                <a:cs typeface="Arial"/>
                <a:sym typeface="Arial"/>
              </a:rPr>
              <a:t>Etiqueta</a:t>
            </a:r>
            <a:endParaRPr sz="1100"/>
          </a:p>
          <a:p>
            <a:pPr indent="-336550" lvl="1" marL="685800" marR="0" rtl="0" algn="l">
              <a:spcBef>
                <a:spcPts val="0"/>
              </a:spcBef>
              <a:spcAft>
                <a:spcPts val="0"/>
              </a:spcAft>
              <a:buClr>
                <a:schemeClr val="dk1"/>
              </a:buClr>
              <a:buSzPts val="2100"/>
              <a:buFont typeface="Arial"/>
              <a:buChar char="•"/>
            </a:pPr>
            <a:r>
              <a:rPr b="0" i="0" lang="es-419" sz="2100" u="none" cap="none" strike="noStrike">
                <a:solidFill>
                  <a:schemeClr val="dk1"/>
                </a:solidFill>
                <a:latin typeface="Arial"/>
                <a:ea typeface="Arial"/>
                <a:cs typeface="Arial"/>
                <a:sym typeface="Arial"/>
              </a:rPr>
              <a:t>Cuadro delimitador para objetos</a:t>
            </a:r>
            <a:endParaRPr sz="1100"/>
          </a:p>
          <a:p>
            <a:pPr indent="-336550" lvl="1" marL="685800" marR="0" rtl="0" algn="l">
              <a:spcBef>
                <a:spcPts val="0"/>
              </a:spcBef>
              <a:spcAft>
                <a:spcPts val="0"/>
              </a:spcAft>
              <a:buClr>
                <a:schemeClr val="dk1"/>
              </a:buClr>
              <a:buSzPts val="2100"/>
              <a:buFont typeface="Arial"/>
              <a:buChar char="•"/>
            </a:pPr>
            <a:r>
              <a:rPr b="0" i="0" lang="es-419" sz="2100" u="none" cap="none" strike="noStrike">
                <a:solidFill>
                  <a:schemeClr val="dk1"/>
                </a:solidFill>
                <a:latin typeface="Arial"/>
                <a:ea typeface="Arial"/>
                <a:cs typeface="Arial"/>
                <a:sym typeface="Arial"/>
              </a:rPr>
              <a:t>Confianza</a:t>
            </a:r>
            <a:endParaRPr sz="1100"/>
          </a:p>
          <a:p>
            <a:pPr indent="-203200" lvl="0" marL="342900" marR="0" rtl="0" algn="l">
              <a:spcBef>
                <a:spcPts val="0"/>
              </a:spcBef>
              <a:spcAft>
                <a:spcPts val="0"/>
              </a:spcAft>
              <a:buClr>
                <a:schemeClr val="dk1"/>
              </a:buClr>
              <a:buSzPts val="2100"/>
              <a:buFont typeface="Arial"/>
              <a:buNone/>
            </a:pPr>
            <a:r>
              <a:t/>
            </a:r>
            <a:endParaRPr sz="2100">
              <a:solidFill>
                <a:schemeClr val="dk1"/>
              </a:solidFill>
              <a:latin typeface="Arial"/>
              <a:ea typeface="Arial"/>
              <a:cs typeface="Arial"/>
              <a:sym typeface="Arial"/>
            </a:endParaRPr>
          </a:p>
        </p:txBody>
      </p:sp>
      <p:sp>
        <p:nvSpPr>
          <p:cNvPr id="1039" name="Google Shape;1039;p83"/>
          <p:cNvSpPr txBox="1"/>
          <p:nvPr/>
        </p:nvSpPr>
        <p:spPr>
          <a:xfrm>
            <a:off x="244840" y="2094807"/>
            <a:ext cx="962042" cy="438581"/>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rgbClr val="BFBFBF"/>
                </a:solidFill>
                <a:latin typeface="Arial"/>
                <a:ea typeface="Arial"/>
                <a:cs typeface="Arial"/>
                <a:sym typeface="Arial"/>
              </a:rPr>
              <a:t>1: Recopilar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imágenes</a:t>
            </a:r>
            <a:endParaRPr sz="1200">
              <a:solidFill>
                <a:srgbClr val="BFBFBF"/>
              </a:solidFill>
              <a:latin typeface="Arial"/>
              <a:ea typeface="Arial"/>
              <a:cs typeface="Arial"/>
              <a:sym typeface="Arial"/>
            </a:endParaRPr>
          </a:p>
        </p:txBody>
      </p:sp>
      <p:sp>
        <p:nvSpPr>
          <p:cNvPr id="1040" name="Google Shape;1040;p83"/>
          <p:cNvSpPr txBox="1"/>
          <p:nvPr/>
        </p:nvSpPr>
        <p:spPr>
          <a:xfrm>
            <a:off x="1680940" y="2094807"/>
            <a:ext cx="1333538" cy="623248"/>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rgbClr val="BFBFBF"/>
                </a:solidFill>
                <a:latin typeface="Arial"/>
                <a:ea typeface="Arial"/>
                <a:cs typeface="Arial"/>
                <a:sym typeface="Arial"/>
              </a:rPr>
              <a:t>2: Crear conjunto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de datos de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entrenamiento</a:t>
            </a:r>
            <a:endParaRPr sz="1200">
              <a:solidFill>
                <a:srgbClr val="BFBFBF"/>
              </a:solidFill>
              <a:latin typeface="Arial"/>
              <a:ea typeface="Arial"/>
              <a:cs typeface="Arial"/>
              <a:sym typeface="Arial"/>
            </a:endParaRPr>
          </a:p>
        </p:txBody>
      </p:sp>
      <p:sp>
        <p:nvSpPr>
          <p:cNvPr id="1041" name="Google Shape;1041;p83"/>
          <p:cNvSpPr txBox="1"/>
          <p:nvPr/>
        </p:nvSpPr>
        <p:spPr>
          <a:xfrm>
            <a:off x="3449510" y="2094807"/>
            <a:ext cx="1613663" cy="438581"/>
          </a:xfrm>
          <a:prstGeom prst="rect">
            <a:avLst/>
          </a:prstGeom>
          <a:noFill/>
          <a:ln>
            <a:noFill/>
          </a:ln>
        </p:spPr>
        <p:txBody>
          <a:bodyPr anchorCtr="0" anchor="t" bIns="34275" lIns="68575" spcFirstLastPara="1" rIns="68575" wrap="square" tIns="34275">
            <a:spAutoFit/>
          </a:bodyPr>
          <a:lstStyle/>
          <a:p>
            <a:pPr indent="-177800" lvl="0" marL="177800" marR="0" rtl="0" algn="l">
              <a:spcBef>
                <a:spcPts val="0"/>
              </a:spcBef>
              <a:spcAft>
                <a:spcPts val="0"/>
              </a:spcAft>
              <a:buNone/>
            </a:pPr>
            <a:r>
              <a:rPr lang="es-419" sz="1200">
                <a:solidFill>
                  <a:srgbClr val="BFBFBF"/>
                </a:solidFill>
                <a:latin typeface="Arial"/>
                <a:ea typeface="Arial"/>
                <a:cs typeface="Arial"/>
                <a:sym typeface="Arial"/>
              </a:rPr>
              <a:t>3: Crear conjunto </a:t>
            </a:r>
            <a:br>
              <a:rPr lang="es-419" sz="1200">
                <a:solidFill>
                  <a:srgbClr val="BFBFBF"/>
                </a:solidFill>
                <a:latin typeface="Arial"/>
                <a:ea typeface="Arial"/>
                <a:cs typeface="Arial"/>
                <a:sym typeface="Arial"/>
              </a:rPr>
            </a:br>
            <a:r>
              <a:rPr lang="es-419" sz="1200">
                <a:solidFill>
                  <a:srgbClr val="BFBFBF"/>
                </a:solidFill>
                <a:latin typeface="Arial"/>
                <a:ea typeface="Arial"/>
                <a:cs typeface="Arial"/>
                <a:sym typeface="Arial"/>
              </a:rPr>
              <a:t>de datos de prueba</a:t>
            </a:r>
            <a:endParaRPr sz="1100"/>
          </a:p>
        </p:txBody>
      </p:sp>
      <p:sp>
        <p:nvSpPr>
          <p:cNvPr id="1042" name="Google Shape;1042;p83"/>
          <p:cNvSpPr txBox="1"/>
          <p:nvPr/>
        </p:nvSpPr>
        <p:spPr>
          <a:xfrm>
            <a:off x="4967594" y="2094807"/>
            <a:ext cx="1595629"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rgbClr val="BFBFBF"/>
                </a:solidFill>
                <a:latin typeface="Arial"/>
                <a:ea typeface="Arial"/>
                <a:cs typeface="Arial"/>
                <a:sym typeface="Arial"/>
              </a:rPr>
              <a:t>4: Entrenar el modelo</a:t>
            </a:r>
            <a:endParaRPr sz="1100"/>
          </a:p>
        </p:txBody>
      </p:sp>
      <p:sp>
        <p:nvSpPr>
          <p:cNvPr id="1043" name="Google Shape;1043;p83"/>
          <p:cNvSpPr txBox="1"/>
          <p:nvPr/>
        </p:nvSpPr>
        <p:spPr>
          <a:xfrm>
            <a:off x="6527002" y="2094807"/>
            <a:ext cx="793727"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rgbClr val="BFBFBF"/>
                </a:solidFill>
                <a:latin typeface="Arial"/>
                <a:ea typeface="Arial"/>
                <a:cs typeface="Arial"/>
                <a:sym typeface="Arial"/>
              </a:rPr>
              <a:t>5: Evaluar</a:t>
            </a:r>
            <a:endParaRPr sz="1100"/>
          </a:p>
        </p:txBody>
      </p:sp>
      <p:sp>
        <p:nvSpPr>
          <p:cNvPr id="1044" name="Google Shape;1044;p83"/>
          <p:cNvSpPr txBox="1"/>
          <p:nvPr/>
        </p:nvSpPr>
        <p:spPr>
          <a:xfrm>
            <a:off x="7990247" y="2094807"/>
            <a:ext cx="1160413"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Arial"/>
                <a:ea typeface="Arial"/>
                <a:cs typeface="Arial"/>
                <a:sym typeface="Arial"/>
              </a:rPr>
              <a:t>6: Usar modelo</a:t>
            </a:r>
            <a:endParaRPr sz="1100"/>
          </a:p>
        </p:txBody>
      </p:sp>
      <p:sp>
        <p:nvSpPr>
          <p:cNvPr id="1045" name="Google Shape;1045;p83"/>
          <p:cNvSpPr txBox="1"/>
          <p:nvPr/>
        </p:nvSpPr>
        <p:spPr>
          <a:xfrm>
            <a:off x="393525" y="2769110"/>
            <a:ext cx="6711212" cy="6232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aws rekognition detect-custom-labels --project-version-arn "model_arn"\</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   --image '{"S3Object":{"Bucket":"bucket","Name":"image"}}'\</a:t>
            </a:r>
            <a:endParaRPr sz="1100"/>
          </a:p>
          <a:p>
            <a:pPr indent="0" lvl="0" marL="0" marR="0" rtl="0" algn="l">
              <a:spcBef>
                <a:spcPts val="0"/>
              </a:spcBef>
              <a:spcAft>
                <a:spcPts val="0"/>
              </a:spcAft>
              <a:buNone/>
            </a:pPr>
            <a:r>
              <a:rPr lang="es-419" sz="1200">
                <a:solidFill>
                  <a:schemeClr val="dk1"/>
                </a:solidFill>
                <a:latin typeface="Courier New"/>
                <a:ea typeface="Courier New"/>
                <a:cs typeface="Courier New"/>
                <a:sym typeface="Courier New"/>
              </a:rPr>
              <a:t>   --min-confidence 70</a:t>
            </a:r>
            <a:endParaRPr sz="11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84"/>
          <p:cNvSpPr txBox="1"/>
          <p:nvPr>
            <p:ph type="title"/>
          </p:nvPr>
        </p:nvSpPr>
        <p:spPr>
          <a:xfrm>
            <a:off x="314325" y="1160007"/>
            <a:ext cx="3201485" cy="994172"/>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t>Demostración: Etiquetado de imágenes con Amazon SageMaker Ground Truth</a:t>
            </a:r>
            <a:endParaRPr/>
          </a:p>
        </p:txBody>
      </p:sp>
      <p:sp>
        <p:nvSpPr>
          <p:cNvPr id="1051" name="Google Shape;1051;p84"/>
          <p:cNvSpPr txBox="1"/>
          <p:nvPr>
            <p:ph idx="1" type="body"/>
          </p:nvPr>
        </p:nvSpPr>
        <p:spPr>
          <a:xfrm>
            <a:off x="4285856" y="883782"/>
            <a:ext cx="4325709" cy="361119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2100"/>
              <a:buNone/>
            </a:pPr>
            <a:r>
              <a:t/>
            </a:r>
            <a:endParaRPr>
              <a:latin typeface="Arial"/>
              <a:ea typeface="Arial"/>
              <a:cs typeface="Arial"/>
              <a:sym typeface="Arial"/>
            </a:endParaRPr>
          </a:p>
          <a:p>
            <a:pPr indent="0" lvl="0" marL="0" rtl="0" algn="l">
              <a:lnSpc>
                <a:spcPct val="90000"/>
              </a:lnSpc>
              <a:spcBef>
                <a:spcPts val="800"/>
              </a:spcBef>
              <a:spcAft>
                <a:spcPts val="0"/>
              </a:spcAft>
              <a:buClr>
                <a:schemeClr val="dk1"/>
              </a:buClr>
              <a:buSzPts val="2100"/>
              <a:buNone/>
            </a:pPr>
            <a:r>
              <a:t/>
            </a:r>
            <a:endParaRPr>
              <a:latin typeface="Arial"/>
              <a:ea typeface="Arial"/>
              <a:cs typeface="Arial"/>
              <a:sym typeface="Arial"/>
            </a:endParaRPr>
          </a:p>
        </p:txBody>
      </p:sp>
      <p:pic>
        <p:nvPicPr>
          <p:cNvPr id="1052" name="Google Shape;1052;p84"/>
          <p:cNvPicPr preferRelativeResize="0"/>
          <p:nvPr/>
        </p:nvPicPr>
        <p:blipFill rotWithShape="1">
          <a:blip r:embed="rId3">
            <a:alphaModFix/>
          </a:blip>
          <a:srcRect b="0" l="0" r="0" t="0"/>
          <a:stretch/>
        </p:blipFill>
        <p:spPr>
          <a:xfrm>
            <a:off x="4361949" y="2025616"/>
            <a:ext cx="4389967" cy="2469356"/>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85"/>
          <p:cNvSpPr txBox="1"/>
          <p:nvPr>
            <p:ph type="title"/>
          </p:nvPr>
        </p:nvSpPr>
        <p:spPr>
          <a:xfrm>
            <a:off x="314325" y="883782"/>
            <a:ext cx="3201485"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3000"/>
              <a:buFont typeface="Arial"/>
              <a:buNone/>
            </a:pPr>
            <a:r>
              <a:rPr lang="es-419">
                <a:latin typeface="Arial"/>
                <a:ea typeface="Arial"/>
                <a:cs typeface="Arial"/>
                <a:sym typeface="Arial"/>
              </a:rPr>
              <a:t>Aprendizajes clave de la Sección 3</a:t>
            </a:r>
            <a:endParaRPr/>
          </a:p>
        </p:txBody>
      </p:sp>
      <p:pic>
        <p:nvPicPr>
          <p:cNvPr id="1058" name="Google Shape;1058;p85"/>
          <p:cNvPicPr preferRelativeResize="0"/>
          <p:nvPr/>
        </p:nvPicPr>
        <p:blipFill rotWithShape="1">
          <a:blip r:embed="rId3">
            <a:alphaModFix/>
          </a:blip>
          <a:srcRect b="0" l="0" r="0" t="0"/>
          <a:stretch/>
        </p:blipFill>
        <p:spPr>
          <a:xfrm>
            <a:off x="447917" y="2126752"/>
            <a:ext cx="2948485" cy="2328151"/>
          </a:xfrm>
          <a:prstGeom prst="rect">
            <a:avLst/>
          </a:prstGeom>
          <a:noFill/>
          <a:ln>
            <a:noFill/>
          </a:ln>
        </p:spPr>
      </p:pic>
      <p:sp>
        <p:nvSpPr>
          <p:cNvPr id="1059" name="Google Shape;1059;p85"/>
          <p:cNvSpPr txBox="1"/>
          <p:nvPr>
            <p:ph idx="1" type="body"/>
          </p:nvPr>
        </p:nvSpPr>
        <p:spPr>
          <a:xfrm>
            <a:off x="4285856" y="883782"/>
            <a:ext cx="4325709" cy="3611190"/>
          </a:xfrm>
          <a:prstGeom prst="rect">
            <a:avLst/>
          </a:prstGeom>
          <a:noFill/>
          <a:ln>
            <a:noFill/>
          </a:ln>
        </p:spPr>
        <p:txBody>
          <a:bodyPr anchorCtr="0" anchor="t" bIns="34275" lIns="68575" spcFirstLastPara="1" rIns="68575" wrap="square" tIns="34275">
            <a:noAutofit/>
          </a:bodyPr>
          <a:lstStyle/>
          <a:p>
            <a:pPr indent="-177800" lvl="0" marL="177800" rtl="0" algn="l">
              <a:lnSpc>
                <a:spcPct val="90000"/>
              </a:lnSpc>
              <a:spcBef>
                <a:spcPts val="0"/>
              </a:spcBef>
              <a:spcAft>
                <a:spcPts val="0"/>
              </a:spcAft>
              <a:buClr>
                <a:schemeClr val="dk1"/>
              </a:buClr>
              <a:buSzPts val="1800"/>
              <a:buChar char="•"/>
            </a:pPr>
            <a:r>
              <a:rPr lang="es-419" sz="1800">
                <a:latin typeface="Arial"/>
                <a:ea typeface="Arial"/>
                <a:cs typeface="Arial"/>
                <a:sym typeface="Arial"/>
              </a:rPr>
              <a:t>Los modelos se deben entrenar para el dominio específico que desea analizar </a:t>
            </a:r>
            <a:endParaRPr/>
          </a:p>
          <a:p>
            <a:pPr indent="-177800" lvl="0" marL="177800" rtl="0" algn="l">
              <a:lnSpc>
                <a:spcPct val="90000"/>
              </a:lnSpc>
              <a:spcBef>
                <a:spcPts val="800"/>
              </a:spcBef>
              <a:spcAft>
                <a:spcPts val="0"/>
              </a:spcAft>
              <a:buClr>
                <a:schemeClr val="dk1"/>
              </a:buClr>
              <a:buSzPts val="1800"/>
              <a:buChar char="•"/>
            </a:pPr>
            <a:r>
              <a:rPr lang="es-419" sz="1800">
                <a:latin typeface="Arial"/>
                <a:ea typeface="Arial"/>
                <a:cs typeface="Arial"/>
                <a:sym typeface="Arial"/>
              </a:rPr>
              <a:t>Puede establecer el etiquetado personalizado para el caso de negocio específico </a:t>
            </a:r>
            <a:endParaRPr/>
          </a:p>
          <a:p>
            <a:pPr indent="-171450" lvl="1" marL="520700" rtl="0" algn="l">
              <a:lnSpc>
                <a:spcPct val="90000"/>
              </a:lnSpc>
              <a:spcBef>
                <a:spcPts val="400"/>
              </a:spcBef>
              <a:spcAft>
                <a:spcPts val="0"/>
              </a:spcAft>
              <a:buClr>
                <a:schemeClr val="dk1"/>
              </a:buClr>
              <a:buSzPts val="1500"/>
              <a:buChar char="•"/>
            </a:pPr>
            <a:r>
              <a:rPr lang="es-419" sz="1500">
                <a:latin typeface="Arial"/>
                <a:ea typeface="Arial"/>
                <a:cs typeface="Arial"/>
                <a:sym typeface="Arial"/>
              </a:rPr>
              <a:t>Flujo de trabajo de etiquetado personalizado</a:t>
            </a:r>
            <a:endParaRPr/>
          </a:p>
          <a:p>
            <a:pPr indent="-177800" lvl="0" marL="177800" rtl="0" algn="l">
              <a:lnSpc>
                <a:spcPct val="90000"/>
              </a:lnSpc>
              <a:spcBef>
                <a:spcPts val="800"/>
              </a:spcBef>
              <a:spcAft>
                <a:spcPts val="0"/>
              </a:spcAft>
              <a:buClr>
                <a:schemeClr val="dk1"/>
              </a:buClr>
              <a:buSzPts val="1800"/>
              <a:buChar char="•"/>
            </a:pPr>
            <a:r>
              <a:rPr lang="es-419" sz="1800">
                <a:latin typeface="Arial"/>
                <a:ea typeface="Arial"/>
                <a:cs typeface="Arial"/>
                <a:sym typeface="Arial"/>
              </a:rPr>
              <a:t>Debe etiquetar las imágenes y crear cuadros delimitadores para los objetos</a:t>
            </a:r>
            <a:endParaRPr/>
          </a:p>
          <a:p>
            <a:pPr indent="-177800" lvl="0" marL="177800" rtl="0" algn="l">
              <a:lnSpc>
                <a:spcPct val="90000"/>
              </a:lnSpc>
              <a:spcBef>
                <a:spcPts val="800"/>
              </a:spcBef>
              <a:spcAft>
                <a:spcPts val="0"/>
              </a:spcAft>
              <a:buClr>
                <a:schemeClr val="dk1"/>
              </a:buClr>
              <a:buSzPts val="1800"/>
              <a:buChar char="•"/>
            </a:pPr>
            <a:r>
              <a:rPr lang="es-419" sz="1800">
                <a:latin typeface="Arial"/>
                <a:ea typeface="Arial"/>
                <a:cs typeface="Arial"/>
                <a:sym typeface="Arial"/>
              </a:rPr>
              <a:t>Puede utilizar Amazon SageMaker Ground Truth para crear conjuntos </a:t>
            </a:r>
            <a:br>
              <a:rPr lang="es-419" sz="1800">
                <a:latin typeface="Arial"/>
                <a:ea typeface="Arial"/>
                <a:cs typeface="Arial"/>
                <a:sym typeface="Arial"/>
              </a:rPr>
            </a:br>
            <a:r>
              <a:rPr lang="es-419" sz="1800">
                <a:latin typeface="Arial"/>
                <a:ea typeface="Arial"/>
                <a:cs typeface="Arial"/>
                <a:sym typeface="Arial"/>
              </a:rPr>
              <a:t>de datos de entrenamiento para sus modelos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p86"/>
          <p:cNvSpPr txBox="1"/>
          <p:nvPr>
            <p:ph type="title"/>
          </p:nvPr>
        </p:nvSpPr>
        <p:spPr>
          <a:xfrm>
            <a:off x="314325" y="883782"/>
            <a:ext cx="3419475" cy="994172"/>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latin typeface="Arial"/>
                <a:ea typeface="Arial"/>
                <a:cs typeface="Arial"/>
                <a:sym typeface="Arial"/>
              </a:rPr>
              <a:t>Módulo 5 — Laboratorio guiado:</a:t>
            </a:r>
            <a:br>
              <a:rPr lang="es-419">
                <a:latin typeface="Arial"/>
                <a:ea typeface="Arial"/>
                <a:cs typeface="Arial"/>
                <a:sym typeface="Arial"/>
              </a:rPr>
            </a:br>
            <a:r>
              <a:rPr lang="es-419">
                <a:latin typeface="Arial"/>
                <a:ea typeface="Arial"/>
                <a:cs typeface="Arial"/>
                <a:sym typeface="Arial"/>
              </a:rPr>
              <a:t>Reconocimiento facial</a:t>
            </a:r>
            <a:endParaRPr/>
          </a:p>
        </p:txBody>
      </p:sp>
      <p:pic>
        <p:nvPicPr>
          <p:cNvPr id="1065" name="Google Shape;1065;p86"/>
          <p:cNvPicPr preferRelativeResize="0"/>
          <p:nvPr/>
        </p:nvPicPr>
        <p:blipFill rotWithShape="1">
          <a:blip r:embed="rId3">
            <a:alphaModFix/>
          </a:blip>
          <a:srcRect b="0" l="0" r="0" t="0"/>
          <a:stretch/>
        </p:blipFill>
        <p:spPr>
          <a:xfrm>
            <a:off x="4286250" y="1195090"/>
            <a:ext cx="4325541" cy="2987873"/>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87"/>
          <p:cNvSpPr txBox="1"/>
          <p:nvPr>
            <p:ph idx="1" type="body"/>
          </p:nvPr>
        </p:nvSpPr>
        <p:spPr>
          <a:xfrm>
            <a:off x="314325" y="1915767"/>
            <a:ext cx="6044804" cy="366374"/>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rgbClr val="36C2B4"/>
              </a:buClr>
              <a:buSzPts val="1500"/>
              <a:buNone/>
            </a:pPr>
            <a:r>
              <a:rPr lang="es-419"/>
              <a:t>Módulo 5: Introducción a la visión artificial </a:t>
            </a:r>
            <a:endParaRPr/>
          </a:p>
          <a:p>
            <a:pPr indent="0" lvl="0" marL="0" rtl="0" algn="l">
              <a:lnSpc>
                <a:spcPct val="90000"/>
              </a:lnSpc>
              <a:spcBef>
                <a:spcPts val="800"/>
              </a:spcBef>
              <a:spcAft>
                <a:spcPts val="0"/>
              </a:spcAft>
              <a:buClr>
                <a:srgbClr val="36C2B4"/>
              </a:buClr>
              <a:buSzPts val="1500"/>
              <a:buNone/>
            </a:pPr>
            <a:r>
              <a:t/>
            </a:r>
            <a:endParaRPr/>
          </a:p>
        </p:txBody>
      </p:sp>
      <p:sp>
        <p:nvSpPr>
          <p:cNvPr id="1071" name="Google Shape;1071;p87"/>
          <p:cNvSpPr txBox="1"/>
          <p:nvPr>
            <p:ph type="title"/>
          </p:nvPr>
        </p:nvSpPr>
        <p:spPr>
          <a:xfrm>
            <a:off x="314325" y="2393955"/>
            <a:ext cx="8515350"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sz="3000"/>
              <a:t>Conclusión del módulo</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p88"/>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latin typeface="Arial"/>
                <a:ea typeface="Arial"/>
                <a:cs typeface="Arial"/>
                <a:sym typeface="Arial"/>
              </a:rPr>
              <a:t>Resumen del módulo                                                     </a:t>
            </a:r>
            <a:endParaRPr/>
          </a:p>
        </p:txBody>
      </p:sp>
      <p:sp>
        <p:nvSpPr>
          <p:cNvPr id="1077" name="Google Shape;1077;p88"/>
          <p:cNvSpPr txBox="1"/>
          <p:nvPr>
            <p:ph idx="1" type="body"/>
          </p:nvPr>
        </p:nvSpPr>
        <p:spPr>
          <a:xfrm>
            <a:off x="314325" y="1146131"/>
            <a:ext cx="8515350" cy="3486591"/>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2100"/>
              <a:buNone/>
            </a:pPr>
            <a:r>
              <a:rPr lang="es-419"/>
              <a:t>En resumen, en este módulo, aprendió a hacer lo siguiente:</a:t>
            </a:r>
            <a:endParaRPr/>
          </a:p>
          <a:p>
            <a:pPr indent="-177800" lvl="1" marL="520700" rtl="0" algn="l">
              <a:lnSpc>
                <a:spcPct val="90000"/>
              </a:lnSpc>
              <a:spcBef>
                <a:spcPts val="400"/>
              </a:spcBef>
              <a:spcAft>
                <a:spcPts val="0"/>
              </a:spcAft>
              <a:buClr>
                <a:schemeClr val="dk1"/>
              </a:buClr>
              <a:buSzPts val="1800"/>
              <a:buChar char="•"/>
            </a:pPr>
            <a:r>
              <a:rPr lang="es-419"/>
              <a:t>Describir casos de uso para la visión artificial.</a:t>
            </a:r>
            <a:endParaRPr/>
          </a:p>
          <a:p>
            <a:pPr indent="-177800" lvl="1" marL="520700" rtl="0" algn="l">
              <a:lnSpc>
                <a:spcPct val="90000"/>
              </a:lnSpc>
              <a:spcBef>
                <a:spcPts val="400"/>
              </a:spcBef>
              <a:spcAft>
                <a:spcPts val="0"/>
              </a:spcAft>
              <a:buClr>
                <a:schemeClr val="dk1"/>
              </a:buClr>
              <a:buSzPts val="1800"/>
              <a:buChar char="•"/>
            </a:pPr>
            <a:r>
              <a:rPr lang="es-419"/>
              <a:t>Describir los servicios de aprendizaje automático administrado de AWS para </a:t>
            </a:r>
            <a:br>
              <a:rPr lang="es-419"/>
            </a:br>
            <a:r>
              <a:rPr lang="es-419"/>
              <a:t>el análisis de imágenes y video.</a:t>
            </a:r>
            <a:endParaRPr/>
          </a:p>
          <a:p>
            <a:pPr indent="-177800" lvl="1" marL="520700" rtl="0" algn="l">
              <a:lnSpc>
                <a:spcPct val="90000"/>
              </a:lnSpc>
              <a:spcBef>
                <a:spcPts val="400"/>
              </a:spcBef>
              <a:spcAft>
                <a:spcPts val="0"/>
              </a:spcAft>
              <a:buClr>
                <a:schemeClr val="dk1"/>
              </a:buClr>
              <a:buSzPts val="1800"/>
              <a:buChar char="•"/>
            </a:pPr>
            <a:r>
              <a:rPr lang="es-419"/>
              <a:t>Enumerar los pasos necesarios para preparar un conjunto de datos personalizado para la detección de objetos </a:t>
            </a:r>
            <a:endParaRPr/>
          </a:p>
          <a:p>
            <a:pPr indent="-177800" lvl="1" marL="520700" rtl="0" algn="l">
              <a:lnSpc>
                <a:spcPct val="90000"/>
              </a:lnSpc>
              <a:spcBef>
                <a:spcPts val="400"/>
              </a:spcBef>
              <a:spcAft>
                <a:spcPts val="0"/>
              </a:spcAft>
              <a:buClr>
                <a:schemeClr val="dk1"/>
              </a:buClr>
              <a:buSzPts val="1800"/>
              <a:buChar char="•"/>
            </a:pPr>
            <a:r>
              <a:rPr lang="es-419"/>
              <a:t>Describir cómo se puede utilizar Amazon SageMaker Ground Truth para preparar un conjunto de datos personalizado </a:t>
            </a:r>
            <a:endParaRPr/>
          </a:p>
          <a:p>
            <a:pPr indent="-177800" lvl="1" marL="520700" rtl="0" algn="l">
              <a:lnSpc>
                <a:spcPct val="90000"/>
              </a:lnSpc>
              <a:spcBef>
                <a:spcPts val="400"/>
              </a:spcBef>
              <a:spcAft>
                <a:spcPts val="0"/>
              </a:spcAft>
              <a:buClr>
                <a:schemeClr val="dk1"/>
              </a:buClr>
              <a:buSzPts val="1800"/>
              <a:buChar char="•"/>
            </a:pPr>
            <a:r>
              <a:rPr lang="es-419"/>
              <a:t>Utilizar Amazon Rekognition para llevar a cabo la detección facial</a:t>
            </a:r>
            <a:endParaRPr/>
          </a:p>
          <a:p>
            <a:pPr indent="0" lvl="0" marL="0" rtl="0" algn="l">
              <a:lnSpc>
                <a:spcPct val="90000"/>
              </a:lnSpc>
              <a:spcBef>
                <a:spcPts val="800"/>
              </a:spcBef>
              <a:spcAft>
                <a:spcPts val="0"/>
              </a:spcAft>
              <a:buClr>
                <a:schemeClr val="dk1"/>
              </a:buClr>
              <a:buSzPts val="2100"/>
              <a:buNone/>
            </a:pPr>
            <a:r>
              <a:t/>
            </a:r>
            <a:endParaRPr>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89"/>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sz="3000">
                <a:latin typeface="Arial"/>
                <a:ea typeface="Arial"/>
                <a:cs typeface="Arial"/>
                <a:sym typeface="Arial"/>
              </a:rPr>
              <a:t>Complete la evaluación </a:t>
            </a:r>
            <a:br>
              <a:rPr lang="es-419" sz="3000">
                <a:latin typeface="Arial"/>
                <a:ea typeface="Arial"/>
                <a:cs typeface="Arial"/>
                <a:sym typeface="Arial"/>
              </a:rPr>
            </a:br>
            <a:r>
              <a:rPr lang="es-419" sz="3000">
                <a:latin typeface="Arial"/>
                <a:ea typeface="Arial"/>
                <a:cs typeface="Arial"/>
                <a:sym typeface="Arial"/>
              </a:rPr>
              <a:t>de conocimientos</a:t>
            </a:r>
            <a:endParaRPr/>
          </a:p>
        </p:txBody>
      </p:sp>
      <p:pic>
        <p:nvPicPr>
          <p:cNvPr id="1083" name="Google Shape;1083;p89"/>
          <p:cNvPicPr preferRelativeResize="0"/>
          <p:nvPr/>
        </p:nvPicPr>
        <p:blipFill rotWithShape="1">
          <a:blip r:embed="rId3">
            <a:alphaModFix/>
          </a:blip>
          <a:srcRect b="0" l="0" r="0" t="0"/>
          <a:stretch/>
        </p:blipFill>
        <p:spPr>
          <a:xfrm>
            <a:off x="1941566" y="1173079"/>
            <a:ext cx="5148463" cy="3432308"/>
          </a:xfrm>
          <a:prstGeom prst="rect">
            <a:avLst/>
          </a:prstGeom>
          <a:noFill/>
          <a:ln cap="flat" cmpd="sng" w="9525">
            <a:solidFill>
              <a:schemeClr val="accent1"/>
            </a:solidFill>
            <a:prstDash val="solid"/>
            <a:round/>
            <a:headEnd len="sm" w="sm" type="none"/>
            <a:tailEnd len="sm" w="sm" type="none"/>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90"/>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Arial"/>
              <a:buNone/>
            </a:pPr>
            <a:r>
              <a:rPr lang="es-419">
                <a:latin typeface="Arial"/>
                <a:ea typeface="Arial"/>
                <a:cs typeface="Arial"/>
                <a:sym typeface="Arial"/>
              </a:rPr>
              <a:t>Recursos adicionales</a:t>
            </a:r>
            <a:endParaRPr/>
          </a:p>
        </p:txBody>
      </p:sp>
      <p:sp>
        <p:nvSpPr>
          <p:cNvPr id="1089" name="Google Shape;1089;p90"/>
          <p:cNvSpPr txBox="1"/>
          <p:nvPr>
            <p:ph idx="1" type="body"/>
          </p:nvPr>
        </p:nvSpPr>
        <p:spPr>
          <a:xfrm>
            <a:off x="314325" y="1146131"/>
            <a:ext cx="8515350" cy="3486591"/>
          </a:xfrm>
          <a:prstGeom prst="rect">
            <a:avLst/>
          </a:prstGeom>
          <a:noFill/>
          <a:ln>
            <a:noFill/>
          </a:ln>
        </p:spPr>
        <p:txBody>
          <a:bodyPr anchorCtr="0" anchor="t" bIns="34275" lIns="68575" spcFirstLastPara="1" rIns="68575" wrap="square" tIns="34275">
            <a:noAutofit/>
          </a:bodyPr>
          <a:lstStyle/>
          <a:p>
            <a:pPr indent="-171450" lvl="0" marL="177800" rtl="0" algn="l">
              <a:lnSpc>
                <a:spcPct val="90000"/>
              </a:lnSpc>
              <a:spcBef>
                <a:spcPts val="0"/>
              </a:spcBef>
              <a:spcAft>
                <a:spcPts val="0"/>
              </a:spcAft>
              <a:buClr>
                <a:schemeClr val="dk1"/>
              </a:buClr>
              <a:buSzPts val="2100"/>
              <a:buChar char="•"/>
            </a:pPr>
            <a:r>
              <a:rPr lang="es-419" u="sng">
                <a:solidFill>
                  <a:schemeClr val="hlink"/>
                </a:solidFill>
                <a:latin typeface="Arial"/>
                <a:ea typeface="Arial"/>
                <a:cs typeface="Arial"/>
                <a:sym typeface="Arial"/>
                <a:hlinkClick r:id="rId3"/>
              </a:rPr>
              <a:t>¿Qué es Amazon Rekognition?</a:t>
            </a:r>
            <a:endParaRPr u="sng">
              <a:solidFill>
                <a:schemeClr val="hlink"/>
              </a:solidFill>
              <a:latin typeface="Arial"/>
              <a:ea typeface="Arial"/>
              <a:cs typeface="Arial"/>
              <a:sym typeface="Arial"/>
              <a:hlinkClick r:id="rId4"/>
            </a:endParaRPr>
          </a:p>
          <a:p>
            <a:pPr indent="-171450" lvl="0" marL="177800" rtl="0" algn="l">
              <a:lnSpc>
                <a:spcPct val="90000"/>
              </a:lnSpc>
              <a:spcBef>
                <a:spcPts val="800"/>
              </a:spcBef>
              <a:spcAft>
                <a:spcPts val="0"/>
              </a:spcAft>
              <a:buClr>
                <a:schemeClr val="dk1"/>
              </a:buClr>
              <a:buSzPts val="2100"/>
              <a:buChar char="•"/>
            </a:pPr>
            <a:r>
              <a:rPr lang="es-419" u="sng">
                <a:solidFill>
                  <a:schemeClr val="hlink"/>
                </a:solidFill>
                <a:latin typeface="Arial"/>
                <a:ea typeface="Arial"/>
                <a:cs typeface="Arial"/>
                <a:sym typeface="Arial"/>
                <a:hlinkClick r:id="rId5"/>
              </a:rPr>
              <a:t>Bienvenida de Amazon Rekognition Video: Reconocimiento de video basado en aprendizaje profundo</a:t>
            </a:r>
            <a:endParaRPr>
              <a:latin typeface="Arial"/>
              <a:ea typeface="Arial"/>
              <a:cs typeface="Arial"/>
              <a:sym typeface="Arial"/>
            </a:endParaRPr>
          </a:p>
          <a:p>
            <a:pPr indent="-171450" lvl="0" marL="177800" rtl="0" algn="l">
              <a:lnSpc>
                <a:spcPct val="90000"/>
              </a:lnSpc>
              <a:spcBef>
                <a:spcPts val="800"/>
              </a:spcBef>
              <a:spcAft>
                <a:spcPts val="0"/>
              </a:spcAft>
              <a:buClr>
                <a:schemeClr val="dk1"/>
              </a:buClr>
              <a:buSzPts val="2100"/>
              <a:buChar char="•"/>
            </a:pPr>
            <a:r>
              <a:rPr lang="es-419" u="sng">
                <a:solidFill>
                  <a:schemeClr val="hlink"/>
                </a:solidFill>
                <a:latin typeface="Arial"/>
                <a:ea typeface="Arial"/>
                <a:cs typeface="Arial"/>
                <a:sym typeface="Arial"/>
                <a:hlinkClick r:id="rId6"/>
              </a:rPr>
              <a:t>Clasifique un gran número de imágenes con Amazon Rekognition y AWS Batch</a:t>
            </a:r>
            <a:endParaRPr>
              <a:latin typeface="Arial"/>
              <a:ea typeface="Arial"/>
              <a:cs typeface="Arial"/>
              <a:sym typeface="Arial"/>
            </a:endParaRPr>
          </a:p>
          <a:p>
            <a:pPr indent="0" lvl="0" marL="0" rtl="0" algn="l">
              <a:lnSpc>
                <a:spcPct val="90000"/>
              </a:lnSpc>
              <a:spcBef>
                <a:spcPts val="800"/>
              </a:spcBef>
              <a:spcAft>
                <a:spcPts val="0"/>
              </a:spcAft>
              <a:buClr>
                <a:schemeClr val="dk1"/>
              </a:buClr>
              <a:buSzPts val="2100"/>
              <a:buNone/>
            </a:pPr>
            <a:r>
              <a:t/>
            </a:r>
            <a:endParaRPr>
              <a:latin typeface="Arial"/>
              <a:ea typeface="Arial"/>
              <a:cs typeface="Arial"/>
              <a:sym typeface="Arial"/>
            </a:endParaRPr>
          </a:p>
          <a:p>
            <a:pPr indent="-38100" lvl="0" marL="177800" rtl="0" algn="l">
              <a:lnSpc>
                <a:spcPct val="90000"/>
              </a:lnSpc>
              <a:spcBef>
                <a:spcPts val="800"/>
              </a:spcBef>
              <a:spcAft>
                <a:spcPts val="0"/>
              </a:spcAft>
              <a:buClr>
                <a:schemeClr val="dk1"/>
              </a:buClr>
              <a:buSzPts val="2100"/>
              <a:buNone/>
            </a:pPr>
            <a:r>
              <a:t/>
            </a:r>
            <a:endParaRPr>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91"/>
          <p:cNvSpPr txBox="1"/>
          <p:nvPr>
            <p:ph type="title"/>
          </p:nvPr>
        </p:nvSpPr>
        <p:spPr>
          <a:xfrm>
            <a:off x="314325" y="2393955"/>
            <a:ext cx="8515350" cy="355589"/>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lt1"/>
              </a:buClr>
              <a:buSzPct val="100000"/>
              <a:buFont typeface="Arial"/>
              <a:buNone/>
            </a:pPr>
            <a:r>
              <a:rPr lang="es-419">
                <a:latin typeface="Arial"/>
                <a:ea typeface="Arial"/>
                <a:cs typeface="Arial"/>
                <a:sym typeface="Arial"/>
              </a:rPr>
              <a:t>Gracias</a:t>
            </a:r>
            <a:endParaRPr>
              <a:latin typeface="Arial"/>
              <a:ea typeface="Arial"/>
              <a:cs typeface="Arial"/>
              <a:sym typeface="Arial"/>
            </a:endParaRPr>
          </a:p>
        </p:txBody>
      </p:sp>
      <p:sp>
        <p:nvSpPr>
          <p:cNvPr id="1095" name="Google Shape;1095;p91"/>
          <p:cNvSpPr txBox="1"/>
          <p:nvPr/>
        </p:nvSpPr>
        <p:spPr>
          <a:xfrm>
            <a:off x="317976" y="4567379"/>
            <a:ext cx="6691435" cy="484748"/>
          </a:xfrm>
          <a:prstGeom prst="rect">
            <a:avLst/>
          </a:prstGeom>
          <a:noFill/>
          <a:ln>
            <a:noFill/>
          </a:ln>
        </p:spPr>
        <p:txBody>
          <a:bodyPr anchorCtr="0" anchor="t" bIns="34275" lIns="68575" spcFirstLastPara="1" rIns="68575" wrap="square" tIns="34275">
            <a:noAutofit/>
          </a:bodyPr>
          <a:lstStyle/>
          <a:p>
            <a:pPr indent="0" lvl="0" marL="0" marR="0" rtl="0" algn="just">
              <a:spcBef>
                <a:spcPts val="0"/>
              </a:spcBef>
              <a:spcAft>
                <a:spcPts val="0"/>
              </a:spcAft>
              <a:buNone/>
            </a:pPr>
            <a:r>
              <a:rPr lang="es-419" sz="700">
                <a:solidFill>
                  <a:schemeClr val="lt1"/>
                </a:solidFill>
                <a:latin typeface="Arial"/>
                <a:ea typeface="Arial"/>
                <a:cs typeface="Arial"/>
                <a:sym typeface="Arial"/>
              </a:rPr>
              <a:t>© 2020, Amazon Web Services, Inc. o sus empresas afiliadas. Todos los derechos reservados. Este contenido no puede reproducirse ni redistribuirse, total ni parcialmente, sin el permiso previo por escrito de Amazon Web Services, Inc. Queda prohibida la copia, el préstamo o la venta de carácter comercial. Envíenos sus correcciones o comentarios relacionados con el curso a: </a:t>
            </a:r>
            <a:r>
              <a:rPr lang="es-419" sz="700" u="sng">
                <a:solidFill>
                  <a:schemeClr val="lt1"/>
                </a:solidFill>
                <a:latin typeface="Arial"/>
                <a:ea typeface="Arial"/>
                <a:cs typeface="Arial"/>
                <a:sym typeface="Arial"/>
              </a:rPr>
              <a:t>aws-course-feedback@amazon.com</a:t>
            </a:r>
            <a:r>
              <a:rPr lang="es-419" sz="700">
                <a:solidFill>
                  <a:schemeClr val="lt1"/>
                </a:solidFill>
                <a:latin typeface="Arial"/>
                <a:ea typeface="Arial"/>
                <a:cs typeface="Arial"/>
                <a:sym typeface="Arial"/>
              </a:rPr>
              <a:t>. Si tiene cualquier otra duda, contacte con nosotros en: </a:t>
            </a:r>
            <a:r>
              <a:rPr lang="es-419" sz="700" u="sng">
                <a:solidFill>
                  <a:schemeClr val="lt1"/>
                </a:solidFill>
                <a:latin typeface="Arial"/>
                <a:ea typeface="Arial"/>
                <a:cs typeface="Arial"/>
                <a:sym typeface="Arial"/>
              </a:rPr>
              <a:t>https://aws.amazon.com/contact-us/aws-training/</a:t>
            </a:r>
            <a:r>
              <a:rPr lang="es-419" sz="700">
                <a:solidFill>
                  <a:schemeClr val="lt1"/>
                </a:solidFill>
                <a:latin typeface="Arial"/>
                <a:ea typeface="Arial"/>
                <a:cs typeface="Arial"/>
                <a:sym typeface="Arial"/>
              </a:rPr>
              <a:t>. Todas las marcas comerciales pertenecen a sus propietarios.</a:t>
            </a:r>
            <a:endParaRPr sz="1100"/>
          </a:p>
          <a:p>
            <a:pPr indent="0" lvl="0" marL="0" marR="0" rtl="0" algn="just">
              <a:spcBef>
                <a:spcPts val="0"/>
              </a:spcBef>
              <a:spcAft>
                <a:spcPts val="0"/>
              </a:spcAft>
              <a:buNone/>
            </a:pPr>
            <a:r>
              <a:t/>
            </a:r>
            <a:endParaRPr sz="7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
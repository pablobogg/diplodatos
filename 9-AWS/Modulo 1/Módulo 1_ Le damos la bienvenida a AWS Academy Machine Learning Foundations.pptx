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1" r:id="rId4"/>
    <p:sldMasterId id="214748372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Play"/>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Play-regular.fntdata"/><Relationship Id="rId32" Type="http://schemas.openxmlformats.org/officeDocument/2006/relationships/slide" Target="slides/slide26.xml"/><Relationship Id="rId34" Type="http://schemas.openxmlformats.org/officeDocument/2006/relationships/font" Target="fonts/Play-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ws.amazon.com/machine-learning/?nc2=h_ql_sol_use_ml" TargetMode="External"/><Relationship Id="rId3" Type="http://schemas.openxmlformats.org/officeDocument/2006/relationships/hyperlink" Target="https://aws.amazon.com/blogs/machine-learning/classify-a-large-number-of-images-with-amazon-rekognition-and-aws-batch/" TargetMode="External"/><Relationship Id="rId4" Type="http://schemas.openxmlformats.org/officeDocument/2006/relationships/hyperlink" Target="https://aws.amazon.com/marketplace/solutions/machine-learning" TargetMode="External"/><Relationship Id="rId5" Type="http://schemas.openxmlformats.org/officeDocument/2006/relationships/hyperlink" Target="https://docs.aws.amazon.com/machine-learning/?id=docs_gateway" TargetMode="External"/><Relationship Id="rId6" Type="http://schemas.openxmlformats.org/officeDocument/2006/relationships/hyperlink" Target="https://aws.amazon.com/partners/featured/machine-learning/foundations/"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aws.amazon.com/codewhisperer/latest/userguide/getting-started.html"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ws.amazon.com/codewhisperer/resources/" TargetMode="External"/><Relationship Id="rId3" Type="http://schemas.openxmlformats.org/officeDocument/2006/relationships/hyperlink" Target="https://explore.skillbuilder.aws/learn/course/external/view/elearning/16405/amazon-codewhisperer-getting-started" TargetMode="External"/><Relationship Id="rId4" Type="http://schemas.openxmlformats.org/officeDocument/2006/relationships/hyperlink" Target="https://catalog.us-east-1.prod.workshops.aws/workshops/a33a5d69-1417-4d5f-acc9-ae5c7fba665b/en-US/"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d63211ce26_2_586: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2d63211ce26_2_586:notes"/>
          <p:cNvSpPr txBox="1"/>
          <p:nvPr>
            <p:ph idx="1" type="body"/>
          </p:nvPr>
        </p:nvSpPr>
        <p:spPr>
          <a:xfrm>
            <a:off x="1008529" y="3463636"/>
            <a:ext cx="4840941" cy="4906818"/>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Clr>
                <a:schemeClr val="dk1"/>
              </a:buClr>
              <a:buSzPts val="1100"/>
              <a:buFont typeface="Calibri"/>
              <a:buNone/>
            </a:pPr>
            <a:r>
              <a:rPr lang="es-419" sz="1200"/>
              <a:t>Le damos la bienvenida al Módulo 1: Le damos la bienvenida a Machine learning de AWS Academy.</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d63211ce26_2_59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2d63211ce26_2_594:notes"/>
          <p:cNvSpPr txBox="1"/>
          <p:nvPr>
            <p:ph idx="1" type="body"/>
          </p:nvPr>
        </p:nvSpPr>
        <p:spPr>
          <a:xfrm>
            <a:off x="1008529" y="3463636"/>
            <a:ext cx="4840941" cy="4906818"/>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Clr>
                <a:schemeClr val="dk1"/>
              </a:buClr>
              <a:buSzPts val="1100"/>
              <a:buFont typeface="Calibri"/>
              <a:buNone/>
            </a:pPr>
            <a:r>
              <a:rPr lang="es-419" sz="1200"/>
              <a:t>Tras completar este módulo, será capaz de hacer lo siguiente:</a:t>
            </a:r>
            <a:endParaRPr sz="1200"/>
          </a:p>
          <a:p>
            <a:pPr indent="-158750" lvl="0" marL="152400" rtl="0" algn="l">
              <a:spcBef>
                <a:spcPts val="0"/>
              </a:spcBef>
              <a:spcAft>
                <a:spcPts val="0"/>
              </a:spcAft>
              <a:buClr>
                <a:schemeClr val="dk1"/>
              </a:buClr>
              <a:buSzPts val="1100"/>
              <a:buFont typeface="Arial"/>
              <a:buChar char="•"/>
            </a:pPr>
            <a:r>
              <a:rPr lang="es-419" sz="1200"/>
              <a:t>Identificar los requisitos previos y los objetivos del curso</a:t>
            </a:r>
            <a:endParaRPr sz="1200"/>
          </a:p>
          <a:p>
            <a:pPr indent="-158750" lvl="0" marL="152400" rtl="0" algn="l">
              <a:spcBef>
                <a:spcPts val="0"/>
              </a:spcBef>
              <a:spcAft>
                <a:spcPts val="0"/>
              </a:spcAft>
              <a:buClr>
                <a:schemeClr val="dk1"/>
              </a:buClr>
              <a:buSzPts val="1100"/>
              <a:buFont typeface="Arial"/>
              <a:buChar char="•"/>
            </a:pPr>
            <a:r>
              <a:rPr lang="es-419" sz="1200"/>
              <a:t>Describir los diversos roles que requieren conocimientos de machine learning </a:t>
            </a:r>
            <a:endParaRPr sz="1200"/>
          </a:p>
          <a:p>
            <a:pPr indent="-158750" lvl="0" marL="152400" rtl="0" algn="l">
              <a:spcBef>
                <a:spcPts val="0"/>
              </a:spcBef>
              <a:spcAft>
                <a:spcPts val="0"/>
              </a:spcAft>
              <a:buClr>
                <a:schemeClr val="dk1"/>
              </a:buClr>
              <a:buSzPts val="1100"/>
              <a:buFont typeface="Arial"/>
              <a:buChar char="•"/>
            </a:pPr>
            <a:r>
              <a:rPr lang="es-419" sz="1200"/>
              <a:t>Identificar recursos para seguir aprendiendo</a:t>
            </a:r>
            <a:endParaRPr sz="1200"/>
          </a:p>
          <a:p>
            <a:pPr indent="-158750" lvl="0" marL="152400" marR="0" rtl="0" algn="l">
              <a:lnSpc>
                <a:spcPct val="100000"/>
              </a:lnSpc>
              <a:spcBef>
                <a:spcPts val="0"/>
              </a:spcBef>
              <a:spcAft>
                <a:spcPts val="0"/>
              </a:spcAft>
              <a:buClr>
                <a:schemeClr val="dk1"/>
              </a:buClr>
              <a:buSzPts val="1100"/>
              <a:buFont typeface="Arial"/>
              <a:buChar char="•"/>
            </a:pPr>
            <a:r>
              <a:rPr lang="es-419" sz="1200">
                <a:latin typeface="Calibri"/>
                <a:ea typeface="Calibri"/>
                <a:cs typeface="Calibri"/>
                <a:sym typeface="Calibri"/>
              </a:rPr>
              <a:t>Explorar nuevas tecnologías en AWS.</a:t>
            </a:r>
            <a:endParaRPr sz="1200"/>
          </a:p>
          <a:p>
            <a:pPr indent="0" lvl="0" marL="0" rtl="0" algn="l">
              <a:spcBef>
                <a:spcPts val="0"/>
              </a:spcBef>
              <a:spcAft>
                <a:spcPts val="0"/>
              </a:spcAft>
              <a:buClr>
                <a:schemeClr val="dk1"/>
              </a:buClr>
              <a:buSzPts val="1100"/>
              <a:buFont typeface="Arial"/>
              <a:buNone/>
            </a:pPr>
            <a:r>
              <a:rPr lang="es-419" sz="1200"/>
              <a:t> </a:t>
            </a:r>
            <a:endParaRPr sz="1200"/>
          </a:p>
          <a:p>
            <a:pPr indent="0" lvl="0" marL="0" rtl="0" algn="l">
              <a:spcBef>
                <a:spcPts val="0"/>
              </a:spcBef>
              <a:spcAft>
                <a:spcPts val="0"/>
              </a:spcAft>
              <a:buClr>
                <a:schemeClr val="dk1"/>
              </a:buClr>
              <a:buSzPts val="1100"/>
              <a:buFont typeface="Calibri"/>
              <a:buNone/>
            </a:pPr>
            <a:r>
              <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d63211ce26_2_601: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g2d63211ce26_2_601: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1: Requisitos previos y objetivos del curso.</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d63211ce26_2_60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2d63211ce26_2_60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 importante conocer los requisitos previos de este curso.</a:t>
            </a:r>
            <a:endParaRPr sz="1200"/>
          </a:p>
          <a:p>
            <a:pPr indent="-209550" lvl="0" marL="203200" rtl="0" algn="l">
              <a:spcBef>
                <a:spcPts val="0"/>
              </a:spcBef>
              <a:spcAft>
                <a:spcPts val="0"/>
              </a:spcAft>
              <a:buClr>
                <a:schemeClr val="dk1"/>
              </a:buClr>
              <a:buSzPts val="1100"/>
              <a:buFont typeface="Calibri"/>
              <a:buAutoNum type="arabicPeriod"/>
            </a:pPr>
            <a:r>
              <a:rPr b="0" lang="es-419" sz="1200"/>
              <a:t>Se recomienda que los asistentes tengan </a:t>
            </a:r>
            <a:r>
              <a:rPr b="1" lang="es-419" sz="1200"/>
              <a:t>conocimientos generales de TI</a:t>
            </a:r>
            <a:r>
              <a:rPr b="0" lang="es-419" sz="1200"/>
              <a:t>. Las habilidades básicas de alfabetización del cómputo que necesita para tener éxito incluyen conceptos básicos de cómputo, correo electrónico, gestión de archivos y una buena comprensión de Internet. También debe haber completado el curso AWS Academy Cloud Foundations, tener habilidades intermedias de programación en Python y conocimientos generales de estadística aplicada.</a:t>
            </a:r>
            <a:endParaRPr b="1" sz="1200"/>
          </a:p>
          <a:p>
            <a:pPr indent="0" lvl="0" marL="0" rtl="0" algn="l">
              <a:spcBef>
                <a:spcPts val="0"/>
              </a:spcBef>
              <a:spcAft>
                <a:spcPts val="0"/>
              </a:spcAft>
              <a:buNone/>
            </a:pPr>
            <a:r>
              <a:rPr b="0" lang="es-419" sz="1200"/>
              <a:t>También es importante tener </a:t>
            </a:r>
            <a:r>
              <a:rPr b="1" lang="es-419" sz="1200"/>
              <a:t>conocimientos comerciales generales</a:t>
            </a:r>
            <a:r>
              <a:rPr b="0" lang="es-419" sz="1200"/>
              <a:t>, incluida la comprensión de cómo se utilizan las tecnologías de la información en las empresas. Además, son importantes las habilidades de comunicación, la capacidad de liderazgo y la orientación al servicio al cliente.</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Para completar con éxito este curso, también deberá tener:</a:t>
            </a:r>
            <a:br>
              <a:rPr b="0" lang="es-419" sz="1200"/>
            </a:br>
            <a:endParaRPr b="0" sz="1200"/>
          </a:p>
          <a:p>
            <a:pPr indent="-158750" lvl="0" marL="152400" rtl="0" algn="l">
              <a:spcBef>
                <a:spcPts val="0"/>
              </a:spcBef>
              <a:spcAft>
                <a:spcPts val="0"/>
              </a:spcAft>
              <a:buClr>
                <a:schemeClr val="dk1"/>
              </a:buClr>
              <a:buSzPts val="1100"/>
              <a:buFont typeface="Arial"/>
              <a:buChar char="•"/>
            </a:pPr>
            <a:r>
              <a:rPr b="0" lang="es-419" sz="1200"/>
              <a:t>Estar familiarizados con los conceptos de </a:t>
            </a:r>
            <a:r>
              <a:rPr b="1" lang="es-419" sz="1200"/>
              <a:t>computación en la nube</a:t>
            </a:r>
            <a:r>
              <a:rPr b="0" lang="es-419" sz="1200"/>
              <a:t> </a:t>
            </a:r>
            <a:endParaRPr sz="1200"/>
          </a:p>
          <a:p>
            <a:pPr indent="-158750" lvl="0" marL="152400" rtl="0" algn="l">
              <a:spcBef>
                <a:spcPts val="0"/>
              </a:spcBef>
              <a:spcAft>
                <a:spcPts val="0"/>
              </a:spcAft>
              <a:buClr>
                <a:schemeClr val="dk1"/>
              </a:buClr>
              <a:buSzPts val="1100"/>
              <a:buFont typeface="Arial"/>
              <a:buChar char="•"/>
            </a:pPr>
            <a:r>
              <a:rPr b="0" lang="es-419" sz="1200"/>
              <a:t>Tener conocimientos prácticos sobre los </a:t>
            </a:r>
            <a:r>
              <a:rPr b="1" lang="es-419" sz="1200"/>
              <a:t>sistemas distribuidos</a:t>
            </a:r>
            <a:endParaRPr sz="1200"/>
          </a:p>
          <a:p>
            <a:pPr indent="-158750" lvl="0" marL="152400" rtl="0" algn="l">
              <a:spcBef>
                <a:spcPts val="0"/>
              </a:spcBef>
              <a:spcAft>
                <a:spcPts val="0"/>
              </a:spcAft>
              <a:buClr>
                <a:schemeClr val="dk1"/>
              </a:buClr>
              <a:buSzPts val="1100"/>
              <a:buFont typeface="Arial"/>
              <a:buChar char="•"/>
            </a:pPr>
            <a:r>
              <a:rPr b="0" lang="es-419" sz="1200"/>
              <a:t>Conocimientos de los conceptos </a:t>
            </a:r>
            <a:r>
              <a:rPr b="1" lang="es-419" sz="1200"/>
              <a:t>generales sobre redes</a:t>
            </a:r>
            <a:endParaRPr sz="1200"/>
          </a:p>
          <a:p>
            <a:pPr indent="-158750" lvl="0" marL="152400" rtl="0" algn="l">
              <a:spcBef>
                <a:spcPts val="0"/>
              </a:spcBef>
              <a:spcAft>
                <a:spcPts val="0"/>
              </a:spcAft>
              <a:buClr>
                <a:schemeClr val="dk1"/>
              </a:buClr>
              <a:buSzPts val="1100"/>
              <a:buFont typeface="Arial"/>
              <a:buChar char="•"/>
            </a:pPr>
            <a:r>
              <a:rPr b="0" lang="es-419" sz="1200"/>
              <a:t>Tener conocimientos prácticos sobre las </a:t>
            </a:r>
            <a:r>
              <a:rPr b="1" lang="es-419" sz="1200"/>
              <a:t>arquitecturas de varios niveles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d63211ce26_2_616: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g2d63211ce26_2_616: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Clr>
                <a:schemeClr val="dk1"/>
              </a:buClr>
              <a:buSzPts val="1100"/>
              <a:buFont typeface="Arial"/>
              <a:buNone/>
            </a:pPr>
            <a:r>
              <a:rPr lang="es-419" sz="1200"/>
              <a:t>Objetivos del curso</a:t>
            </a:r>
            <a:endParaRPr sz="1200"/>
          </a:p>
          <a:p>
            <a:pPr indent="-158750" lvl="0" marL="152400" rtl="0" algn="l">
              <a:spcBef>
                <a:spcPts val="0"/>
              </a:spcBef>
              <a:spcAft>
                <a:spcPts val="0"/>
              </a:spcAft>
              <a:buClr>
                <a:schemeClr val="dk1"/>
              </a:buClr>
              <a:buSzPts val="1100"/>
              <a:buFont typeface="Arial"/>
              <a:buChar char="•"/>
            </a:pPr>
            <a:r>
              <a:rPr lang="es-419" sz="1200"/>
              <a:t>¿Qué es machine learning (ML)?</a:t>
            </a:r>
            <a:endParaRPr sz="1200"/>
          </a:p>
          <a:p>
            <a:pPr indent="-158750" lvl="0" marL="152400" rtl="0" algn="l">
              <a:spcBef>
                <a:spcPts val="0"/>
              </a:spcBef>
              <a:spcAft>
                <a:spcPts val="0"/>
              </a:spcAft>
              <a:buClr>
                <a:schemeClr val="dk1"/>
              </a:buClr>
              <a:buSzPts val="1100"/>
              <a:buFont typeface="Arial"/>
              <a:buChar char="•"/>
            </a:pPr>
            <a:r>
              <a:rPr lang="es-419" sz="1200"/>
              <a:t>Implementación de una canalización de machine learning con Amazon SageMaker</a:t>
            </a:r>
            <a:endParaRPr sz="1200"/>
          </a:p>
          <a:p>
            <a:pPr indent="-158750" lvl="0" marL="152400" rtl="0" algn="l">
              <a:spcBef>
                <a:spcPts val="0"/>
              </a:spcBef>
              <a:spcAft>
                <a:spcPts val="0"/>
              </a:spcAft>
              <a:buClr>
                <a:schemeClr val="dk1"/>
              </a:buClr>
              <a:buSzPts val="1100"/>
              <a:buFont typeface="Arial"/>
              <a:buChar char="•"/>
            </a:pPr>
            <a:r>
              <a:rPr lang="es-419" sz="1200"/>
              <a:t>Utilizar los servicios administrados de Amazon ML para realizar previsiones </a:t>
            </a:r>
            <a:endParaRPr sz="1200"/>
          </a:p>
          <a:p>
            <a:pPr indent="-158750" lvl="0" marL="152400" rtl="0" algn="l">
              <a:spcBef>
                <a:spcPts val="0"/>
              </a:spcBef>
              <a:spcAft>
                <a:spcPts val="0"/>
              </a:spcAft>
              <a:buClr>
                <a:schemeClr val="dk1"/>
              </a:buClr>
              <a:buSzPts val="1100"/>
              <a:buFont typeface="Arial"/>
              <a:buChar char="•"/>
            </a:pPr>
            <a:r>
              <a:rPr lang="es-419" sz="1200"/>
              <a:t>Utilizar los servicios administrados de Amazon ML para visión artificial</a:t>
            </a:r>
            <a:endParaRPr sz="1200"/>
          </a:p>
          <a:p>
            <a:pPr indent="-158750" lvl="0" marL="152400" rtl="0" algn="l">
              <a:spcBef>
                <a:spcPts val="0"/>
              </a:spcBef>
              <a:spcAft>
                <a:spcPts val="0"/>
              </a:spcAft>
              <a:buClr>
                <a:schemeClr val="dk1"/>
              </a:buClr>
              <a:buSzPts val="1100"/>
              <a:buFont typeface="Arial"/>
              <a:buChar char="•"/>
            </a:pPr>
            <a:r>
              <a:rPr lang="es-419" sz="1200"/>
              <a:t>Utilizar los servicios administrados de Amazon ML para procesamiento del lenguaje natural (NLP)</a:t>
            </a:r>
            <a:endParaRPr sz="1200"/>
          </a:p>
          <a:p>
            <a:pPr indent="-158750" lvl="0" marL="152400" rtl="0" algn="l">
              <a:spcBef>
                <a:spcPts val="0"/>
              </a:spcBef>
              <a:spcAft>
                <a:spcPts val="0"/>
              </a:spcAft>
              <a:buClr>
                <a:schemeClr val="dk1"/>
              </a:buClr>
              <a:buSzPts val="1100"/>
              <a:buFont typeface="Arial"/>
              <a:buChar char="•"/>
            </a:pPr>
            <a:r>
              <a:rPr lang="es-419" sz="1200"/>
              <a:t>Identificar cómo se utilizan los servicios de Amazon ML para inteligencia artificial generativa (IA generativa).</a:t>
            </a: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d63211ce26_2_62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2d63211ce26_2_624: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i="0" lang="es-419" sz="1100">
                <a:solidFill>
                  <a:schemeClr val="dk1"/>
                </a:solidFill>
                <a:latin typeface="Calibri"/>
                <a:ea typeface="Calibri"/>
                <a:cs typeface="Calibri"/>
                <a:sym typeface="Calibri"/>
              </a:rPr>
              <a:t>Para alcanzar los objetivos del curso, completará los siguientes módulos:</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El módulo 2 presenta el machine learning.</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El módulo 3 describe cómo implementar una canalización de machine learning con Amazon SageMaker.</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Los módulos 4, 5 y 6 describen cómo aplicar los servicios administrados de AWS a problemas de previsión, visión artificial y procesamiento de lenguaje natural.</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El módulo 7 presenta la IA generativa, sus beneficios, casos prácticos y los servicios de AWS que hacen posible el desarrollo de una aplicación de ML.</a:t>
            </a:r>
            <a:endParaRPr sz="1200"/>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El módulo 8 es un resumen del curso, con la información general de los pasos que puede seguir para obtener la certificación en machine learning.  </a:t>
            </a:r>
            <a:endParaRPr i="0" sz="1100">
              <a:solidFill>
                <a:schemeClr val="dk1"/>
              </a:solidFill>
              <a:latin typeface="Calibri"/>
              <a:ea typeface="Calibri"/>
              <a:cs typeface="Calibri"/>
              <a:sym typeface="Calibri"/>
            </a:endParaRPr>
          </a:p>
          <a:p>
            <a:pPr indent="0" lvl="0" marL="0" rtl="0" algn="l">
              <a:spcBef>
                <a:spcPts val="0"/>
              </a:spcBef>
              <a:spcAft>
                <a:spcPts val="0"/>
              </a:spcAft>
              <a:buNone/>
            </a:pPr>
            <a:r>
              <a:rPr b="0" i="0" lang="es-419" sz="1100">
                <a:solidFill>
                  <a:schemeClr val="dk1"/>
                </a:solidFill>
                <a:latin typeface="Calibri"/>
                <a:ea typeface="Calibri"/>
                <a:cs typeface="Calibri"/>
                <a:sym typeface="Calibri"/>
              </a:rPr>
              <a:t> </a:t>
            </a:r>
            <a:endParaRPr i="0" sz="1100">
              <a:solidFill>
                <a:schemeClr val="dk1"/>
              </a:solidFill>
              <a:latin typeface="Calibri"/>
              <a:ea typeface="Calibri"/>
              <a:cs typeface="Calibri"/>
              <a:sym typeface="Calibri"/>
            </a:endParaRPr>
          </a:p>
          <a:p>
            <a:pPr indent="0" lvl="0" marL="0" rtl="0" algn="l">
              <a:spcBef>
                <a:spcPts val="0"/>
              </a:spcBef>
              <a:spcAft>
                <a:spcPts val="0"/>
              </a:spcAft>
              <a:buNone/>
            </a:pPr>
            <a:r>
              <a:rPr b="0" i="0" lang="es-419" sz="1100">
                <a:solidFill>
                  <a:schemeClr val="dk1"/>
                </a:solidFill>
                <a:latin typeface="Calibri"/>
                <a:ea typeface="Calibri"/>
                <a:cs typeface="Calibri"/>
                <a:sym typeface="Calibri"/>
              </a:rPr>
              <a:t>Las siguientes diapositivas brindan más detalles sobre los subtemas que se tratan en cada módulo.</a:t>
            </a:r>
            <a:endParaRPr b="0" i="0"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2d63211ce26_2_632: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g2d63211ce26_2_632: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objetivo de este módulo es presentar los principales conceptos para comprender el machine learning. </a:t>
            </a:r>
            <a:endParaRPr sz="1200"/>
          </a:p>
          <a:p>
            <a:pPr indent="-158750" lvl="0" marL="152400" rtl="0" algn="l">
              <a:spcBef>
                <a:spcPts val="0"/>
              </a:spcBef>
              <a:spcAft>
                <a:spcPts val="0"/>
              </a:spcAft>
              <a:buClr>
                <a:schemeClr val="dk1"/>
              </a:buClr>
              <a:buSzPts val="1100"/>
              <a:buFont typeface="Arial"/>
              <a:buChar char="•"/>
            </a:pPr>
            <a:r>
              <a:rPr b="0" lang="es-419" sz="1200"/>
              <a:t>La sección 1 describe el campo general del machine learning y su relación con la inteligencia artificial y el aprendizaje profundo. </a:t>
            </a:r>
            <a:endParaRPr sz="1200"/>
          </a:p>
          <a:p>
            <a:pPr indent="-158750" lvl="0" marL="152400" rtl="0" algn="l">
              <a:spcBef>
                <a:spcPts val="0"/>
              </a:spcBef>
              <a:spcAft>
                <a:spcPts val="0"/>
              </a:spcAft>
              <a:buClr>
                <a:schemeClr val="dk1"/>
              </a:buClr>
              <a:buSzPts val="1100"/>
              <a:buFont typeface="Arial"/>
              <a:buChar char="•"/>
            </a:pPr>
            <a:r>
              <a:rPr b="0" lang="es-419" sz="1200"/>
              <a:t>La sección 2 resume algunos de los problemas empresariales más comunes que puede resolver con machine learning.</a:t>
            </a:r>
            <a:endParaRPr sz="1200"/>
          </a:p>
          <a:p>
            <a:pPr indent="-158750" lvl="0" marL="152400" rtl="0" algn="l">
              <a:spcBef>
                <a:spcPts val="0"/>
              </a:spcBef>
              <a:spcAft>
                <a:spcPts val="0"/>
              </a:spcAft>
              <a:buClr>
                <a:schemeClr val="dk1"/>
              </a:buClr>
              <a:buSzPts val="1100"/>
              <a:buFont typeface="Arial"/>
              <a:buChar char="•"/>
            </a:pPr>
            <a:r>
              <a:rPr b="0" lang="es-419" sz="1200"/>
              <a:t>La sección 3 describe el flujo de trabajo general para resolver problemas de machine learning y define algunos de los términos más comunes que se utilizan en este campo.</a:t>
            </a:r>
            <a:endParaRPr sz="1200"/>
          </a:p>
          <a:p>
            <a:pPr indent="-158750" lvl="0" marL="152400" rtl="0" algn="l">
              <a:spcBef>
                <a:spcPts val="0"/>
              </a:spcBef>
              <a:spcAft>
                <a:spcPts val="0"/>
              </a:spcAft>
              <a:buClr>
                <a:schemeClr val="dk1"/>
              </a:buClr>
              <a:buSzPts val="1100"/>
              <a:buFont typeface="Arial"/>
              <a:buChar char="•"/>
            </a:pPr>
            <a:r>
              <a:rPr b="0" lang="es-419" sz="1200"/>
              <a:t>La sección 4 repasa algunas de las herramientas que suelen utilizar los profesionales de machine learning.</a:t>
            </a:r>
            <a:endParaRPr sz="1200"/>
          </a:p>
          <a:p>
            <a:pPr indent="-158750" lvl="0" marL="152400" rtl="0" algn="l">
              <a:spcBef>
                <a:spcPts val="0"/>
              </a:spcBef>
              <a:spcAft>
                <a:spcPts val="0"/>
              </a:spcAft>
              <a:buClr>
                <a:schemeClr val="dk1"/>
              </a:buClr>
              <a:buSzPts val="1100"/>
              <a:buFont typeface="Arial"/>
              <a:buChar char="•"/>
            </a:pPr>
            <a:r>
              <a:rPr b="0" lang="es-419" sz="1200"/>
              <a:t>La sección 5 ofrece información general de algunos de los desafíos más comunes a los que se enfrentará cuando trabaje con problemas de machine learning. </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d63211ce26_2_64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g2d63211ce26_2_64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módulo 3 ofrece una introducción a Amazon SageMaker y cómo se puede utilizar para implementar una canalización de machine learning. El módulo se centra en la aplicación del machine learning a la visión artificial como ejemplo de la canalización de machine learning.</a:t>
            </a:r>
            <a:endParaRPr sz="1200"/>
          </a:p>
          <a:p>
            <a:pPr indent="0" lvl="0" marL="0" rtl="0" algn="l">
              <a:spcBef>
                <a:spcPts val="0"/>
              </a:spcBef>
              <a:spcAft>
                <a:spcPts val="0"/>
              </a:spcAft>
              <a:buNone/>
            </a:pPr>
            <a:r>
              <a:t/>
            </a:r>
            <a:endParaRPr b="0" sz="1200"/>
          </a:p>
          <a:p>
            <a:pPr indent="-158750" lvl="0" marL="152400" rtl="0" algn="l">
              <a:spcBef>
                <a:spcPts val="0"/>
              </a:spcBef>
              <a:spcAft>
                <a:spcPts val="0"/>
              </a:spcAft>
              <a:buClr>
                <a:schemeClr val="dk1"/>
              </a:buClr>
              <a:buSzPts val="1100"/>
              <a:buFont typeface="Arial"/>
              <a:buChar char="•"/>
            </a:pPr>
            <a:r>
              <a:rPr b="0" lang="es-419" sz="1200"/>
              <a:t>La sección 1 presenta el campo general de la visión artificial. </a:t>
            </a:r>
            <a:endParaRPr sz="1200"/>
          </a:p>
          <a:p>
            <a:pPr indent="-158750" lvl="0" marL="152400" rtl="0" algn="l">
              <a:spcBef>
                <a:spcPts val="0"/>
              </a:spcBef>
              <a:spcAft>
                <a:spcPts val="0"/>
              </a:spcAft>
              <a:buClr>
                <a:schemeClr val="dk1"/>
              </a:buClr>
              <a:buSzPts val="1100"/>
              <a:buFont typeface="Arial"/>
              <a:buChar char="•"/>
            </a:pPr>
            <a:r>
              <a:rPr b="0" lang="es-419" sz="1200"/>
              <a:t>Las secciones 2 a 8 describen las fases de canalización de machine learning utilizando la visión artificial como ejemplo de aplicación. </a:t>
            </a:r>
            <a:endParaRPr sz="1200"/>
          </a:p>
          <a:p>
            <a:pPr indent="-158750" lvl="1" marL="558800" rtl="0" algn="l">
              <a:spcBef>
                <a:spcPts val="0"/>
              </a:spcBef>
              <a:spcAft>
                <a:spcPts val="0"/>
              </a:spcAft>
              <a:buClr>
                <a:schemeClr val="dk1"/>
              </a:buClr>
              <a:buSzPts val="1100"/>
              <a:buFont typeface="Arial"/>
              <a:buChar char="•"/>
            </a:pPr>
            <a:r>
              <a:rPr b="0" lang="es-419" sz="1200"/>
              <a:t>En la sección 2 se explica cómo recopilar y proteger los datos. </a:t>
            </a:r>
            <a:endParaRPr sz="1200"/>
          </a:p>
          <a:p>
            <a:pPr indent="-158750" lvl="1" marL="558800" rtl="0" algn="l">
              <a:spcBef>
                <a:spcPts val="0"/>
              </a:spcBef>
              <a:spcAft>
                <a:spcPts val="0"/>
              </a:spcAft>
              <a:buClr>
                <a:schemeClr val="dk1"/>
              </a:buClr>
              <a:buSzPts val="1100"/>
              <a:buFont typeface="Arial"/>
              <a:buChar char="•"/>
            </a:pPr>
            <a:r>
              <a:rPr b="0" lang="es-419" sz="1200"/>
              <a:t>La sección 3 describe diferentes técnicas de evaluación de datos. </a:t>
            </a:r>
            <a:endParaRPr sz="1200"/>
          </a:p>
          <a:p>
            <a:pPr indent="-158750" lvl="1" marL="558800" rtl="0" algn="l">
              <a:spcBef>
                <a:spcPts val="0"/>
              </a:spcBef>
              <a:spcAft>
                <a:spcPts val="0"/>
              </a:spcAft>
              <a:buClr>
                <a:schemeClr val="dk1"/>
              </a:buClr>
              <a:buSzPts val="1100"/>
              <a:buFont typeface="Arial"/>
              <a:buChar char="•"/>
            </a:pPr>
            <a:r>
              <a:rPr b="0" lang="es-419" sz="1200"/>
              <a:t>En la sección 4 se explica el proceso de la ingeniería de características. </a:t>
            </a:r>
            <a:endParaRPr sz="1200"/>
          </a:p>
          <a:p>
            <a:pPr indent="-158750" lvl="1" marL="558800" rtl="0" algn="l">
              <a:spcBef>
                <a:spcPts val="0"/>
              </a:spcBef>
              <a:spcAft>
                <a:spcPts val="0"/>
              </a:spcAft>
              <a:buClr>
                <a:schemeClr val="dk1"/>
              </a:buClr>
              <a:buSzPts val="1100"/>
              <a:buFont typeface="Arial"/>
              <a:buChar char="•"/>
            </a:pPr>
            <a:r>
              <a:rPr b="0" lang="es-419" sz="1200"/>
              <a:t>La sección 5 describe los pasos a seguir en Amazon SageMaker para entrenar un modelo. </a:t>
            </a:r>
            <a:endParaRPr sz="1200"/>
          </a:p>
          <a:p>
            <a:pPr indent="-158750" lvl="1" marL="558800" rtl="0" algn="l">
              <a:spcBef>
                <a:spcPts val="0"/>
              </a:spcBef>
              <a:spcAft>
                <a:spcPts val="0"/>
              </a:spcAft>
              <a:buClr>
                <a:schemeClr val="dk1"/>
              </a:buClr>
              <a:buSzPts val="1100"/>
              <a:buFont typeface="Arial"/>
              <a:buChar char="•"/>
            </a:pPr>
            <a:r>
              <a:rPr b="0" lang="es-419" sz="1200"/>
              <a:t>La sección 6 ofrece información general de las opciones para hospedar y utilizar un modelo con Amazon SageMaker. </a:t>
            </a:r>
            <a:endParaRPr sz="1200"/>
          </a:p>
          <a:p>
            <a:pPr indent="-158750" lvl="1" marL="558800" rtl="0" algn="l">
              <a:spcBef>
                <a:spcPts val="0"/>
              </a:spcBef>
              <a:spcAft>
                <a:spcPts val="0"/>
              </a:spcAft>
              <a:buClr>
                <a:schemeClr val="dk1"/>
              </a:buClr>
              <a:buSzPts val="1100"/>
              <a:buFont typeface="Arial"/>
              <a:buChar char="•"/>
            </a:pPr>
            <a:r>
              <a:rPr b="0" lang="es-419" sz="1200"/>
              <a:t>Por último, en las secciones 7 y 8 se explica cómo evaluar y ajustar el modelo con Amazon SageMaker.</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2d63211ce26_2_64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2d63211ce26_2_64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Este módulo ofrece una introducción al uso del machine learning para crear previsiones basadas en datos de serie temporal.  </a:t>
            </a:r>
            <a:endParaRPr sz="1200"/>
          </a:p>
          <a:p>
            <a:pPr indent="-158750" lvl="0" marL="152400" rtl="0" algn="l">
              <a:spcBef>
                <a:spcPts val="0"/>
              </a:spcBef>
              <a:spcAft>
                <a:spcPts val="0"/>
              </a:spcAft>
              <a:buClr>
                <a:schemeClr val="dk1"/>
              </a:buClr>
              <a:buSzPts val="1100"/>
              <a:buFont typeface="Arial"/>
              <a:buChar char="•"/>
            </a:pPr>
            <a:r>
              <a:rPr b="0" lang="es-419" sz="1200"/>
              <a:t>En la sección 1 se describen las previsiones de forma general y se resumen algunas de sus aplicaciones más comunes. </a:t>
            </a:r>
            <a:endParaRPr sz="1200"/>
          </a:p>
          <a:p>
            <a:pPr indent="-158750" lvl="0" marL="152400" rtl="0" algn="l">
              <a:spcBef>
                <a:spcPts val="0"/>
              </a:spcBef>
              <a:spcAft>
                <a:spcPts val="0"/>
              </a:spcAft>
              <a:buClr>
                <a:schemeClr val="dk1"/>
              </a:buClr>
              <a:buSzPts val="1100"/>
              <a:buFont typeface="Arial"/>
              <a:buChar char="•"/>
            </a:pPr>
            <a:r>
              <a:rPr b="0" lang="es-419" sz="1200"/>
              <a:t>En la sección 2 se describen algunas de las dificultades que plantea el uso de datos de serie temporal para hacer previsiones.</a:t>
            </a:r>
            <a:endParaRPr sz="1200"/>
          </a:p>
          <a:p>
            <a:pPr indent="-158750" lvl="0" marL="152400" rtl="0" algn="l">
              <a:spcBef>
                <a:spcPts val="0"/>
              </a:spcBef>
              <a:spcAft>
                <a:spcPts val="0"/>
              </a:spcAft>
              <a:buClr>
                <a:schemeClr val="dk1"/>
              </a:buClr>
              <a:buSzPts val="1100"/>
              <a:buFont typeface="Arial"/>
              <a:buChar char="•"/>
            </a:pPr>
            <a:r>
              <a:rPr b="0" lang="es-419" sz="1200"/>
              <a:t>La sección 3 ofrece información general de cómo utilizar el servicio Amazon Forecast. </a:t>
            </a:r>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d63211ce26_2_656: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g2d63211ce26_2_656: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objetivo de este módulo es describir cómo utilizar el machine learning para la visión artificial. </a:t>
            </a:r>
            <a:endParaRPr sz="1200"/>
          </a:p>
          <a:p>
            <a:pPr indent="-158750" lvl="0" marL="152400" rtl="0" algn="l">
              <a:spcBef>
                <a:spcPts val="0"/>
              </a:spcBef>
              <a:spcAft>
                <a:spcPts val="0"/>
              </a:spcAft>
              <a:buClr>
                <a:schemeClr val="dk1"/>
              </a:buClr>
              <a:buSzPts val="1100"/>
              <a:buFont typeface="Arial"/>
              <a:buChar char="•"/>
            </a:pPr>
            <a:r>
              <a:rPr b="0" lang="es-419" sz="1200"/>
              <a:t>En la sección 1 se describen los problemas generales que se deben resolver para la visión artificial. </a:t>
            </a:r>
            <a:endParaRPr sz="1200"/>
          </a:p>
          <a:p>
            <a:pPr indent="-158750" lvl="0" marL="152400" rtl="0" algn="l">
              <a:spcBef>
                <a:spcPts val="0"/>
              </a:spcBef>
              <a:spcAft>
                <a:spcPts val="0"/>
              </a:spcAft>
              <a:buClr>
                <a:schemeClr val="dk1"/>
              </a:buClr>
              <a:buSzPts val="1100"/>
              <a:buFont typeface="Arial"/>
              <a:buChar char="•"/>
            </a:pPr>
            <a:r>
              <a:rPr b="0" lang="es-419" sz="1200"/>
              <a:t>La sección 2 describe el proceso de análisis de imágenes y videos. </a:t>
            </a:r>
            <a:endParaRPr sz="1200"/>
          </a:p>
          <a:p>
            <a:pPr indent="-158750" lvl="0" marL="152400" rtl="0" algn="l">
              <a:spcBef>
                <a:spcPts val="0"/>
              </a:spcBef>
              <a:spcAft>
                <a:spcPts val="0"/>
              </a:spcAft>
              <a:buClr>
                <a:schemeClr val="dk1"/>
              </a:buClr>
              <a:buSzPts val="1100"/>
              <a:buFont typeface="Arial"/>
              <a:buChar char="•"/>
            </a:pPr>
            <a:r>
              <a:rPr b="0" lang="es-419" sz="1200"/>
              <a:t>Finalmente, la sección 3 ofrece los pasos a seguir para preparar los conjuntos de datos de la visión artificial. </a:t>
            </a:r>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d63211ce26_2_66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2d63211ce26_2_664: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Este módulo ofrece una introducción al procesamiento de lenguaje natural con machine learning. </a:t>
            </a:r>
            <a:endParaRPr sz="1200"/>
          </a:p>
          <a:p>
            <a:pPr indent="-158750" lvl="0" marL="152400" rtl="0" algn="l">
              <a:spcBef>
                <a:spcPts val="0"/>
              </a:spcBef>
              <a:spcAft>
                <a:spcPts val="0"/>
              </a:spcAft>
              <a:buClr>
                <a:schemeClr val="dk1"/>
              </a:buClr>
              <a:buSzPts val="1100"/>
              <a:buFont typeface="Arial"/>
              <a:buChar char="•"/>
            </a:pPr>
            <a:r>
              <a:rPr b="0" lang="es-419" sz="1200"/>
              <a:t>La sección 1 describe el conjunto general de problemas que se pueden resolver con el procesamiento de lenguaje natural. </a:t>
            </a:r>
            <a:endParaRPr sz="1200"/>
          </a:p>
          <a:p>
            <a:pPr indent="-158750" lvl="0" marL="152400" rtl="0" algn="l">
              <a:spcBef>
                <a:spcPts val="0"/>
              </a:spcBef>
              <a:spcAft>
                <a:spcPts val="0"/>
              </a:spcAft>
              <a:buClr>
                <a:schemeClr val="dk1"/>
              </a:buClr>
              <a:buSzPts val="1100"/>
              <a:buFont typeface="Arial"/>
              <a:buChar char="•"/>
            </a:pPr>
            <a:r>
              <a:rPr b="0" lang="es-419" sz="1200"/>
              <a:t>La sección 2 repasa algunos de los servicios administrados de AWS que puede utilizar para abordar problemas de procesamiento de lenguaje natural. Los servicios revisados incluyen Amazon Transcribe, Amazon Translate, Amazon Lex, Amazon Comprehend y Amazon Polly. </a:t>
            </a:r>
            <a:endParaRPr sz="1200"/>
          </a:p>
          <a:p>
            <a:pPr indent="-158750" lvl="0" marL="152400" rtl="0" algn="l">
              <a:spcBef>
                <a:spcPts val="0"/>
              </a:spcBef>
              <a:spcAft>
                <a:spcPts val="0"/>
              </a:spcAft>
              <a:buClr>
                <a:schemeClr val="dk1"/>
              </a:buClr>
              <a:buSzPts val="1100"/>
              <a:buFont typeface="Arial"/>
              <a:buChar char="•"/>
            </a:pPr>
            <a:r>
              <a:rPr b="0" lang="es-419" sz="1200"/>
              <a:t>La sección 3 describe el laboratorio guiado en el que creará un bot para programar citas. </a:t>
            </a:r>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d63211ce26_2_672: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2d63211ce26_2_672: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i="0" lang="es-419" sz="1100">
                <a:solidFill>
                  <a:schemeClr val="dk1"/>
                </a:solidFill>
                <a:latin typeface="Calibri"/>
                <a:ea typeface="Calibri"/>
                <a:cs typeface="Calibri"/>
                <a:sym typeface="Calibri"/>
              </a:rPr>
              <a:t>Este módulo presenta la IA generativa y los servicios de IA generativa de AWS.</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La sección 1 describe qué es la IA generativa, sus casos prácticos y beneficios.</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La sección 2 presenta los modelos fundacionales (FM) y los compara con los modelos tradicionales de machine learning. También incluye información general de modelos de lenguaje de gran tamaño (LLM) y la ingeniería de peticiones.</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La sección 3 describe las ofertas de IA generativa de AWS.</a:t>
            </a:r>
            <a:endParaRPr i="0" sz="1100">
              <a:solidFill>
                <a:schemeClr val="dk1"/>
              </a:solidFill>
              <a:latin typeface="Calibri"/>
              <a:ea typeface="Calibri"/>
              <a:cs typeface="Calibri"/>
              <a:sym typeface="Calibri"/>
            </a:endParaRPr>
          </a:p>
          <a:p>
            <a:pPr indent="-158750" lvl="0" marL="152400" rtl="0" algn="l">
              <a:spcBef>
                <a:spcPts val="0"/>
              </a:spcBef>
              <a:spcAft>
                <a:spcPts val="0"/>
              </a:spcAft>
              <a:buClr>
                <a:schemeClr val="dk1"/>
              </a:buClr>
              <a:buSzPts val="1100"/>
              <a:buFont typeface="Arial"/>
              <a:buChar char="•"/>
            </a:pPr>
            <a:r>
              <a:rPr b="0" i="0" lang="es-419" sz="1100">
                <a:solidFill>
                  <a:schemeClr val="dk1"/>
                </a:solidFill>
                <a:latin typeface="Calibri"/>
                <a:ea typeface="Calibri"/>
                <a:cs typeface="Calibri"/>
                <a:sym typeface="Calibri"/>
              </a:rPr>
              <a:t>La sección 4 presenta Amazon CodeWhisperer, sus beneficios y los diferentes niveles de servicio disponibles para los usuarios.</a:t>
            </a:r>
            <a:endParaRPr i="0" sz="11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2d63211ce26_2_68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2d63211ce26_2_68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En el módulo 8, repasará lo aprendido y conocerá el proceso para obtener una certificación con Amazon Machine Learning.</a:t>
            </a:r>
            <a:endParaRPr sz="1200"/>
          </a:p>
          <a:p>
            <a:pPr indent="-158750" lvl="0" marL="152400" rtl="0" algn="l">
              <a:spcBef>
                <a:spcPts val="0"/>
              </a:spcBef>
              <a:spcAft>
                <a:spcPts val="0"/>
              </a:spcAft>
              <a:buClr>
                <a:schemeClr val="dk1"/>
              </a:buClr>
              <a:buSzPts val="1100"/>
              <a:buFont typeface="Arial"/>
              <a:buChar char="•"/>
            </a:pPr>
            <a:r>
              <a:rPr b="0" lang="es-419" sz="1200"/>
              <a:t>La sección 1 ofrece información general sobre los temas tratados en el curso. </a:t>
            </a:r>
            <a:endParaRPr sz="1200"/>
          </a:p>
          <a:p>
            <a:pPr indent="-158750" lvl="0" marL="152400" rtl="0" algn="l">
              <a:spcBef>
                <a:spcPts val="0"/>
              </a:spcBef>
              <a:spcAft>
                <a:spcPts val="0"/>
              </a:spcAft>
              <a:buClr>
                <a:schemeClr val="dk1"/>
              </a:buClr>
              <a:buSzPts val="1100"/>
              <a:buFont typeface="Arial"/>
              <a:buChar char="•"/>
            </a:pPr>
            <a:r>
              <a:rPr b="0" lang="es-419" sz="1200"/>
              <a:t>En la sección 2, aprenderá más sobre la documentación de Amazon y revisará dos marcos de trabajo comunes para aplicar los servicios de AWS.</a:t>
            </a:r>
            <a:endParaRPr sz="1200"/>
          </a:p>
          <a:p>
            <a:pPr indent="-158750" lvl="0" marL="152400" rtl="0" algn="l">
              <a:spcBef>
                <a:spcPts val="0"/>
              </a:spcBef>
              <a:spcAft>
                <a:spcPts val="0"/>
              </a:spcAft>
              <a:buClr>
                <a:schemeClr val="dk1"/>
              </a:buClr>
              <a:buSzPts val="1100"/>
              <a:buFont typeface="Arial"/>
              <a:buChar char="•"/>
            </a:pPr>
            <a:r>
              <a:rPr b="0" lang="es-419" sz="1200"/>
              <a:t>En la sección 3 se describen los pasos que debe seguir para lograr la certificación AWS Certified Machine Learning – Specialty. </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d63211ce26_2_68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g2d63211ce26_2_68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2: Roles de trabajo de machine learning.</a:t>
            </a:r>
            <a:br>
              <a:rPr b="0" lang="es-419" sz="1200"/>
            </a:br>
            <a:endParaRPr b="0" sz="1200"/>
          </a:p>
          <a:p>
            <a:pPr indent="0" lvl="0" marL="0" rtl="0" algn="l">
              <a:spcBef>
                <a:spcPts val="0"/>
              </a:spcBef>
              <a:spcAft>
                <a:spcPts val="0"/>
              </a:spcAft>
              <a:buNone/>
            </a:pPr>
            <a:r>
              <a:rPr b="0" lang="es-419" sz="1200"/>
              <a:t>En esta sección, encontrará información general de los puestos de trabajo más comunes para los profesionales de machine learning.</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d63211ce26_2_69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2d63211ce26_2_69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Si decide trabajar en un puesto de científico de datos, debe centrarse en desarrollar habilidades analíticas, estadísticas y de programación. Un científico de datos utiliza estas habilidades para recopilar, analizar e interpretar grandes conjuntos de datos.  En la actualidad, algunas universidades ofrecen titulaciones en ciencia de datos, pero los científicos de datos a menudo poseen diplomaturas en estadística, matemáticas, ciencias informáticas o economía. Como científico de datos, necesita competencias técnicas en estadística, machine learning, lenguajes de programación y análisis de datos.</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d63211ce26_2_70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g2d63211ce26_2_70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Si opta por una carrera orientada hacia la ingeniería en machine learning, debe contar con algunas habilidades que sean similares a las habilidades de un científico de datos. Sin embargo, su enfoque se centra más en las habilidades de programación y la arquitectura de software. Como ingeniero en machine learning, puede aplicar esas habilidades para diseñar y desarrollar sistemas de machine learning. A menudo, los ingenieros en machine learning tienen experiencia previa en el desarrollo de software. Si bien estos roles también requieren competencias técnicas en estadísticas y machine learning, dependen más de la programación y la ingeniería de software que otros roles de machine learning.</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d63211ce26_2_711: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2d63211ce26_2_711: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También puede optar por una orientación hacia una carrera científica en la que pueda aplicar la tecnología de machine learning. El machine learning afecta todos los ámbitos, desde la astronomía hasta la zoología, por lo que se le abren muchos caminos diferentes. Como investigador de ciencias aplicadas, su enfoque principal se centra en el tipo de ciencia en la que decida centrarse. Debe contar con algunas de las habilidades de un científico de datos, pero también debe saber cómo aplicar esas habilidades al dominio elegido. Estos roles también requieren competencias técnicas en estadística y machine learning.</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d63211ce26_2_719: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g2d63211ce26_2_719: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En la actualidad, muchos desarrolladores de software integran machine learning a sus aplicaciones. Si está trabajando para lograr una carrera como desarrollador de software, debe incluir tecnología de machine learning en su plan de estudio. Como desarrollador de machine learning, su enfoque principal se centra las habilidades de desarrollo de software, pero también necesitará algunas de las habilidades de los científicos de datos. Por lo tanto, debe incluir cursos sobre estadística y matemáticas aplicadas.</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d63211ce26_2_72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g2d63211ce26_2_72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3: Recursos, documentación y documentos técnicos. Esta sección proporciona algunos enlaces útiles a recursos adicionales que puede utilizar en este curso.</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d63211ce26_2_73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g2d63211ce26_2_734: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Para obtener información sobre </a:t>
            </a:r>
            <a:r>
              <a:rPr b="0" lang="es-419" sz="1200" u="none"/>
              <a:t>machine learning, consulte</a:t>
            </a:r>
            <a:r>
              <a:rPr b="0" lang="es-419" sz="1200"/>
              <a:t>:</a:t>
            </a:r>
            <a:endParaRPr sz="1200"/>
          </a:p>
          <a:p>
            <a:pPr indent="-158750" lvl="0" marL="152400" rtl="0" algn="l">
              <a:spcBef>
                <a:spcPts val="0"/>
              </a:spcBef>
              <a:spcAft>
                <a:spcPts val="0"/>
              </a:spcAft>
              <a:buClr>
                <a:schemeClr val="dk1"/>
              </a:buClr>
              <a:buSzPts val="1100"/>
              <a:buFont typeface="Arial"/>
              <a:buChar char="•"/>
            </a:pPr>
            <a:r>
              <a:rPr b="0" lang="es-419" sz="1200" u="none"/>
              <a:t>“Machine Learning en AWS” en </a:t>
            </a:r>
            <a:r>
              <a:rPr lang="es-419" sz="1200" u="sng">
                <a:solidFill>
                  <a:schemeClr val="hlink"/>
                </a:solidFill>
                <a:hlinkClick r:id="rId2"/>
              </a:rPr>
              <a:t>https://aws.amazon.com/machine-learning/?nc2=h_ql_sol_use_ml</a:t>
            </a:r>
            <a:endParaRPr b="0" sz="1200" u="sng">
              <a:solidFill>
                <a:srgbClr val="197956"/>
              </a:solidFill>
            </a:endParaRPr>
          </a:p>
          <a:p>
            <a:pPr indent="-158750" lvl="0" marL="152400" rtl="0" algn="l">
              <a:spcBef>
                <a:spcPts val="0"/>
              </a:spcBef>
              <a:spcAft>
                <a:spcPts val="0"/>
              </a:spcAft>
              <a:buClr>
                <a:schemeClr val="dk1"/>
              </a:buClr>
              <a:buSzPts val="1100"/>
              <a:buFont typeface="Arial"/>
              <a:buChar char="•"/>
            </a:pPr>
            <a:r>
              <a:rPr b="0" lang="es-419" sz="1200" u="none"/>
              <a:t>“Blog de machine learning de AWS” en </a:t>
            </a:r>
            <a:r>
              <a:rPr lang="es-419" sz="1200" u="sng">
                <a:solidFill>
                  <a:schemeClr val="hlink"/>
                </a:solidFill>
                <a:hlinkClick r:id="rId3"/>
              </a:rPr>
              <a:t>https://aws.amazon.com/blogs/machine-learning/classify-a-large-number-of-images-with-amazon-rekognition-and-aws-batch/</a:t>
            </a:r>
            <a:endParaRPr b="0" sz="1200" u="sng">
              <a:solidFill>
                <a:srgbClr val="197956"/>
              </a:solidFill>
            </a:endParaRPr>
          </a:p>
          <a:p>
            <a:pPr indent="-158750" lvl="0" marL="152400" rtl="0" algn="l">
              <a:spcBef>
                <a:spcPts val="0"/>
              </a:spcBef>
              <a:spcAft>
                <a:spcPts val="0"/>
              </a:spcAft>
              <a:buClr>
                <a:schemeClr val="dk1"/>
              </a:buClr>
              <a:buSzPts val="1100"/>
              <a:buFont typeface="Arial"/>
              <a:buChar char="•"/>
            </a:pPr>
            <a:r>
              <a:rPr b="0" lang="es-419" sz="1200" u="none"/>
              <a:t>“Machine Learning Solutions” (Soluciones de machine learning) en AWS Marketplace en </a:t>
            </a:r>
            <a:r>
              <a:rPr lang="es-419" sz="1200" u="sng">
                <a:solidFill>
                  <a:schemeClr val="hlink"/>
                </a:solidFill>
                <a:hlinkClick r:id="rId4"/>
              </a:rPr>
              <a:t>https://aws.amazon.com/marketplace/solutions/machine-learning</a:t>
            </a:r>
            <a:endParaRPr b="0" sz="1200" u="none">
              <a:solidFill>
                <a:srgbClr val="197956"/>
              </a:solidFill>
            </a:endParaRPr>
          </a:p>
          <a:p>
            <a:pPr indent="-158750" lvl="0" marL="152400" rtl="0" algn="l">
              <a:spcBef>
                <a:spcPts val="0"/>
              </a:spcBef>
              <a:spcAft>
                <a:spcPts val="0"/>
              </a:spcAft>
              <a:buClr>
                <a:schemeClr val="dk1"/>
              </a:buClr>
              <a:buSzPts val="1100"/>
              <a:buFont typeface="Arial"/>
              <a:buChar char="•"/>
            </a:pPr>
            <a:r>
              <a:rPr b="0" lang="es-419" sz="1200" u="none"/>
              <a:t>“Amazon Machine Learning Service Documentation” (Documentación del servicio de Amazon Machine Learning) en </a:t>
            </a:r>
            <a:r>
              <a:rPr lang="es-419" sz="1200" u="sng">
                <a:solidFill>
                  <a:schemeClr val="hlink"/>
                </a:solidFill>
                <a:hlinkClick r:id="rId5"/>
              </a:rPr>
              <a:t>https://docs.aws.amazon.com/machine-learning/?id=docs_gateway</a:t>
            </a:r>
            <a:endParaRPr b="0" sz="1200" u="none">
              <a:solidFill>
                <a:srgbClr val="197956"/>
              </a:solidFill>
            </a:endParaRPr>
          </a:p>
          <a:p>
            <a:pPr indent="-158750" lvl="0" marL="152400" rtl="0" algn="l">
              <a:spcBef>
                <a:spcPts val="0"/>
              </a:spcBef>
              <a:spcAft>
                <a:spcPts val="0"/>
              </a:spcAft>
              <a:buClr>
                <a:schemeClr val="dk1"/>
              </a:buClr>
              <a:buSzPts val="1100"/>
              <a:buFont typeface="Arial"/>
              <a:buChar char="•"/>
            </a:pPr>
            <a:r>
              <a:rPr b="0" lang="es-419" sz="1200" u="none"/>
              <a:t>“Machine learning en la red de socios de AWS” en </a:t>
            </a:r>
            <a:r>
              <a:rPr lang="es-419" sz="1200" u="sng">
                <a:solidFill>
                  <a:schemeClr val="hlink"/>
                </a:solidFill>
                <a:hlinkClick r:id="rId6"/>
              </a:rPr>
              <a:t>https://aws.amazon.com/partners/featured/machine-learning/foundations/</a:t>
            </a:r>
            <a:endParaRPr sz="1200">
              <a:solidFill>
                <a:srgbClr val="197956"/>
              </a:solidFill>
            </a:endParaRPr>
          </a:p>
          <a:p>
            <a:pPr indent="-158750" lvl="0" marL="152400" rtl="0" algn="l">
              <a:spcBef>
                <a:spcPts val="0"/>
              </a:spcBef>
              <a:spcAft>
                <a:spcPts val="0"/>
              </a:spcAft>
              <a:buClr>
                <a:srgbClr val="197956"/>
              </a:buClr>
              <a:buSzPts val="1100"/>
              <a:buFont typeface="Arial"/>
              <a:buChar char="•"/>
            </a:pPr>
            <a:r>
              <a:rPr lang="es-419" sz="1200">
                <a:solidFill>
                  <a:srgbClr val="197956"/>
                </a:solidFill>
              </a:rPr>
              <a:t>“Code Whisperer Installation Instructions” (Instrucciones de instalación de Code Whisperer) en </a:t>
            </a:r>
            <a:r>
              <a:rPr lang="es-419" sz="1200" u="sng">
                <a:solidFill>
                  <a:srgbClr val="197956"/>
                </a:solidFill>
              </a:rPr>
              <a:t>https://docs.aws.amazon.com/codewhisperer/latest/userguide/getting-started.html</a:t>
            </a:r>
            <a:endParaRPr sz="1200"/>
          </a:p>
          <a:p>
            <a:pPr indent="-158750" lvl="0" marL="152400" rtl="0" algn="l">
              <a:spcBef>
                <a:spcPts val="0"/>
              </a:spcBef>
              <a:spcAft>
                <a:spcPts val="0"/>
              </a:spcAft>
              <a:buClr>
                <a:srgbClr val="197956"/>
              </a:buClr>
              <a:buSzPts val="1100"/>
              <a:buFont typeface="Arial"/>
              <a:buChar char="•"/>
            </a:pPr>
            <a:r>
              <a:rPr lang="es-419" sz="1200">
                <a:solidFill>
                  <a:srgbClr val="197956"/>
                </a:solidFill>
              </a:rPr>
              <a:t>“Introducción: Amazon CodeWhisperer” en </a:t>
            </a:r>
            <a:r>
              <a:rPr lang="es-419" sz="1200" u="sng">
                <a:solidFill>
                  <a:srgbClr val="197956"/>
                </a:solidFill>
              </a:rPr>
              <a:t>https://aws.amazon.com/codewhisperer/resources/</a:t>
            </a:r>
            <a:endParaRPr sz="1200"/>
          </a:p>
          <a:p>
            <a:pPr indent="-158750" lvl="0" marL="152400" rtl="0" algn="l">
              <a:spcBef>
                <a:spcPts val="0"/>
              </a:spcBef>
              <a:spcAft>
                <a:spcPts val="0"/>
              </a:spcAft>
              <a:buClr>
                <a:srgbClr val="197956"/>
              </a:buClr>
              <a:buSzPts val="1100"/>
              <a:buFont typeface="Arial"/>
              <a:buChar char="•"/>
            </a:pPr>
            <a:r>
              <a:rPr lang="es-419" sz="1200">
                <a:solidFill>
                  <a:srgbClr val="197956"/>
                </a:solidFill>
              </a:rPr>
              <a:t>“Amazon CodeWhisper – Getting Started at AWS Skill Builder” (Amazon CodeWhisper: Introducción a AWS Skill Builder) en </a:t>
            </a:r>
            <a:r>
              <a:rPr lang="es-419" sz="1200" u="sng">
                <a:solidFill>
                  <a:srgbClr val="197956"/>
                </a:solidFill>
              </a:rPr>
              <a:t>https://explore.skillbuilder.aws/learn/course/external/view/elearning/16405/amazon-codewhisperer-getting-started</a:t>
            </a:r>
            <a:endParaRPr sz="1200"/>
          </a:p>
          <a:p>
            <a:pPr indent="-158750" lvl="0" marL="152400" rtl="0" algn="l">
              <a:spcBef>
                <a:spcPts val="0"/>
              </a:spcBef>
              <a:spcAft>
                <a:spcPts val="0"/>
              </a:spcAft>
              <a:buClr>
                <a:srgbClr val="197956"/>
              </a:buClr>
              <a:buSzPts val="1100"/>
              <a:buFont typeface="Arial"/>
              <a:buChar char="•"/>
            </a:pPr>
            <a:r>
              <a:rPr lang="es-419" sz="1200">
                <a:solidFill>
                  <a:srgbClr val="197956"/>
                </a:solidFill>
              </a:rPr>
              <a:t>“Learn how to build an event-driven serverless app” (Aprenda a crear una aplicación sin servidor controlada por eventos) en </a:t>
            </a:r>
            <a:r>
              <a:rPr lang="es-419" sz="1200" u="sng">
                <a:solidFill>
                  <a:srgbClr val="197956"/>
                </a:solidFill>
              </a:rPr>
              <a:t>https://catalog.us-east-1.prod.workshops.aws/workshops/a33a5d69-1417-4d5f-acc9-ae5c7fba665b/en-US/</a:t>
            </a:r>
            <a:endParaRPr sz="1200"/>
          </a:p>
          <a:p>
            <a:pPr indent="0" lvl="0" marL="0" rtl="0" algn="l">
              <a:spcBef>
                <a:spcPts val="0"/>
              </a:spcBef>
              <a:spcAft>
                <a:spcPts val="0"/>
              </a:spcAft>
              <a:buClr>
                <a:schemeClr val="dk1"/>
              </a:buClr>
              <a:buSzPts val="1100"/>
              <a:buFont typeface="Arial"/>
              <a:buNone/>
            </a:pPr>
            <a:r>
              <a:t/>
            </a:r>
            <a:endParaRPr sz="1200">
              <a:solidFill>
                <a:srgbClr val="197956"/>
              </a:solidFill>
            </a:endParaRPr>
          </a:p>
          <a:p>
            <a:pPr indent="0" lvl="0" marL="0" rtl="0" algn="l">
              <a:spcBef>
                <a:spcPts val="0"/>
              </a:spcBef>
              <a:spcAft>
                <a:spcPts val="0"/>
              </a:spcAft>
              <a:buNone/>
            </a:pPr>
            <a:r>
              <a:t/>
            </a:r>
            <a:endParaRPr b="0"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2d63211ce26_2_741: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 name="Google Shape;812;g2d63211ce26_2_741: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La sección “Novedades de AWS” presenta tecnologías nuevas y emergentes en AWS.</a:t>
            </a:r>
            <a:endParaRPr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d63211ce26_2_747:notes"/>
          <p:cNvSpPr/>
          <p:nvPr>
            <p:ph idx="2" type="sldImg"/>
          </p:nvPr>
        </p:nvSpPr>
        <p:spPr>
          <a:xfrm>
            <a:off x="605118" y="1039091"/>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g2d63211ce26_2_747:notes"/>
          <p:cNvSpPr txBox="1"/>
          <p:nvPr>
            <p:ph idx="1" type="body"/>
          </p:nvPr>
        </p:nvSpPr>
        <p:spPr>
          <a:xfrm>
            <a:off x="645459" y="3998423"/>
            <a:ext cx="4840941" cy="2805545"/>
          </a:xfrm>
          <a:prstGeom prst="rect">
            <a:avLst/>
          </a:prstGeom>
          <a:noFill/>
          <a:ln>
            <a:noFill/>
          </a:ln>
        </p:spPr>
        <p:txBody>
          <a:bodyPr anchorCtr="0" anchor="t" bIns="40725" lIns="81475" spcFirstLastPara="1" rIns="81475" wrap="square" tIns="40725">
            <a:noAutofit/>
          </a:bodyPr>
          <a:lstStyle/>
          <a:p>
            <a:pPr indent="0" lvl="0" marL="0" marR="0" rtl="0" algn="l">
              <a:spcBef>
                <a:spcPts val="0"/>
              </a:spcBef>
              <a:spcAft>
                <a:spcPts val="0"/>
              </a:spcAft>
              <a:buClr>
                <a:schemeClr val="dk1"/>
              </a:buClr>
              <a:buSzPts val="1100"/>
              <a:buFont typeface="Calibri"/>
              <a:buNone/>
            </a:pPr>
            <a:r>
              <a:rPr lang="es-419" sz="1200"/>
              <a:t>Amazon CodeWhisperer analiza sus comentarios y código a medida que los escribe en su entorno de desarrollo integrado (IDE). Va más allá de la finalización del código, ya que utiliza el procesamiento de lenguaje natural para comprender los comentarios de su código. Al comprender los comentarios en inglés, CodeWhisperer genera funciones completas y bloques de código que se alinean con sus descripciones. CodeWhisperer también analiza el código circundante, mientras se asegura que el código generado coincida con su estilo y convenciones de nomenclatura y se integre perfectamente en el contexto existente.</a:t>
            </a:r>
            <a:endParaRPr sz="1200"/>
          </a:p>
          <a:p>
            <a:pPr indent="0" lvl="0" marL="0" marR="0" rtl="0" algn="l">
              <a:spcBef>
                <a:spcPts val="0"/>
              </a:spcBef>
              <a:spcAft>
                <a:spcPts val="0"/>
              </a:spcAft>
              <a:buClr>
                <a:schemeClr val="dk1"/>
              </a:buClr>
              <a:buSzPts val="1100"/>
              <a:buFont typeface="Calibri"/>
              <a:buNone/>
            </a:pPr>
            <a:r>
              <a:t/>
            </a:r>
            <a:endParaRPr sz="1200"/>
          </a:p>
          <a:p>
            <a:pPr indent="0" lvl="0" marL="0" marR="0" rtl="0" algn="l">
              <a:spcBef>
                <a:spcPts val="0"/>
              </a:spcBef>
              <a:spcAft>
                <a:spcPts val="0"/>
              </a:spcAft>
              <a:buClr>
                <a:schemeClr val="dk1"/>
              </a:buClr>
              <a:buSzPts val="1100"/>
              <a:buFont typeface="Calibri"/>
              <a:buNone/>
            </a:pPr>
            <a:r>
              <a:rPr lang="es-419" sz="1200"/>
              <a:t>Cuando busca vulnerabilidades de seguridad, CodeWhisperer evalúa su código en función de varios conjuntos de estándares y prácticas recomendadas. Esto incluye lo siguiente:</a:t>
            </a:r>
            <a:endParaRPr sz="1200"/>
          </a:p>
          <a:p>
            <a:pPr indent="-158750" lvl="0" marL="152400" rtl="0" algn="l">
              <a:spcBef>
                <a:spcPts val="0"/>
              </a:spcBef>
              <a:spcAft>
                <a:spcPts val="0"/>
              </a:spcAft>
              <a:buClr>
                <a:schemeClr val="dk1"/>
              </a:buClr>
              <a:buSzPts val="1100"/>
              <a:buFont typeface="Arial"/>
              <a:buChar char="•"/>
            </a:pPr>
            <a:r>
              <a:rPr b="0" i="0" lang="es-419" sz="1200"/>
              <a:t>Estándares abiertos de Open Worldwide Application Security Project (OWASP)</a:t>
            </a:r>
            <a:endParaRPr sz="1200"/>
          </a:p>
          <a:p>
            <a:pPr indent="-158750" lvl="0" marL="152400" rtl="0" algn="l">
              <a:spcBef>
                <a:spcPts val="0"/>
              </a:spcBef>
              <a:spcAft>
                <a:spcPts val="0"/>
              </a:spcAft>
              <a:buClr>
                <a:schemeClr val="dk1"/>
              </a:buClr>
              <a:buSzPts val="1100"/>
              <a:buFont typeface="Arial"/>
              <a:buChar char="•"/>
            </a:pPr>
            <a:r>
              <a:rPr b="0" i="0" lang="es-419" sz="1200"/>
              <a:t>Prácticas recomendadas de la biblioteca criptográfica</a:t>
            </a:r>
            <a:endParaRPr sz="1200"/>
          </a:p>
          <a:p>
            <a:pPr indent="-158750" lvl="0" marL="152400" rtl="0" algn="l">
              <a:spcBef>
                <a:spcPts val="0"/>
              </a:spcBef>
              <a:spcAft>
                <a:spcPts val="0"/>
              </a:spcAft>
              <a:buClr>
                <a:schemeClr val="dk1"/>
              </a:buClr>
              <a:buSzPts val="1100"/>
              <a:buFont typeface="Arial"/>
              <a:buChar char="•"/>
            </a:pPr>
            <a:r>
              <a:rPr b="0" i="0" lang="es-419" sz="1200"/>
              <a:t>Estándares de seguridad de AWS</a:t>
            </a:r>
            <a:endParaRPr sz="1200"/>
          </a:p>
          <a:p>
            <a:pPr indent="0" lvl="0" marL="0" marR="0" rtl="0" algn="l">
              <a:spcBef>
                <a:spcPts val="0"/>
              </a:spcBef>
              <a:spcAft>
                <a:spcPts val="0"/>
              </a:spcAft>
              <a:buClr>
                <a:schemeClr val="dk1"/>
              </a:buClr>
              <a:buSzPts val="1100"/>
              <a:buFont typeface="Calibri"/>
              <a:buNone/>
            </a:pPr>
            <a:r>
              <a:t/>
            </a:r>
            <a:endParaRPr sz="1200"/>
          </a:p>
          <a:p>
            <a:pPr indent="0" lvl="0" marL="0" marR="0" rtl="0" algn="l">
              <a:spcBef>
                <a:spcPts val="0"/>
              </a:spcBef>
              <a:spcAft>
                <a:spcPts val="0"/>
              </a:spcAft>
              <a:buClr>
                <a:schemeClr val="dk1"/>
              </a:buClr>
              <a:buSzPts val="1100"/>
              <a:buFont typeface="Calibri"/>
              <a:buNone/>
            </a:pPr>
            <a:r>
              <a:rPr lang="es-419" sz="1200"/>
              <a:t>La característica de análisis de seguridad se actualiza de forma continua con el fin de ayudar a mantener las aplicaciones libres de nuevas vulnerabilidades de seguridad.</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rPr b="1" lang="es-419" sz="1200"/>
              <a:t>Compatibilidad</a:t>
            </a:r>
            <a:r>
              <a:rPr b="0" lang="es-419" sz="1200"/>
              <a:t>: </a:t>
            </a:r>
            <a:r>
              <a:rPr lang="es-419" sz="1200"/>
              <a:t>CodeWhisperer se integra a herramientas populares como Visual Studio Code, JetBrains IDE (IntelliJ IDEA, PyCharm, etc.), Amazon SageMaker Studio, JupyterLab, AWS Cloud9 y la consola de AWS Lambda.</a:t>
            </a:r>
            <a:endParaRPr sz="1200"/>
          </a:p>
          <a:p>
            <a:pPr indent="0" lvl="0" marL="0" marR="0" rtl="0" algn="l">
              <a:spcBef>
                <a:spcPts val="0"/>
              </a:spcBef>
              <a:spcAft>
                <a:spcPts val="0"/>
              </a:spcAft>
              <a:buNone/>
            </a:pPr>
            <a:r>
              <a:rPr b="1" lang="es-419" sz="1200"/>
              <a:t>Soporte</a:t>
            </a:r>
            <a:r>
              <a:rPr b="0" lang="es-419" sz="1200"/>
              <a:t>: CodeWhisperer </a:t>
            </a:r>
            <a:r>
              <a:rPr lang="es-419" sz="1200"/>
              <a:t>es compatible con una amplia gama de lenguajes de programación y entornos de desarrollo, como Python, Java, JavaScript, TypeScript, C#, Go, Rust, PHP, Ruby, Kotlin, C, C++, Shell scripting, lenguaje de consulta estructurada (SQL) y Scala.</a:t>
            </a:r>
            <a:endParaRPr sz="1200"/>
          </a:p>
          <a:p>
            <a:pPr indent="0" lvl="0" marL="0" marR="0" rtl="0" algn="l">
              <a:lnSpc>
                <a:spcPct val="100000"/>
              </a:lnSpc>
              <a:spcBef>
                <a:spcPts val="0"/>
              </a:spcBef>
              <a:spcAft>
                <a:spcPts val="0"/>
              </a:spcAft>
              <a:buClr>
                <a:schemeClr val="dk1"/>
              </a:buClr>
              <a:buSzPts val="1100"/>
              <a:buFont typeface="Calibri"/>
              <a:buNone/>
            </a:pPr>
            <a:r>
              <a:rPr b="1" lang="es-419" sz="1200"/>
              <a:t>Instalación</a:t>
            </a:r>
            <a:r>
              <a:rPr b="0" lang="es-419" sz="1200"/>
              <a:t>: </a:t>
            </a:r>
            <a:r>
              <a:rPr lang="es-419" sz="1200"/>
              <a:t>para acceder a CodeWhisperer, debe descargar e instalar la extensión o el complemento IDE de AWS Toolkit. También puede activar CodeWhisperer directamente desde los editores de código de la consola de AWS Lambda y AWS Cloud9.</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419" sz="1200"/>
              <a:t>Las instrucciones de instalación varían en función del entorno. Para obtener más información, consulte “Getting started” (Introducción) en la </a:t>
            </a:r>
            <a:r>
              <a:rPr i="1" lang="es-419" sz="1200"/>
              <a:t>Guía del usuario de CodeWhisperer</a:t>
            </a:r>
            <a:r>
              <a:rPr i="0" lang="es-419" sz="1200"/>
              <a:t> en</a:t>
            </a:r>
            <a:r>
              <a:rPr i="1" lang="es-419" sz="1200"/>
              <a:t> </a:t>
            </a:r>
            <a:r>
              <a:rPr lang="es-419" sz="1200" u="sng">
                <a:solidFill>
                  <a:schemeClr val="hlink"/>
                </a:solidFill>
                <a:hlinkClick r:id="rId2"/>
              </a:rPr>
              <a:t>https://docs.aws.amazon.com/codewhisperer/latest/userguide/getting-started.html</a:t>
            </a:r>
            <a:r>
              <a:rPr lang="es-419" sz="1200"/>
              <a:t>.</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d63211ce26_2_759:notes"/>
          <p:cNvSpPr/>
          <p:nvPr>
            <p:ph idx="2" type="sldImg"/>
          </p:nvPr>
        </p:nvSpPr>
        <p:spPr>
          <a:xfrm>
            <a:off x="605118" y="1039091"/>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g2d63211ce26_2_759:notes"/>
          <p:cNvSpPr txBox="1"/>
          <p:nvPr>
            <p:ph idx="1" type="body"/>
          </p:nvPr>
        </p:nvSpPr>
        <p:spPr>
          <a:xfrm>
            <a:off x="605118" y="3998422"/>
            <a:ext cx="4840941" cy="3298305"/>
          </a:xfrm>
          <a:prstGeom prst="rect">
            <a:avLst/>
          </a:prstGeom>
          <a:noFill/>
          <a:ln>
            <a:noFill/>
          </a:ln>
        </p:spPr>
        <p:txBody>
          <a:bodyPr anchorCtr="0" anchor="t" bIns="40725" lIns="81475" spcFirstLastPara="1" rIns="81475" wrap="square" tIns="40725">
            <a:noAutofit/>
          </a:bodyPr>
          <a:lstStyle/>
          <a:p>
            <a:pPr indent="0" lvl="0" marL="0" marR="0" rtl="0" algn="l">
              <a:spcBef>
                <a:spcPts val="0"/>
              </a:spcBef>
              <a:spcAft>
                <a:spcPts val="0"/>
              </a:spcAft>
              <a:buNone/>
            </a:pPr>
            <a:r>
              <a:rPr lang="es-419" sz="1200"/>
              <a:t>La característica de generación de código de CodeWhisperer ofrece sugerencias de código en tiempo real en su entorno de desarrollo. Ofrece de forma automática sugerencias de finalización y generación de código. Utiliza el procesamiento del lenguaje natural de los comentarios en inglés de su código y una comprensión del código circundante para sugerir líneas enteras de código, funciones completas y bloques lógicos de código. El código generado se ajusta a su estilo de codificación y convenciones de nomenclatura. CodeWhisperer da prioridad a la codificación segura y a las prácticas de inteligencia artificial responsable (IA responsable). Está optimizado para las API de Amazon y entrenado extensamente en Amazon y código abierto. Tiene la opción de aceptar la primera sugerencia, explorar más sugerencias o continuar escribiendo su propio código. Es importante que revise cada sugerencia de código antes de aceptarla, ya que es posible que tenga que realizar modificaciones para asegurarse de que la sugerencia se ajusta a su funcionalidad prevista.</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rPr b="1" lang="es-419" sz="1200"/>
              <a:t>Acciones del usuario</a:t>
            </a:r>
            <a:endParaRPr sz="1200"/>
          </a:p>
          <a:p>
            <a:pPr indent="-260350" lvl="0" marL="254000" marR="0" rtl="0" algn="l">
              <a:spcBef>
                <a:spcPts val="0"/>
              </a:spcBef>
              <a:spcAft>
                <a:spcPts val="0"/>
              </a:spcAft>
              <a:buClr>
                <a:schemeClr val="dk1"/>
              </a:buClr>
              <a:buSzPts val="1100"/>
              <a:buFont typeface="Arial"/>
              <a:buChar char="•"/>
            </a:pPr>
            <a:r>
              <a:rPr lang="es-419" sz="1200"/>
              <a:t>Sugerencia anterior y siguiente: utilice la flecha izquierda y la derecha.</a:t>
            </a:r>
            <a:endParaRPr sz="1200"/>
          </a:p>
          <a:p>
            <a:pPr indent="-260350" lvl="0" marL="254000" marR="0" rtl="0" algn="l">
              <a:spcBef>
                <a:spcPts val="0"/>
              </a:spcBef>
              <a:spcAft>
                <a:spcPts val="0"/>
              </a:spcAft>
              <a:buClr>
                <a:schemeClr val="dk1"/>
              </a:buClr>
              <a:buSzPts val="1100"/>
              <a:buFont typeface="Arial"/>
              <a:buChar char="•"/>
            </a:pPr>
            <a:r>
              <a:rPr lang="es-419" sz="1200"/>
              <a:t>Aceptar una sugerencia: presione </a:t>
            </a:r>
            <a:r>
              <a:rPr b="0" lang="es-419" sz="1200"/>
              <a:t>Tab</a:t>
            </a:r>
            <a:r>
              <a:rPr lang="es-419" sz="1200"/>
              <a:t>.</a:t>
            </a:r>
            <a:endParaRPr sz="1200"/>
          </a:p>
          <a:p>
            <a:pPr indent="-260350" lvl="0" marL="254000" marR="0" rtl="0" algn="l">
              <a:spcBef>
                <a:spcPts val="0"/>
              </a:spcBef>
              <a:spcAft>
                <a:spcPts val="0"/>
              </a:spcAft>
              <a:buClr>
                <a:schemeClr val="dk1"/>
              </a:buClr>
              <a:buSzPts val="1100"/>
              <a:buFont typeface="Arial"/>
              <a:buChar char="•"/>
            </a:pPr>
            <a:r>
              <a:rPr lang="es-419" sz="1200"/>
              <a:t>Rechazar una sugerencia: presione </a:t>
            </a:r>
            <a:r>
              <a:rPr b="0" lang="es-419" sz="1200"/>
              <a:t>Esc</a:t>
            </a:r>
            <a:r>
              <a:rPr lang="es-419" sz="1200"/>
              <a:t>.</a:t>
            </a:r>
            <a:endParaRPr sz="1200"/>
          </a:p>
          <a:p>
            <a:pPr indent="-260350" lvl="0" marL="254000" marR="0" rtl="0" algn="l">
              <a:spcBef>
                <a:spcPts val="0"/>
              </a:spcBef>
              <a:spcAft>
                <a:spcPts val="0"/>
              </a:spcAft>
              <a:buClr>
                <a:schemeClr val="dk1"/>
              </a:buClr>
              <a:buSzPts val="1100"/>
              <a:buFont typeface="Arial"/>
              <a:buChar char="•"/>
            </a:pPr>
            <a:r>
              <a:rPr lang="es-419" sz="1200"/>
              <a:t>Activar de forma manual la generación de código cuando se escribe un comentario: en MacOS, pulse Opción+C, y en Windows, pulse Alt+C.</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b="1" lang="es-419" sz="1200"/>
              <a:t>Registro de referencias de código abierto</a:t>
            </a:r>
            <a:endParaRPr sz="1200"/>
          </a:p>
          <a:p>
            <a:pPr indent="0" lvl="0" marL="0" rtl="0" algn="l">
              <a:spcBef>
                <a:spcPts val="0"/>
              </a:spcBef>
              <a:spcAft>
                <a:spcPts val="0"/>
              </a:spcAft>
              <a:buNone/>
            </a:pPr>
            <a:r>
              <a:rPr b="0" i="0" lang="es-419" sz="1200">
                <a:solidFill>
                  <a:srgbClr val="16191F"/>
                </a:solidFill>
              </a:rPr>
              <a:t>CodeWhisperer aprende de proyectos de código abierto y el código que sugiere puede parecerse ocasionalmente a muestras de código de los datos de entrenamiento. Con el registro de referencias, puede ver referencias a sugerencias de código que son similares a los datos de entrenamiento. Cuando esto ocurre, CodeWhisperer se lo notifica y le proporciona información sobre repositorios y licencias. Use esta información para decidir si desea utilizar el código en su proyecto y atribuir de forma adecuada el código fuente como desee.</a:t>
            </a:r>
            <a:endParaRPr sz="1200"/>
          </a:p>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d63211ce26_2_773:notes"/>
          <p:cNvSpPr/>
          <p:nvPr>
            <p:ph idx="2" type="sldImg"/>
          </p:nvPr>
        </p:nvSpPr>
        <p:spPr>
          <a:xfrm>
            <a:off x="605118" y="1039091"/>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g2d63211ce26_2_773:notes"/>
          <p:cNvSpPr txBox="1"/>
          <p:nvPr>
            <p:ph idx="1" type="body"/>
          </p:nvPr>
        </p:nvSpPr>
        <p:spPr>
          <a:xfrm>
            <a:off x="605118" y="3998422"/>
            <a:ext cx="4840941" cy="3463002"/>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La característica de escaneo de seguridad de CodeWhisperer detecta vulnerabilidades de seguridad tanto en el código generado por CodeWhisperer como en el código escrito por los desarrolladores. Analiza el código para identificar posibles vulnerabilidades y ofrece sugerencias para remediarlas. Esto incluye la búsqueda de vulnerabilidades difíciles de encontrar que podrían pasarse por alto. El escaneo de seguridad es compatible con IDE populares como VS Code y JetBrains. Es compatible con Python, Java y JavaScript.</a:t>
            </a:r>
            <a:endParaRPr sz="1200"/>
          </a:p>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d63211ce26_2_787:notes"/>
          <p:cNvSpPr/>
          <p:nvPr>
            <p:ph idx="2" type="sldImg"/>
          </p:nvPr>
        </p:nvSpPr>
        <p:spPr>
          <a:xfrm>
            <a:off x="605118" y="1039091"/>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3" name="Google Shape;863;g2d63211ce26_2_787:notes"/>
          <p:cNvSpPr txBox="1"/>
          <p:nvPr>
            <p:ph idx="1" type="body"/>
          </p:nvPr>
        </p:nvSpPr>
        <p:spPr>
          <a:xfrm>
            <a:off x="605118" y="3998422"/>
            <a:ext cx="4840941" cy="2640215"/>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La generación de código automatizada automatiza las tareas repetitivas y le ahorra tiempo. Elimina la necesidad de invertir demasiadas horas en explorar y aprender nuevas tecnologías. En su lugar, puede confiar en sugerencias de código de alta calidad que se adapten a su estilo de codificación. Este enfoque mejora su productividad para que pueda concentrarse en tareas críticas, lo que fomenta la innovación y el progreso en el desarrollo de software. Con la generación de código automatizada, puede optimizar sus flujos de trabajo y ahorrar bastante tiempo a la vez que garantiza la entrega de código que cumpla con sus estándares.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419" sz="1200"/>
              <a:t>La generación de código de CodeWhisperer ofrece muchos beneficios a las organizaciones de desarrollo de software. Acelera el desarrollo de aplicaciones para una entrega más rápida de soluciones de software. Al automatizar las tareas repetitivas, optimiza el uso del tiempo del desarrollador, para que pueda concentrarse en aspectos más críticos del proyecto. Además, la generación de código ayuda a mitigar las vulnerabilidades de seguridad, ya que protege la integridad de la base de código.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419" sz="1200"/>
              <a:t>CodeWhisperer también protege la propiedad intelectual de código abierto con el suministro del rastreador de referencia de código abierto. CodeWhisperer mejora la calidad y la fiabilidad del código, lo que genera aplicaciones robustas y eficientes. Admite una respuesta eficiente a las amenazas de software en evolución, manteniendo el código base actualizado con las prácticas de seguridad más recientes. CodeWhisperer tiene el potencial de aumentar la velocidad de desarrollo, la seguridad y la calidad del software.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b="1" lang="es-419" sz="1200"/>
              <a:t>Recursos:</a:t>
            </a:r>
            <a:endParaRPr sz="1200"/>
          </a:p>
          <a:p>
            <a:pPr indent="-158750" lvl="0" marL="152400" rtl="0" algn="l">
              <a:spcBef>
                <a:spcPts val="0"/>
              </a:spcBef>
              <a:spcAft>
                <a:spcPts val="0"/>
              </a:spcAft>
              <a:buClr>
                <a:schemeClr val="dk1"/>
              </a:buClr>
              <a:buSzPts val="1100"/>
              <a:buFont typeface="Arial"/>
              <a:buChar char="•"/>
            </a:pPr>
            <a:r>
              <a:rPr b="0" lang="es-419" sz="1200"/>
              <a:t>Visite “Introducción” en</a:t>
            </a:r>
            <a:r>
              <a:rPr b="1" lang="es-419" sz="1200"/>
              <a:t> </a:t>
            </a:r>
            <a:r>
              <a:rPr lang="es-419" sz="1200" u="sng">
                <a:solidFill>
                  <a:schemeClr val="hlink"/>
                </a:solidFill>
                <a:hlinkClick r:id="rId2"/>
              </a:rPr>
              <a:t>https://aws.amazon.com/codewhisperer/resources/</a:t>
            </a:r>
            <a:r>
              <a:rPr b="0" lang="es-419" sz="1200"/>
              <a:t>.</a:t>
            </a:r>
            <a:r>
              <a:rPr lang="es-419" sz="1200"/>
              <a:t> </a:t>
            </a:r>
            <a:endParaRPr sz="1200"/>
          </a:p>
          <a:p>
            <a:pPr indent="-158750" lvl="0" marL="152400" marR="0" rtl="0" algn="l">
              <a:lnSpc>
                <a:spcPct val="100000"/>
              </a:lnSpc>
              <a:spcBef>
                <a:spcPts val="0"/>
              </a:spcBef>
              <a:spcAft>
                <a:spcPts val="0"/>
              </a:spcAft>
              <a:buClr>
                <a:schemeClr val="dk1"/>
              </a:buClr>
              <a:buSzPts val="1100"/>
              <a:buFont typeface="Arial"/>
              <a:buChar char="•"/>
            </a:pPr>
            <a:r>
              <a:rPr b="0" lang="es-419" sz="1200"/>
              <a:t>Profundice con el curso “Amazon CodeWhisperer: introducción” de AWS Skill Builder en </a:t>
            </a:r>
            <a:r>
              <a:rPr lang="es-419" sz="1200" u="sng">
                <a:solidFill>
                  <a:schemeClr val="hlink"/>
                </a:solidFill>
                <a:hlinkClick r:id="rId3"/>
              </a:rPr>
              <a:t>https://explore.skillbuilder.aws/learn/course/external/view/elearning/16405/amazon-codewhisperer-getting-started</a:t>
            </a:r>
            <a:r>
              <a:rPr b="0" lang="es-419" sz="1200"/>
              <a:t>.</a:t>
            </a:r>
            <a:endParaRPr sz="1200"/>
          </a:p>
          <a:p>
            <a:pPr indent="-158750" lvl="0" marL="152400" rtl="0" algn="l">
              <a:spcBef>
                <a:spcPts val="0"/>
              </a:spcBef>
              <a:spcAft>
                <a:spcPts val="0"/>
              </a:spcAft>
              <a:buClr>
                <a:schemeClr val="dk1"/>
              </a:buClr>
              <a:buSzPts val="1100"/>
              <a:buFont typeface="Arial"/>
              <a:buChar char="•"/>
            </a:pPr>
            <a:r>
              <a:rPr b="0" lang="es-419" sz="1200"/>
              <a:t>Aprenda a crear una aplicación sin servidor controlada por eventos en</a:t>
            </a:r>
            <a:r>
              <a:rPr b="1" lang="es-419" sz="1200"/>
              <a:t> </a:t>
            </a:r>
            <a:r>
              <a:rPr lang="es-419" sz="1200" u="sng">
                <a:solidFill>
                  <a:schemeClr val="hlink"/>
                </a:solidFill>
                <a:hlinkClick r:id="rId4"/>
              </a:rPr>
              <a:t>https://catalog.us-east-1.prod.workshops.aws/workshops/a33a5d69-1417-4d5f-acc9-ae5c7fba665b/en-US/</a:t>
            </a:r>
            <a:r>
              <a:rPr b="0" lang="es-419" sz="1200"/>
              <a:t>.</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d63211ce26_2_799: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g2d63211ce26_2_799:notes"/>
          <p:cNvSpPr txBox="1"/>
          <p:nvPr>
            <p:ph idx="1" type="body"/>
          </p:nvPr>
        </p:nvSpPr>
        <p:spPr>
          <a:xfrm>
            <a:off x="1008529" y="3463636"/>
            <a:ext cx="4840941" cy="4906818"/>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Gracias por completar este módulo.</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jpg"/><Relationship Id="rId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1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b="0" i="0" sz="900" u="none" cap="none" strike="noStrike">
                <a:solidFill>
                  <a:schemeClr val="lt1"/>
                </a:solidFill>
                <a:latin typeface="Play"/>
                <a:ea typeface="Play"/>
                <a:cs typeface="Play"/>
                <a:sym typeface="Play"/>
              </a:defRPr>
            </a:lvl1pPr>
            <a:lvl2pPr indent="0" lvl="1" marL="0" marR="0" algn="r">
              <a:spcBef>
                <a:spcPts val="0"/>
              </a:spcBef>
              <a:buNone/>
              <a:defRPr b="0" i="0" sz="900" u="none" cap="none" strike="noStrike">
                <a:solidFill>
                  <a:schemeClr val="lt1"/>
                </a:solidFill>
                <a:latin typeface="Play"/>
                <a:ea typeface="Play"/>
                <a:cs typeface="Play"/>
                <a:sym typeface="Play"/>
              </a:defRPr>
            </a:lvl2pPr>
            <a:lvl3pPr indent="0" lvl="2" marL="0" marR="0" algn="r">
              <a:spcBef>
                <a:spcPts val="0"/>
              </a:spcBef>
              <a:buNone/>
              <a:defRPr b="0" i="0" sz="900" u="none" cap="none" strike="noStrike">
                <a:solidFill>
                  <a:schemeClr val="lt1"/>
                </a:solidFill>
                <a:latin typeface="Play"/>
                <a:ea typeface="Play"/>
                <a:cs typeface="Play"/>
                <a:sym typeface="Play"/>
              </a:defRPr>
            </a:lvl3pPr>
            <a:lvl4pPr indent="0" lvl="3" marL="0" marR="0" algn="r">
              <a:spcBef>
                <a:spcPts val="0"/>
              </a:spcBef>
              <a:buNone/>
              <a:defRPr b="0" i="0" sz="900" u="none" cap="none" strike="noStrike">
                <a:solidFill>
                  <a:schemeClr val="lt1"/>
                </a:solidFill>
                <a:latin typeface="Play"/>
                <a:ea typeface="Play"/>
                <a:cs typeface="Play"/>
                <a:sym typeface="Play"/>
              </a:defRPr>
            </a:lvl4pPr>
            <a:lvl5pPr indent="0" lvl="4" marL="0" marR="0" algn="r">
              <a:spcBef>
                <a:spcPts val="0"/>
              </a:spcBef>
              <a:buNone/>
              <a:defRPr b="0" i="0" sz="900" u="none" cap="none" strike="noStrike">
                <a:solidFill>
                  <a:schemeClr val="lt1"/>
                </a:solidFill>
                <a:latin typeface="Play"/>
                <a:ea typeface="Play"/>
                <a:cs typeface="Play"/>
                <a:sym typeface="Play"/>
              </a:defRPr>
            </a:lvl5pPr>
            <a:lvl6pPr indent="0" lvl="5" marL="0" marR="0" algn="r">
              <a:spcBef>
                <a:spcPts val="0"/>
              </a:spcBef>
              <a:buNone/>
              <a:defRPr b="0" i="0" sz="900" u="none" cap="none" strike="noStrike">
                <a:solidFill>
                  <a:schemeClr val="lt1"/>
                </a:solidFill>
                <a:latin typeface="Play"/>
                <a:ea typeface="Play"/>
                <a:cs typeface="Play"/>
                <a:sym typeface="Play"/>
              </a:defRPr>
            </a:lvl6pPr>
            <a:lvl7pPr indent="0" lvl="6" marL="0" marR="0" algn="r">
              <a:spcBef>
                <a:spcPts val="0"/>
              </a:spcBef>
              <a:buNone/>
              <a:defRPr b="0" i="0" sz="900" u="none" cap="none" strike="noStrike">
                <a:solidFill>
                  <a:schemeClr val="lt1"/>
                </a:solidFill>
                <a:latin typeface="Play"/>
                <a:ea typeface="Play"/>
                <a:cs typeface="Play"/>
                <a:sym typeface="Play"/>
              </a:defRPr>
            </a:lvl7pPr>
            <a:lvl8pPr indent="0" lvl="7" marL="0" marR="0" algn="r">
              <a:spcBef>
                <a:spcPts val="0"/>
              </a:spcBef>
              <a:buNone/>
              <a:defRPr b="0" i="0" sz="900" u="none" cap="none" strike="noStrike">
                <a:solidFill>
                  <a:schemeClr val="lt1"/>
                </a:solidFill>
                <a:latin typeface="Play"/>
                <a:ea typeface="Play"/>
                <a:cs typeface="Play"/>
                <a:sym typeface="Play"/>
              </a:defRPr>
            </a:lvl8pPr>
            <a:lvl9pPr indent="0" lvl="8" marL="0" marR="0" algn="r">
              <a:spcBef>
                <a:spcPts val="0"/>
              </a:spcBef>
              <a:buNone/>
              <a:defRPr b="0" i="0" sz="900" u="none" cap="none" strike="noStrike">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7" name="Google Shape;57;p14"/>
          <p:cNvSpPr txBox="1"/>
          <p:nvPr>
            <p:ph type="title"/>
          </p:nvPr>
        </p:nvSpPr>
        <p:spPr>
          <a:xfrm>
            <a:off x="342900" y="788670"/>
            <a:ext cx="8531352" cy="1255014"/>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body"/>
          </p:nvPr>
        </p:nvSpPr>
        <p:spPr>
          <a:xfrm>
            <a:off x="342900" y="2079690"/>
            <a:ext cx="4125191" cy="1316736"/>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1500"/>
              <a:buNone/>
              <a:defRPr sz="1500"/>
            </a:lvl2pPr>
            <a:lvl3pPr indent="-228600" lvl="2" marL="1371600" algn="ctr">
              <a:lnSpc>
                <a:spcPct val="90000"/>
              </a:lnSpc>
              <a:spcBef>
                <a:spcPts val="900"/>
              </a:spcBef>
              <a:spcAft>
                <a:spcPts val="0"/>
              </a:spcAft>
              <a:buClr>
                <a:srgbClr val="232F3E"/>
              </a:buClr>
              <a:buSzPts val="1400"/>
              <a:buNone/>
              <a:defRPr sz="1400"/>
            </a:lvl3pPr>
            <a:lvl4pPr indent="-228600" lvl="3" marL="1828800" algn="ctr">
              <a:lnSpc>
                <a:spcPct val="90000"/>
              </a:lnSpc>
              <a:spcBef>
                <a:spcPts val="900"/>
              </a:spcBef>
              <a:spcAft>
                <a:spcPts val="0"/>
              </a:spcAft>
              <a:buClr>
                <a:srgbClr val="232F3E"/>
              </a:buClr>
              <a:buSzPts val="1200"/>
              <a:buNone/>
              <a:defRPr sz="1200"/>
            </a:lvl4pPr>
            <a:lvl5pPr indent="-228600" lvl="4" marL="2286000" algn="ctr">
              <a:lnSpc>
                <a:spcPct val="90000"/>
              </a:lnSpc>
              <a:spcBef>
                <a:spcPts val="900"/>
              </a:spcBef>
              <a:spcAft>
                <a:spcPts val="0"/>
              </a:spcAft>
              <a:buClr>
                <a:srgbClr val="232F3E"/>
              </a:buClr>
              <a:buSzPts val="1200"/>
              <a:buNone/>
              <a:defRPr sz="1200"/>
            </a:lvl5pPr>
            <a:lvl6pPr indent="-228600" lvl="5" marL="2743200" algn="ctr">
              <a:lnSpc>
                <a:spcPct val="90000"/>
              </a:lnSpc>
              <a:spcBef>
                <a:spcPts val="900"/>
              </a:spcBef>
              <a:spcAft>
                <a:spcPts val="0"/>
              </a:spcAft>
              <a:buClr>
                <a:schemeClr val="dk1"/>
              </a:buClr>
              <a:buSzPts val="1200"/>
              <a:buNone/>
              <a:defRPr sz="1200"/>
            </a:lvl6pPr>
            <a:lvl7pPr indent="-228600" lvl="6" marL="3200400" algn="ctr">
              <a:lnSpc>
                <a:spcPct val="90000"/>
              </a:lnSpc>
              <a:spcBef>
                <a:spcPts val="400"/>
              </a:spcBef>
              <a:spcAft>
                <a:spcPts val="0"/>
              </a:spcAft>
              <a:buClr>
                <a:schemeClr val="dk1"/>
              </a:buClr>
              <a:buSzPts val="1200"/>
              <a:buNone/>
              <a:defRPr sz="1200"/>
            </a:lvl7pPr>
            <a:lvl8pPr indent="-228600" lvl="7" marL="3657600" algn="ctr">
              <a:lnSpc>
                <a:spcPct val="90000"/>
              </a:lnSpc>
              <a:spcBef>
                <a:spcPts val="400"/>
              </a:spcBef>
              <a:spcAft>
                <a:spcPts val="0"/>
              </a:spcAft>
              <a:buClr>
                <a:schemeClr val="dk1"/>
              </a:buClr>
              <a:buSzPts val="1200"/>
              <a:buNone/>
              <a:defRPr sz="1200"/>
            </a:lvl8pPr>
            <a:lvl9pPr indent="-228600" lvl="8" marL="4114800"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Variant" showMasterSp="0">
  <p:cSld name="Topic Introduction Variant">
    <p:bg>
      <p:bgPr>
        <a:blipFill>
          <a:blip r:embed="rId2">
            <a:alphaModFix/>
          </a:blip>
          <a:stretch>
            <a:fillRect/>
          </a:stretch>
        </a:blipFill>
      </p:bgPr>
    </p:bg>
    <p:spTree>
      <p:nvGrpSpPr>
        <p:cNvPr id="59" name="Shape 59"/>
        <p:cNvGrpSpPr/>
        <p:nvPr/>
      </p:nvGrpSpPr>
      <p:grpSpPr>
        <a:xfrm>
          <a:off x="0" y="0"/>
          <a:ext cx="0" cy="0"/>
          <a:chOff x="0" y="0"/>
          <a:chExt cx="0" cy="0"/>
        </a:xfrm>
      </p:grpSpPr>
      <p:sp>
        <p:nvSpPr>
          <p:cNvPr id="60" name="Google Shape;60;p1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1" name="Google Shape;61;p15"/>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0"/>
              </a:spcBef>
              <a:spcAft>
                <a:spcPts val="0"/>
              </a:spcAft>
              <a:buClr>
                <a:schemeClr val="lt1"/>
              </a:buClr>
              <a:buSzPts val="2700"/>
              <a:buFont typeface="Play"/>
              <a:buNone/>
              <a:defRPr sz="27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body"/>
          </p:nvPr>
        </p:nvSpPr>
        <p:spPr>
          <a:xfrm>
            <a:off x="3444476" y="219074"/>
            <a:ext cx="5429776" cy="4606988"/>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Variant" showMasterSp="0">
  <p:cSld name="Section Slide Variant">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1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5" name="Google Shape;65;p16"/>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6" name="Google Shape;66;p16"/>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lvl="1" algn="ctr">
              <a:lnSpc>
                <a:spcPct val="90000"/>
              </a:lnSpc>
              <a:spcBef>
                <a:spcPts val="0"/>
              </a:spcBef>
              <a:spcAft>
                <a:spcPts val="0"/>
              </a:spcAft>
              <a:buClr>
                <a:srgbClr val="232F3E"/>
              </a:buClr>
              <a:buSzPts val="1500"/>
              <a:buNone/>
              <a:defRPr sz="1500"/>
            </a:lvl2pPr>
            <a:lvl3pPr lvl="2" algn="ctr">
              <a:lnSpc>
                <a:spcPct val="90000"/>
              </a:lnSpc>
              <a:spcBef>
                <a:spcPts val="900"/>
              </a:spcBef>
              <a:spcAft>
                <a:spcPts val="0"/>
              </a:spcAft>
              <a:buClr>
                <a:srgbClr val="232F3E"/>
              </a:buClr>
              <a:buSzPts val="1400"/>
              <a:buNone/>
              <a:defRPr sz="1400"/>
            </a:lvl3pPr>
            <a:lvl4pPr lvl="3" algn="ctr">
              <a:lnSpc>
                <a:spcPct val="90000"/>
              </a:lnSpc>
              <a:spcBef>
                <a:spcPts val="900"/>
              </a:spcBef>
              <a:spcAft>
                <a:spcPts val="0"/>
              </a:spcAft>
              <a:buClr>
                <a:srgbClr val="232F3E"/>
              </a:buClr>
              <a:buSzPts val="1200"/>
              <a:buNone/>
              <a:defRPr sz="1200"/>
            </a:lvl4pPr>
            <a:lvl5pPr lvl="4" algn="ctr">
              <a:lnSpc>
                <a:spcPct val="90000"/>
              </a:lnSpc>
              <a:spcBef>
                <a:spcPts val="900"/>
              </a:spcBef>
              <a:spcAft>
                <a:spcPts val="0"/>
              </a:spcAft>
              <a:buClr>
                <a:srgbClr val="232F3E"/>
              </a:buClr>
              <a:buSzPts val="1200"/>
              <a:buNone/>
              <a:defRPr sz="1200"/>
            </a:lvl5pPr>
            <a:lvl6pPr lvl="5" algn="ctr">
              <a:lnSpc>
                <a:spcPct val="90000"/>
              </a:lnSpc>
              <a:spcBef>
                <a:spcPts val="9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Columns" type="tx">
  <p:cSld name="TITLE_AND_BODY">
    <p:bg>
      <p:bgPr>
        <a:solidFill>
          <a:schemeClr val="lt1"/>
        </a:solidFill>
      </p:bgPr>
    </p:bg>
    <p:spTree>
      <p:nvGrpSpPr>
        <p:cNvPr id="67" name="Shape 67"/>
        <p:cNvGrpSpPr/>
        <p:nvPr/>
      </p:nvGrpSpPr>
      <p:grpSpPr>
        <a:xfrm>
          <a:off x="0" y="0"/>
          <a:ext cx="0" cy="0"/>
          <a:chOff x="0" y="0"/>
          <a:chExt cx="0" cy="0"/>
        </a:xfrm>
      </p:grpSpPr>
      <p:sp>
        <p:nvSpPr>
          <p:cNvPr id="68" name="Google Shape;68;p1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9" name="Google Shape;69;p1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70" name="Google Shape;70;p17"/>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71" name="Google Shape;71;p17"/>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 name="Google Shape;72;p17"/>
          <p:cNvSpPr txBox="1"/>
          <p:nvPr>
            <p:ph idx="2" type="body"/>
          </p:nvPr>
        </p:nvSpPr>
        <p:spPr>
          <a:xfrm>
            <a:off x="4622292" y="822960"/>
            <a:ext cx="4251960" cy="3725318"/>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73" name="Shape 73"/>
        <p:cNvGrpSpPr/>
        <p:nvPr/>
      </p:nvGrpSpPr>
      <p:grpSpPr>
        <a:xfrm>
          <a:off x="0" y="0"/>
          <a:ext cx="0" cy="0"/>
          <a:chOff x="0" y="0"/>
          <a:chExt cx="0" cy="0"/>
        </a:xfrm>
      </p:grpSpPr>
      <p:sp>
        <p:nvSpPr>
          <p:cNvPr id="74" name="Google Shape;74;p1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75" name="Google Shape;75;p1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76" name="Google Shape;76;p18"/>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77" name="Google Shape;77;p18"/>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a:solidFill>
                  <a:srgbClr val="232F3E"/>
                </a:solidFill>
              </a:defRPr>
            </a:lvl1pPr>
            <a:lvl2pPr indent="-342900" lvl="1" marL="914400" algn="l">
              <a:lnSpc>
                <a:spcPct val="100000"/>
              </a:lnSpc>
              <a:spcBef>
                <a:spcPts val="900"/>
              </a:spcBef>
              <a:spcAft>
                <a:spcPts val="0"/>
              </a:spcAft>
              <a:buClr>
                <a:srgbClr val="232F3E"/>
              </a:buClr>
              <a:buSzPts val="1800"/>
              <a:buChar char="•"/>
              <a:defRPr>
                <a:solidFill>
                  <a:srgbClr val="232F3E"/>
                </a:solidFill>
              </a:defRPr>
            </a:lvl2pPr>
            <a:lvl3pPr indent="-323850" lvl="2" marL="1371600" algn="l">
              <a:lnSpc>
                <a:spcPct val="100000"/>
              </a:lnSpc>
              <a:spcBef>
                <a:spcPts val="900"/>
              </a:spcBef>
              <a:spcAft>
                <a:spcPts val="0"/>
              </a:spcAft>
              <a:buClr>
                <a:srgbClr val="232F3E"/>
              </a:buClr>
              <a:buSzPts val="1500"/>
              <a:buChar char="•"/>
              <a:defRPr>
                <a:solidFill>
                  <a:srgbClr val="232F3E"/>
                </a:solidFill>
              </a:defRPr>
            </a:lvl3pPr>
            <a:lvl4pPr indent="-317500" lvl="3" marL="1828800" algn="l">
              <a:lnSpc>
                <a:spcPct val="100000"/>
              </a:lnSpc>
              <a:spcBef>
                <a:spcPts val="900"/>
              </a:spcBef>
              <a:spcAft>
                <a:spcPts val="0"/>
              </a:spcAft>
              <a:buClr>
                <a:srgbClr val="232F3E"/>
              </a:buClr>
              <a:buSzPts val="1400"/>
              <a:buChar char="•"/>
              <a:defRPr>
                <a:solidFill>
                  <a:srgbClr val="232F3E"/>
                </a:solidFill>
              </a:defRPr>
            </a:lvl4pPr>
            <a:lvl5pPr indent="-317500" lvl="4" marL="2286000" algn="l">
              <a:lnSpc>
                <a:spcPct val="100000"/>
              </a:lnSpc>
              <a:spcBef>
                <a:spcPts val="900"/>
              </a:spcBef>
              <a:spcAft>
                <a:spcPts val="0"/>
              </a:spcAft>
              <a:buClr>
                <a:srgbClr val="232F3E"/>
              </a:buClr>
              <a:buSzPts val="1400"/>
              <a:buChar char="•"/>
              <a:defRPr>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type="secHead">
  <p:cSld name="SECTION_HEADER">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80" name="Google Shape;80;p19"/>
          <p:cNvSpPr txBox="1"/>
          <p:nvPr>
            <p:ph type="title"/>
          </p:nvPr>
        </p:nvSpPr>
        <p:spPr>
          <a:xfrm>
            <a:off x="274320" y="1282303"/>
            <a:ext cx="8604010" cy="270738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000"/>
              <a:buFont typeface="Play"/>
              <a:buNone/>
              <a:defRPr sz="30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9"/>
          <p:cNvSpPr txBox="1"/>
          <p:nvPr>
            <p:ph idx="1" type="body"/>
          </p:nvPr>
        </p:nvSpPr>
        <p:spPr>
          <a:xfrm>
            <a:off x="274320" y="3989688"/>
            <a:ext cx="8604010" cy="57755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1" type="picTx">
  <p:cSld name="PICTURE_WITH_CAPTION_TEXT">
    <p:bg>
      <p:bgPr>
        <a:solidFill>
          <a:schemeClr val="lt1"/>
        </a:solidFill>
      </p:bgPr>
    </p:bg>
    <p:spTree>
      <p:nvGrpSpPr>
        <p:cNvPr id="82" name="Shape 82"/>
        <p:cNvGrpSpPr/>
        <p:nvPr/>
      </p:nvGrpSpPr>
      <p:grpSpPr>
        <a:xfrm>
          <a:off x="0" y="0"/>
          <a:ext cx="0" cy="0"/>
          <a:chOff x="0" y="0"/>
          <a:chExt cx="0" cy="0"/>
        </a:xfrm>
      </p:grpSpPr>
      <p:grpSp>
        <p:nvGrpSpPr>
          <p:cNvPr id="83" name="Google Shape;83;p20"/>
          <p:cNvGrpSpPr/>
          <p:nvPr/>
        </p:nvGrpSpPr>
        <p:grpSpPr>
          <a:xfrm>
            <a:off x="274319" y="771283"/>
            <a:ext cx="8613648" cy="4131945"/>
            <a:chOff x="365759" y="1028377"/>
            <a:chExt cx="11484864" cy="5509260"/>
          </a:xfrm>
        </p:grpSpPr>
        <p:pic>
          <p:nvPicPr>
            <p:cNvPr id="84" name="Google Shape;84;p20"/>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85" name="Google Shape;85;p20"/>
            <p:cNvPicPr preferRelativeResize="0"/>
            <p:nvPr/>
          </p:nvPicPr>
          <p:blipFill rotWithShape="1">
            <a:blip r:embed="rId2">
              <a:alphaModFix/>
            </a:blip>
            <a:srcRect b="0" l="0" r="0" t="0"/>
            <a:stretch/>
          </p:blipFill>
          <p:spPr>
            <a:xfrm rot="5400000">
              <a:off x="224043" y="3771577"/>
              <a:ext cx="5486400" cy="45720"/>
            </a:xfrm>
            <a:prstGeom prst="rect">
              <a:avLst/>
            </a:prstGeom>
            <a:noFill/>
            <a:ln>
              <a:noFill/>
            </a:ln>
          </p:spPr>
        </p:pic>
      </p:grpSp>
      <p:sp>
        <p:nvSpPr>
          <p:cNvPr id="86" name="Google Shape;86;p2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87" name="Google Shape;87;p2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20"/>
          <p:cNvSpPr/>
          <p:nvPr>
            <p:ph idx="2" type="pic"/>
          </p:nvPr>
        </p:nvSpPr>
        <p:spPr>
          <a:xfrm>
            <a:off x="398913" y="1637105"/>
            <a:ext cx="1714500" cy="1714500"/>
          </a:xfrm>
          <a:prstGeom prst="rect">
            <a:avLst/>
          </a:prstGeom>
          <a:noFill/>
          <a:ln>
            <a:noFill/>
          </a:ln>
        </p:spPr>
      </p:sp>
      <p:sp>
        <p:nvSpPr>
          <p:cNvPr id="89" name="Google Shape;89;p20"/>
          <p:cNvSpPr txBox="1"/>
          <p:nvPr>
            <p:ph idx="1" type="body"/>
          </p:nvPr>
        </p:nvSpPr>
        <p:spPr>
          <a:xfrm>
            <a:off x="398913" y="3381196"/>
            <a:ext cx="1714501" cy="6858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20"/>
          <p:cNvSpPr txBox="1"/>
          <p:nvPr>
            <p:ph idx="3" type="body"/>
          </p:nvPr>
        </p:nvSpPr>
        <p:spPr>
          <a:xfrm>
            <a:off x="2338578" y="822960"/>
            <a:ext cx="6535674" cy="3998214"/>
          </a:xfrm>
          <a:prstGeom prst="rect">
            <a:avLst/>
          </a:prstGeom>
          <a:noFill/>
          <a:ln>
            <a:noFill/>
          </a:ln>
        </p:spPr>
        <p:txBody>
          <a:bodyPr anchorCtr="0" anchor="ctr" bIns="34275" lIns="68575" spcFirstLastPara="1" rIns="68575" wrap="square" tIns="34275">
            <a:norm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61950" lvl="1" marL="914400" algn="l">
              <a:lnSpc>
                <a:spcPct val="100000"/>
              </a:lnSpc>
              <a:spcBef>
                <a:spcPts val="900"/>
              </a:spcBef>
              <a:spcAft>
                <a:spcPts val="0"/>
              </a:spcAft>
              <a:buClr>
                <a:srgbClr val="232F3E"/>
              </a:buClr>
              <a:buSzPts val="2100"/>
              <a:buChar char="•"/>
              <a:defRPr sz="2100">
                <a:solidFill>
                  <a:srgbClr val="232F3E"/>
                </a:solidFill>
              </a:defRPr>
            </a:lvl2pPr>
            <a:lvl3pPr indent="-342900" lvl="2" marL="1371600" algn="l">
              <a:lnSpc>
                <a:spcPct val="100000"/>
              </a:lnSpc>
              <a:spcBef>
                <a:spcPts val="900"/>
              </a:spcBef>
              <a:spcAft>
                <a:spcPts val="0"/>
              </a:spcAft>
              <a:buClr>
                <a:srgbClr val="232F3E"/>
              </a:buClr>
              <a:buSzPts val="1800"/>
              <a:buChar char="•"/>
              <a:defRPr sz="1800">
                <a:solidFill>
                  <a:srgbClr val="232F3E"/>
                </a:solidFill>
              </a:defRPr>
            </a:lvl3pPr>
            <a:lvl4pPr indent="-323850" lvl="3" marL="1828800" algn="l">
              <a:lnSpc>
                <a:spcPct val="100000"/>
              </a:lnSpc>
              <a:spcBef>
                <a:spcPts val="900"/>
              </a:spcBef>
              <a:spcAft>
                <a:spcPts val="0"/>
              </a:spcAft>
              <a:buClr>
                <a:srgbClr val="232F3E"/>
              </a:buClr>
              <a:buSzPts val="1500"/>
              <a:buChar char="•"/>
              <a:defRPr sz="1500">
                <a:solidFill>
                  <a:srgbClr val="232F3E"/>
                </a:solidFill>
              </a:defRPr>
            </a:lvl4pPr>
            <a:lvl5pPr indent="-323850" lvl="4" marL="2286000" algn="l">
              <a:lnSpc>
                <a:spcPct val="100000"/>
              </a:lnSpc>
              <a:spcBef>
                <a:spcPts val="900"/>
              </a:spcBef>
              <a:spcAft>
                <a:spcPts val="0"/>
              </a:spcAft>
              <a:buClr>
                <a:srgbClr val="232F3E"/>
              </a:buClr>
              <a:buSzPts val="1500"/>
              <a:buChar char="•"/>
              <a:defRPr sz="15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Narrow, and Wide Columns">
  <p:cSld name="Title, Narrow, and Wide Columns">
    <p:bg>
      <p:bgPr>
        <a:solidFill>
          <a:schemeClr val="lt1"/>
        </a:solidFill>
      </p:bgPr>
    </p:bg>
    <p:spTree>
      <p:nvGrpSpPr>
        <p:cNvPr id="91" name="Shape 91"/>
        <p:cNvGrpSpPr/>
        <p:nvPr/>
      </p:nvGrpSpPr>
      <p:grpSpPr>
        <a:xfrm>
          <a:off x="0" y="0"/>
          <a:ext cx="0" cy="0"/>
          <a:chOff x="0" y="0"/>
          <a:chExt cx="0" cy="0"/>
        </a:xfrm>
      </p:grpSpPr>
      <p:sp>
        <p:nvSpPr>
          <p:cNvPr id="92" name="Google Shape;92;p2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93" name="Google Shape;93;p2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94" name="Google Shape;94;p21"/>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95" name="Google Shape;95;p21"/>
          <p:cNvSpPr txBox="1"/>
          <p:nvPr>
            <p:ph idx="1" type="body"/>
          </p:nvPr>
        </p:nvSpPr>
        <p:spPr>
          <a:xfrm>
            <a:off x="274320" y="822960"/>
            <a:ext cx="274320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900"/>
              </a:spcBef>
              <a:spcAft>
                <a:spcPts val="0"/>
              </a:spcAft>
              <a:buClr>
                <a:srgbClr val="232F3E"/>
              </a:buClr>
              <a:buSzPts val="1500"/>
              <a:buChar char="•"/>
              <a:defRPr sz="1500">
                <a:solidFill>
                  <a:srgbClr val="232F3E"/>
                </a:solidFill>
              </a:defRPr>
            </a:lvl2pPr>
            <a:lvl3pPr indent="-317500" lvl="2" marL="1371600" algn="l">
              <a:lnSpc>
                <a:spcPct val="100000"/>
              </a:lnSpc>
              <a:spcBef>
                <a:spcPts val="900"/>
              </a:spcBef>
              <a:spcAft>
                <a:spcPts val="0"/>
              </a:spcAft>
              <a:buClr>
                <a:srgbClr val="232F3E"/>
              </a:buClr>
              <a:buSzPts val="1400"/>
              <a:buChar char="•"/>
              <a:defRPr sz="1400">
                <a:solidFill>
                  <a:srgbClr val="232F3E"/>
                </a:solidFill>
              </a:defRPr>
            </a:lvl3pPr>
            <a:lvl4pPr indent="-304800" lvl="3" marL="1828800" algn="l">
              <a:lnSpc>
                <a:spcPct val="100000"/>
              </a:lnSpc>
              <a:spcBef>
                <a:spcPts val="900"/>
              </a:spcBef>
              <a:spcAft>
                <a:spcPts val="0"/>
              </a:spcAft>
              <a:buClr>
                <a:srgbClr val="232F3E"/>
              </a:buClr>
              <a:buSzPts val="1200"/>
              <a:buChar char="•"/>
              <a:defRPr sz="1200">
                <a:solidFill>
                  <a:srgbClr val="232F3E"/>
                </a:solidFill>
              </a:defRPr>
            </a:lvl4pPr>
            <a:lvl5pPr indent="-304800" lvl="4" marL="2286000" algn="l">
              <a:lnSpc>
                <a:spcPct val="100000"/>
              </a:lnSpc>
              <a:spcBef>
                <a:spcPts val="900"/>
              </a:spcBef>
              <a:spcAft>
                <a:spcPts val="0"/>
              </a:spcAft>
              <a:buClr>
                <a:srgbClr val="232F3E"/>
              </a:buClr>
              <a:buSzPts val="1200"/>
              <a:buChar char="•"/>
              <a:defRPr sz="12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 name="Google Shape;96;p21"/>
          <p:cNvSpPr txBox="1"/>
          <p:nvPr>
            <p:ph idx="2" type="body"/>
          </p:nvPr>
        </p:nvSpPr>
        <p:spPr>
          <a:xfrm>
            <a:off x="3140964" y="822960"/>
            <a:ext cx="5733288"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900"/>
              </a:spcBef>
              <a:spcAft>
                <a:spcPts val="0"/>
              </a:spcAft>
              <a:buClr>
                <a:srgbClr val="232F3E"/>
              </a:buClr>
              <a:buSzPts val="1500"/>
              <a:buChar char="•"/>
              <a:defRPr sz="1500">
                <a:solidFill>
                  <a:srgbClr val="232F3E"/>
                </a:solidFill>
              </a:defRPr>
            </a:lvl2pPr>
            <a:lvl3pPr indent="-317500" lvl="2" marL="1371600" algn="l">
              <a:lnSpc>
                <a:spcPct val="100000"/>
              </a:lnSpc>
              <a:spcBef>
                <a:spcPts val="900"/>
              </a:spcBef>
              <a:spcAft>
                <a:spcPts val="0"/>
              </a:spcAft>
              <a:buClr>
                <a:srgbClr val="232F3E"/>
              </a:buClr>
              <a:buSzPts val="1400"/>
              <a:buChar char="•"/>
              <a:defRPr sz="1400">
                <a:solidFill>
                  <a:srgbClr val="232F3E"/>
                </a:solidFill>
              </a:defRPr>
            </a:lvl3pPr>
            <a:lvl4pPr indent="-304800" lvl="3" marL="1828800" algn="l">
              <a:lnSpc>
                <a:spcPct val="100000"/>
              </a:lnSpc>
              <a:spcBef>
                <a:spcPts val="900"/>
              </a:spcBef>
              <a:spcAft>
                <a:spcPts val="0"/>
              </a:spcAft>
              <a:buClr>
                <a:srgbClr val="232F3E"/>
              </a:buClr>
              <a:buSzPts val="1200"/>
              <a:buChar char="•"/>
              <a:defRPr sz="1200">
                <a:solidFill>
                  <a:srgbClr val="232F3E"/>
                </a:solidFill>
              </a:defRPr>
            </a:lvl4pPr>
            <a:lvl5pPr indent="-304800" lvl="4" marL="2286000" algn="l">
              <a:lnSpc>
                <a:spcPct val="100000"/>
              </a:lnSpc>
              <a:spcBef>
                <a:spcPts val="900"/>
              </a:spcBef>
              <a:spcAft>
                <a:spcPts val="0"/>
              </a:spcAft>
              <a:buClr>
                <a:srgbClr val="232F3E"/>
              </a:buClr>
              <a:buSzPts val="1200"/>
              <a:buChar char="•"/>
              <a:defRPr sz="12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97" name="Shape 97"/>
        <p:cNvGrpSpPr/>
        <p:nvPr/>
      </p:nvGrpSpPr>
      <p:grpSpPr>
        <a:xfrm>
          <a:off x="0" y="0"/>
          <a:ext cx="0" cy="0"/>
          <a:chOff x="0" y="0"/>
          <a:chExt cx="0" cy="0"/>
        </a:xfrm>
      </p:grpSpPr>
      <p:sp>
        <p:nvSpPr>
          <p:cNvPr id="98" name="Google Shape;98;p2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pic>
        <p:nvPicPr>
          <p:cNvPr id="99" name="Google Shape;99;p22"/>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00" name="Google Shape;100;p22"/>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ictures, 2 Headers, and 2 Text Columns">
  <p:cSld name="Title, 2 Pictures, 2 Headers, and 2 Text Columns">
    <p:bg>
      <p:bgPr>
        <a:solidFill>
          <a:schemeClr val="lt1"/>
        </a:solidFill>
      </p:bgPr>
    </p:bg>
    <p:spTree>
      <p:nvGrpSpPr>
        <p:cNvPr id="101" name="Shape 101"/>
        <p:cNvGrpSpPr/>
        <p:nvPr/>
      </p:nvGrpSpPr>
      <p:grpSpPr>
        <a:xfrm>
          <a:off x="0" y="0"/>
          <a:ext cx="0" cy="0"/>
          <a:chOff x="0" y="0"/>
          <a:chExt cx="0" cy="0"/>
        </a:xfrm>
      </p:grpSpPr>
      <p:grpSp>
        <p:nvGrpSpPr>
          <p:cNvPr id="102" name="Google Shape;102;p23"/>
          <p:cNvGrpSpPr/>
          <p:nvPr/>
        </p:nvGrpSpPr>
        <p:grpSpPr>
          <a:xfrm>
            <a:off x="274319" y="771283"/>
            <a:ext cx="8613648" cy="2137572"/>
            <a:chOff x="365759" y="1028377"/>
            <a:chExt cx="11484864" cy="2850096"/>
          </a:xfrm>
        </p:grpSpPr>
        <p:pic>
          <p:nvPicPr>
            <p:cNvPr id="103" name="Google Shape;103;p23"/>
            <p:cNvPicPr preferRelativeResize="0"/>
            <p:nvPr/>
          </p:nvPicPr>
          <p:blipFill rotWithShape="1">
            <a:blip r:embed="rId2">
              <a:alphaModFix/>
            </a:blip>
            <a:srcRect b="0" l="0" r="0" t="0"/>
            <a:stretch/>
          </p:blipFill>
          <p:spPr>
            <a:xfrm>
              <a:off x="365760" y="3438144"/>
              <a:ext cx="11460480" cy="440329"/>
            </a:xfrm>
            <a:prstGeom prst="rect">
              <a:avLst/>
            </a:prstGeom>
            <a:noFill/>
            <a:ln>
              <a:noFill/>
            </a:ln>
          </p:spPr>
        </p:pic>
        <p:pic>
          <p:nvPicPr>
            <p:cNvPr id="104" name="Google Shape;104;p23"/>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105" name="Google Shape;105;p2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06" name="Google Shape;106;p2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 name="Google Shape;107;p23"/>
          <p:cNvSpPr/>
          <p:nvPr>
            <p:ph idx="2" type="pic"/>
          </p:nvPr>
        </p:nvSpPr>
        <p:spPr>
          <a:xfrm>
            <a:off x="1543050" y="822960"/>
            <a:ext cx="1714500" cy="1714500"/>
          </a:xfrm>
          <a:prstGeom prst="rect">
            <a:avLst/>
          </a:prstGeom>
          <a:noFill/>
          <a:ln>
            <a:noFill/>
          </a:ln>
        </p:spPr>
      </p:sp>
      <p:sp>
        <p:nvSpPr>
          <p:cNvPr id="108" name="Google Shape;108;p23"/>
          <p:cNvSpPr txBox="1"/>
          <p:nvPr>
            <p:ph idx="1" type="body"/>
          </p:nvPr>
        </p:nvSpPr>
        <p:spPr>
          <a:xfrm>
            <a:off x="274320" y="2578608"/>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9" name="Google Shape;109;p23"/>
          <p:cNvSpPr txBox="1"/>
          <p:nvPr>
            <p:ph idx="3" type="body"/>
          </p:nvPr>
        </p:nvSpPr>
        <p:spPr>
          <a:xfrm>
            <a:off x="274320" y="2921508"/>
            <a:ext cx="4251960" cy="191338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5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5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23"/>
          <p:cNvSpPr/>
          <p:nvPr>
            <p:ph idx="4" type="pic"/>
          </p:nvPr>
        </p:nvSpPr>
        <p:spPr>
          <a:xfrm>
            <a:off x="5918454" y="822960"/>
            <a:ext cx="1714500" cy="1714500"/>
          </a:xfrm>
          <a:prstGeom prst="rect">
            <a:avLst/>
          </a:prstGeom>
          <a:noFill/>
          <a:ln>
            <a:noFill/>
          </a:ln>
        </p:spPr>
      </p:sp>
      <p:sp>
        <p:nvSpPr>
          <p:cNvPr id="111" name="Google Shape;111;p23"/>
          <p:cNvSpPr txBox="1"/>
          <p:nvPr>
            <p:ph idx="5" type="body"/>
          </p:nvPr>
        </p:nvSpPr>
        <p:spPr>
          <a:xfrm>
            <a:off x="4622292" y="2578608"/>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23"/>
          <p:cNvSpPr txBox="1"/>
          <p:nvPr>
            <p:ph idx="6" type="body"/>
          </p:nvPr>
        </p:nvSpPr>
        <p:spPr>
          <a:xfrm>
            <a:off x="4622292" y="2921508"/>
            <a:ext cx="4251960" cy="191338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5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5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howMasterSp="0">
  <p:cSld name="Thank You">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p2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15" name="Google Shape;115;p24"/>
          <p:cNvSpPr txBox="1"/>
          <p:nvPr>
            <p:ph type="title"/>
          </p:nvPr>
        </p:nvSpPr>
        <p:spPr>
          <a:xfrm>
            <a:off x="342900" y="942185"/>
            <a:ext cx="5998523" cy="3037368"/>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chemeClr val="lt1"/>
              </a:buClr>
              <a:buSzPts val="3300"/>
              <a:buFont typeface="Play"/>
              <a:buNone/>
              <a:defRPr sz="33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4"/>
          <p:cNvSpPr txBox="1"/>
          <p:nvPr>
            <p:ph idx="1" type="body"/>
          </p:nvPr>
        </p:nvSpPr>
        <p:spPr>
          <a:xfrm>
            <a:off x="342900" y="3979069"/>
            <a:ext cx="5998369" cy="856060"/>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2100"/>
              <a:buFont typeface="Play"/>
              <a:buNone/>
              <a:defRPr b="0" cap="none">
                <a:solidFill>
                  <a:schemeClr val="lt1"/>
                </a:solidFill>
              </a:defRPr>
            </a:lvl1pPr>
            <a:lvl2pPr indent="-228600" lvl="1" marL="914400" algn="l">
              <a:lnSpc>
                <a:spcPct val="90000"/>
              </a:lnSpc>
              <a:spcBef>
                <a:spcPts val="0"/>
              </a:spcBef>
              <a:spcAft>
                <a:spcPts val="0"/>
              </a:spcAft>
              <a:buClr>
                <a:schemeClr val="lt2"/>
              </a:buClr>
              <a:buSzPts val="1500"/>
              <a:buNone/>
              <a:defRPr sz="1500">
                <a:solidFill>
                  <a:schemeClr val="lt2"/>
                </a:solidFill>
              </a:defRPr>
            </a:lvl2pPr>
            <a:lvl3pPr indent="-228600" lvl="2" marL="1371600" algn="l">
              <a:lnSpc>
                <a:spcPct val="90000"/>
              </a:lnSpc>
              <a:spcBef>
                <a:spcPts val="900"/>
              </a:spcBef>
              <a:spcAft>
                <a:spcPts val="0"/>
              </a:spcAft>
              <a:buClr>
                <a:schemeClr val="lt2"/>
              </a:buClr>
              <a:buSzPts val="1400"/>
              <a:buNone/>
              <a:defRPr sz="1400">
                <a:solidFill>
                  <a:schemeClr val="lt2"/>
                </a:solidFill>
              </a:defRPr>
            </a:lvl3pPr>
            <a:lvl4pPr indent="-228600" lvl="3" marL="1828800" algn="l">
              <a:lnSpc>
                <a:spcPct val="90000"/>
              </a:lnSpc>
              <a:spcBef>
                <a:spcPts val="900"/>
              </a:spcBef>
              <a:spcAft>
                <a:spcPts val="0"/>
              </a:spcAft>
              <a:buClr>
                <a:schemeClr val="lt2"/>
              </a:buClr>
              <a:buSzPts val="1200"/>
              <a:buNone/>
              <a:defRPr sz="1200">
                <a:solidFill>
                  <a:schemeClr val="lt2"/>
                </a:solidFill>
              </a:defRPr>
            </a:lvl4pPr>
            <a:lvl5pPr indent="-228600" lvl="4" marL="2286000" algn="l">
              <a:lnSpc>
                <a:spcPct val="90000"/>
              </a:lnSpc>
              <a:spcBef>
                <a:spcPts val="900"/>
              </a:spcBef>
              <a:spcAft>
                <a:spcPts val="0"/>
              </a:spcAft>
              <a:buClr>
                <a:schemeClr val="lt2"/>
              </a:buClr>
              <a:buSzPts val="1200"/>
              <a:buNone/>
              <a:defRPr sz="1200">
                <a:solidFill>
                  <a:schemeClr val="lt2"/>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Variant">
  <p:cSld name="Title Slide Variant">
    <p:bg>
      <p:bgPr>
        <a:blipFill>
          <a:blip r:embed="rId2">
            <a:alphaModFix/>
          </a:blip>
          <a:stretch>
            <a:fillRect/>
          </a:stretch>
        </a:blipFill>
      </p:bgPr>
    </p:bg>
    <p:spTree>
      <p:nvGrpSpPr>
        <p:cNvPr id="117" name="Shape 117"/>
        <p:cNvGrpSpPr/>
        <p:nvPr/>
      </p:nvGrpSpPr>
      <p:grpSpPr>
        <a:xfrm>
          <a:off x="0" y="0"/>
          <a:ext cx="0" cy="0"/>
          <a:chOff x="0" y="0"/>
          <a:chExt cx="0" cy="0"/>
        </a:xfrm>
      </p:grpSpPr>
      <p:sp>
        <p:nvSpPr>
          <p:cNvPr id="118" name="Google Shape;118;p2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chemeClr val="lt1"/>
                </a:solidFill>
                <a:latin typeface="Play"/>
                <a:ea typeface="Play"/>
                <a:cs typeface="Play"/>
                <a:sym typeface="Play"/>
              </a:defRPr>
            </a:lvl1pPr>
            <a:lvl2pPr indent="0" lvl="1" marL="0" marR="0" algn="r">
              <a:spcBef>
                <a:spcPts val="0"/>
              </a:spcBef>
              <a:buNone/>
              <a:defRPr sz="900">
                <a:solidFill>
                  <a:schemeClr val="lt1"/>
                </a:solidFill>
                <a:latin typeface="Play"/>
                <a:ea typeface="Play"/>
                <a:cs typeface="Play"/>
                <a:sym typeface="Play"/>
              </a:defRPr>
            </a:lvl2pPr>
            <a:lvl3pPr indent="0" lvl="2" marL="0" marR="0" algn="r">
              <a:spcBef>
                <a:spcPts val="0"/>
              </a:spcBef>
              <a:buNone/>
              <a:defRPr sz="900">
                <a:solidFill>
                  <a:schemeClr val="lt1"/>
                </a:solidFill>
                <a:latin typeface="Play"/>
                <a:ea typeface="Play"/>
                <a:cs typeface="Play"/>
                <a:sym typeface="Play"/>
              </a:defRPr>
            </a:lvl3pPr>
            <a:lvl4pPr indent="0" lvl="3" marL="0" marR="0" algn="r">
              <a:spcBef>
                <a:spcPts val="0"/>
              </a:spcBef>
              <a:buNone/>
              <a:defRPr sz="900">
                <a:solidFill>
                  <a:schemeClr val="lt1"/>
                </a:solidFill>
                <a:latin typeface="Play"/>
                <a:ea typeface="Play"/>
                <a:cs typeface="Play"/>
                <a:sym typeface="Play"/>
              </a:defRPr>
            </a:lvl4pPr>
            <a:lvl5pPr indent="0" lvl="4" marL="0" marR="0" algn="r">
              <a:spcBef>
                <a:spcPts val="0"/>
              </a:spcBef>
              <a:buNone/>
              <a:defRPr sz="900">
                <a:solidFill>
                  <a:schemeClr val="lt1"/>
                </a:solidFill>
                <a:latin typeface="Play"/>
                <a:ea typeface="Play"/>
                <a:cs typeface="Play"/>
                <a:sym typeface="Play"/>
              </a:defRPr>
            </a:lvl5pPr>
            <a:lvl6pPr indent="0" lvl="5" marL="0" marR="0" algn="r">
              <a:spcBef>
                <a:spcPts val="0"/>
              </a:spcBef>
              <a:buNone/>
              <a:defRPr sz="900">
                <a:solidFill>
                  <a:schemeClr val="lt1"/>
                </a:solidFill>
                <a:latin typeface="Play"/>
                <a:ea typeface="Play"/>
                <a:cs typeface="Play"/>
                <a:sym typeface="Play"/>
              </a:defRPr>
            </a:lvl6pPr>
            <a:lvl7pPr indent="0" lvl="6" marL="0" marR="0" algn="r">
              <a:spcBef>
                <a:spcPts val="0"/>
              </a:spcBef>
              <a:buNone/>
              <a:defRPr sz="900">
                <a:solidFill>
                  <a:schemeClr val="lt1"/>
                </a:solidFill>
                <a:latin typeface="Play"/>
                <a:ea typeface="Play"/>
                <a:cs typeface="Play"/>
                <a:sym typeface="Play"/>
              </a:defRPr>
            </a:lvl7pPr>
            <a:lvl8pPr indent="0" lvl="7" marL="0" marR="0" algn="r">
              <a:spcBef>
                <a:spcPts val="0"/>
              </a:spcBef>
              <a:buNone/>
              <a:defRPr sz="900">
                <a:solidFill>
                  <a:schemeClr val="lt1"/>
                </a:solidFill>
                <a:latin typeface="Play"/>
                <a:ea typeface="Play"/>
                <a:cs typeface="Play"/>
                <a:sym typeface="Play"/>
              </a:defRPr>
            </a:lvl8pPr>
            <a:lvl9pPr indent="0" lvl="8" marL="0" marR="0" algn="r">
              <a:spcBef>
                <a:spcPts val="0"/>
              </a:spcBef>
              <a:buNone/>
              <a:defRPr sz="9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19" name="Google Shape;119;p25"/>
          <p:cNvSpPr txBox="1"/>
          <p:nvPr>
            <p:ph type="title"/>
          </p:nvPr>
        </p:nvSpPr>
        <p:spPr>
          <a:xfrm>
            <a:off x="342900" y="1877604"/>
            <a:ext cx="6709719" cy="1255014"/>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0" name="Google Shape;120;p25"/>
          <p:cNvSpPr txBox="1"/>
          <p:nvPr>
            <p:ph idx="1" type="body"/>
          </p:nvPr>
        </p:nvSpPr>
        <p:spPr>
          <a:xfrm>
            <a:off x="342900" y="3168624"/>
            <a:ext cx="6709719" cy="74692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1500"/>
              <a:buNone/>
              <a:defRPr sz="1500"/>
            </a:lvl2pPr>
            <a:lvl3pPr indent="-228600" lvl="2" marL="1371600" algn="ctr">
              <a:lnSpc>
                <a:spcPct val="90000"/>
              </a:lnSpc>
              <a:spcBef>
                <a:spcPts val="900"/>
              </a:spcBef>
              <a:spcAft>
                <a:spcPts val="0"/>
              </a:spcAft>
              <a:buClr>
                <a:srgbClr val="232F3E"/>
              </a:buClr>
              <a:buSzPts val="1400"/>
              <a:buNone/>
              <a:defRPr sz="1400"/>
            </a:lvl3pPr>
            <a:lvl4pPr indent="-228600" lvl="3" marL="1828800" algn="ctr">
              <a:lnSpc>
                <a:spcPct val="90000"/>
              </a:lnSpc>
              <a:spcBef>
                <a:spcPts val="900"/>
              </a:spcBef>
              <a:spcAft>
                <a:spcPts val="0"/>
              </a:spcAft>
              <a:buClr>
                <a:srgbClr val="232F3E"/>
              </a:buClr>
              <a:buSzPts val="1200"/>
              <a:buNone/>
              <a:defRPr sz="1200"/>
            </a:lvl4pPr>
            <a:lvl5pPr indent="-228600" lvl="4" marL="2286000" algn="ctr">
              <a:lnSpc>
                <a:spcPct val="90000"/>
              </a:lnSpc>
              <a:spcBef>
                <a:spcPts val="900"/>
              </a:spcBef>
              <a:spcAft>
                <a:spcPts val="0"/>
              </a:spcAft>
              <a:buClr>
                <a:srgbClr val="232F3E"/>
              </a:buClr>
              <a:buSzPts val="1200"/>
              <a:buNone/>
              <a:defRPr sz="1200"/>
            </a:lvl5pPr>
            <a:lvl6pPr indent="-228600" lvl="5" marL="2743200" algn="ctr">
              <a:lnSpc>
                <a:spcPct val="90000"/>
              </a:lnSpc>
              <a:spcBef>
                <a:spcPts val="900"/>
              </a:spcBef>
              <a:spcAft>
                <a:spcPts val="0"/>
              </a:spcAft>
              <a:buClr>
                <a:schemeClr val="dk1"/>
              </a:buClr>
              <a:buSzPts val="1200"/>
              <a:buNone/>
              <a:defRPr sz="1200"/>
            </a:lvl6pPr>
            <a:lvl7pPr indent="-228600" lvl="6" marL="3200400" algn="ctr">
              <a:lnSpc>
                <a:spcPct val="90000"/>
              </a:lnSpc>
              <a:spcBef>
                <a:spcPts val="400"/>
              </a:spcBef>
              <a:spcAft>
                <a:spcPts val="0"/>
              </a:spcAft>
              <a:buClr>
                <a:schemeClr val="dk1"/>
              </a:buClr>
              <a:buSzPts val="1200"/>
              <a:buNone/>
              <a:defRPr sz="1200"/>
            </a:lvl7pPr>
            <a:lvl8pPr indent="-228600" lvl="7" marL="3657600" algn="ctr">
              <a:lnSpc>
                <a:spcPct val="90000"/>
              </a:lnSpc>
              <a:spcBef>
                <a:spcPts val="400"/>
              </a:spcBef>
              <a:spcAft>
                <a:spcPts val="0"/>
              </a:spcAft>
              <a:buClr>
                <a:schemeClr val="dk1"/>
              </a:buClr>
              <a:buSzPts val="1200"/>
              <a:buNone/>
              <a:defRPr sz="1200"/>
            </a:lvl8pPr>
            <a:lvl9pPr indent="-228600" lvl="8" marL="4114800"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showMasterSp="0">
  <p:cSld name="Section Slide">
    <p:bg>
      <p:bgPr>
        <a:blipFill>
          <a:blip r:embed="rId2">
            <a:alphaModFix/>
          </a:blip>
          <a:stretch>
            <a:fillRect/>
          </a:stretch>
        </a:blipFill>
      </p:bgPr>
    </p:bg>
    <p:spTree>
      <p:nvGrpSpPr>
        <p:cNvPr id="121" name="Shape 121"/>
        <p:cNvGrpSpPr/>
        <p:nvPr/>
      </p:nvGrpSpPr>
      <p:grpSpPr>
        <a:xfrm>
          <a:off x="0" y="0"/>
          <a:ext cx="0" cy="0"/>
          <a:chOff x="0" y="0"/>
          <a:chExt cx="0" cy="0"/>
        </a:xfrm>
      </p:grpSpPr>
      <p:sp>
        <p:nvSpPr>
          <p:cNvPr id="122" name="Google Shape;122;p2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23" name="Google Shape;123;p26"/>
          <p:cNvSpPr txBox="1"/>
          <p:nvPr>
            <p:ph type="title"/>
          </p:nvPr>
        </p:nvSpPr>
        <p:spPr>
          <a:xfrm>
            <a:off x="342900" y="1909119"/>
            <a:ext cx="4842304" cy="1835157"/>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6"/>
          <p:cNvSpPr txBox="1"/>
          <p:nvPr>
            <p:ph idx="1" type="body"/>
          </p:nvPr>
        </p:nvSpPr>
        <p:spPr>
          <a:xfrm>
            <a:off x="342900" y="3780282"/>
            <a:ext cx="4842304" cy="74692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1500"/>
              <a:buNone/>
              <a:defRPr sz="1500"/>
            </a:lvl2pPr>
            <a:lvl3pPr indent="-228600" lvl="2" marL="1371600" algn="ctr">
              <a:lnSpc>
                <a:spcPct val="90000"/>
              </a:lnSpc>
              <a:spcBef>
                <a:spcPts val="900"/>
              </a:spcBef>
              <a:spcAft>
                <a:spcPts val="0"/>
              </a:spcAft>
              <a:buClr>
                <a:srgbClr val="232F3E"/>
              </a:buClr>
              <a:buSzPts val="1400"/>
              <a:buNone/>
              <a:defRPr sz="1400"/>
            </a:lvl3pPr>
            <a:lvl4pPr indent="-228600" lvl="3" marL="1828800" algn="ctr">
              <a:lnSpc>
                <a:spcPct val="90000"/>
              </a:lnSpc>
              <a:spcBef>
                <a:spcPts val="900"/>
              </a:spcBef>
              <a:spcAft>
                <a:spcPts val="0"/>
              </a:spcAft>
              <a:buClr>
                <a:srgbClr val="232F3E"/>
              </a:buClr>
              <a:buSzPts val="1200"/>
              <a:buNone/>
              <a:defRPr sz="1200"/>
            </a:lvl4pPr>
            <a:lvl5pPr indent="-228600" lvl="4" marL="2286000" algn="ctr">
              <a:lnSpc>
                <a:spcPct val="90000"/>
              </a:lnSpc>
              <a:spcBef>
                <a:spcPts val="900"/>
              </a:spcBef>
              <a:spcAft>
                <a:spcPts val="0"/>
              </a:spcAft>
              <a:buClr>
                <a:srgbClr val="232F3E"/>
              </a:buClr>
              <a:buSzPts val="1200"/>
              <a:buNone/>
              <a:defRPr sz="1200"/>
            </a:lvl5pPr>
            <a:lvl6pPr indent="-228600" lvl="5" marL="2743200" algn="ctr">
              <a:lnSpc>
                <a:spcPct val="90000"/>
              </a:lnSpc>
              <a:spcBef>
                <a:spcPts val="900"/>
              </a:spcBef>
              <a:spcAft>
                <a:spcPts val="0"/>
              </a:spcAft>
              <a:buClr>
                <a:schemeClr val="dk1"/>
              </a:buClr>
              <a:buSzPts val="1200"/>
              <a:buNone/>
              <a:defRPr sz="1200"/>
            </a:lvl6pPr>
            <a:lvl7pPr indent="-228600" lvl="6" marL="3200400" algn="ctr">
              <a:lnSpc>
                <a:spcPct val="90000"/>
              </a:lnSpc>
              <a:spcBef>
                <a:spcPts val="400"/>
              </a:spcBef>
              <a:spcAft>
                <a:spcPts val="0"/>
              </a:spcAft>
              <a:buClr>
                <a:schemeClr val="dk1"/>
              </a:buClr>
              <a:buSzPts val="1200"/>
              <a:buNone/>
              <a:defRPr sz="1200"/>
            </a:lvl7pPr>
            <a:lvl8pPr indent="-228600" lvl="7" marL="3657600" algn="ctr">
              <a:lnSpc>
                <a:spcPct val="90000"/>
              </a:lnSpc>
              <a:spcBef>
                <a:spcPts val="400"/>
              </a:spcBef>
              <a:spcAft>
                <a:spcPts val="0"/>
              </a:spcAft>
              <a:buClr>
                <a:schemeClr val="dk1"/>
              </a:buClr>
              <a:buSzPts val="1200"/>
              <a:buNone/>
              <a:defRPr sz="1200"/>
            </a:lvl8pPr>
            <a:lvl9pPr indent="-228600" lvl="8" marL="4114800"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Outline" showMasterSp="0">
  <p:cSld name="Module Outline">
    <p:bg>
      <p:bgPr>
        <a:blipFill>
          <a:blip r:embed="rId2">
            <a:alphaModFix/>
          </a:blip>
          <a:stretch>
            <a:fillRect/>
          </a:stretch>
        </a:blipFill>
      </p:bgPr>
    </p:bg>
    <p:spTree>
      <p:nvGrpSpPr>
        <p:cNvPr id="125" name="Shape 125"/>
        <p:cNvGrpSpPr/>
        <p:nvPr/>
      </p:nvGrpSpPr>
      <p:grpSpPr>
        <a:xfrm>
          <a:off x="0" y="0"/>
          <a:ext cx="0" cy="0"/>
          <a:chOff x="0" y="0"/>
          <a:chExt cx="0" cy="0"/>
        </a:xfrm>
      </p:grpSpPr>
      <p:sp>
        <p:nvSpPr>
          <p:cNvPr id="126" name="Google Shape;126;p2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27" name="Google Shape;127;p27"/>
          <p:cNvSpPr txBox="1"/>
          <p:nvPr>
            <p:ph idx="1" type="body"/>
          </p:nvPr>
        </p:nvSpPr>
        <p:spPr>
          <a:xfrm>
            <a:off x="274320" y="842963"/>
            <a:ext cx="8726090" cy="291704"/>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7"/>
          <p:cNvSpPr txBox="1"/>
          <p:nvPr>
            <p:ph type="title"/>
          </p:nvPr>
        </p:nvSpPr>
        <p:spPr>
          <a:xfrm>
            <a:off x="274320" y="1156487"/>
            <a:ext cx="6410259" cy="8915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9" name="Google Shape;129;p27"/>
          <p:cNvSpPr txBox="1"/>
          <p:nvPr>
            <p:ph idx="2" type="body"/>
          </p:nvPr>
        </p:nvSpPr>
        <p:spPr>
          <a:xfrm>
            <a:off x="685800" y="2057400"/>
            <a:ext cx="5998779" cy="27432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100"/>
              <a:buNone/>
              <a:defRPr>
                <a:solidFill>
                  <a:schemeClr val="lt1"/>
                </a:solidFill>
                <a:latin typeface="Play"/>
                <a:ea typeface="Play"/>
                <a:cs typeface="Play"/>
                <a:sym typeface="Play"/>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showMasterSp="0">
  <p:cSld name="Topic Introduction">
    <p:bg>
      <p:bgPr>
        <a:blipFill>
          <a:blip r:embed="rId2">
            <a:alphaModFix/>
          </a:blip>
          <a:stretch>
            <a:fillRect/>
          </a:stretch>
        </a:blipFill>
      </p:bgPr>
    </p:bg>
    <p:spTree>
      <p:nvGrpSpPr>
        <p:cNvPr id="130" name="Shape 130"/>
        <p:cNvGrpSpPr/>
        <p:nvPr/>
      </p:nvGrpSpPr>
      <p:grpSpPr>
        <a:xfrm>
          <a:off x="0" y="0"/>
          <a:ext cx="0" cy="0"/>
          <a:chOff x="0" y="0"/>
          <a:chExt cx="0" cy="0"/>
        </a:xfrm>
      </p:grpSpPr>
      <p:sp>
        <p:nvSpPr>
          <p:cNvPr id="131" name="Google Shape;131;p2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32" name="Google Shape;132;p28"/>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Autofit/>
          </a:bodyPr>
          <a:lstStyle>
            <a:lvl1pPr lvl="0" algn="ctr">
              <a:lnSpc>
                <a:spcPct val="90000"/>
              </a:lnSpc>
              <a:spcBef>
                <a:spcPts val="0"/>
              </a:spcBef>
              <a:spcAft>
                <a:spcPts val="0"/>
              </a:spcAft>
              <a:buClr>
                <a:srgbClr val="F1F3F3"/>
              </a:buClr>
              <a:buSzPts val="2700"/>
              <a:buFont typeface="Play"/>
              <a:buNone/>
              <a:defRPr sz="2700">
                <a:solidFill>
                  <a:srgbClr val="F1F3F3"/>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3" name="Google Shape;133;p28"/>
          <p:cNvSpPr txBox="1"/>
          <p:nvPr>
            <p:ph idx="1" type="body"/>
          </p:nvPr>
        </p:nvSpPr>
        <p:spPr>
          <a:xfrm>
            <a:off x="185166" y="1826220"/>
            <a:ext cx="3045294" cy="27432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F1F3F3"/>
              </a:buClr>
              <a:buSzPts val="2100"/>
              <a:buNone/>
              <a:defRPr>
                <a:solidFill>
                  <a:srgbClr val="F1F3F3"/>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28"/>
          <p:cNvSpPr txBox="1"/>
          <p:nvPr>
            <p:ph idx="2" type="body"/>
          </p:nvPr>
        </p:nvSpPr>
        <p:spPr>
          <a:xfrm>
            <a:off x="3444476" y="219074"/>
            <a:ext cx="5429776" cy="4606988"/>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de">
  <p:cSld name="Title and Code">
    <p:bg>
      <p:bgPr>
        <a:solidFill>
          <a:schemeClr val="lt1"/>
        </a:solidFill>
      </p:bgPr>
    </p:bg>
    <p:spTree>
      <p:nvGrpSpPr>
        <p:cNvPr id="135" name="Shape 135"/>
        <p:cNvGrpSpPr/>
        <p:nvPr/>
      </p:nvGrpSpPr>
      <p:grpSpPr>
        <a:xfrm>
          <a:off x="0" y="0"/>
          <a:ext cx="0" cy="0"/>
          <a:chOff x="0" y="0"/>
          <a:chExt cx="0" cy="0"/>
        </a:xfrm>
      </p:grpSpPr>
      <p:sp>
        <p:nvSpPr>
          <p:cNvPr id="136" name="Google Shape;136;p2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37" name="Google Shape;137;p29"/>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38" name="Google Shape;138;p29"/>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39" name="Google Shape;139;p29"/>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200"/>
              <a:buNone/>
              <a:defRPr sz="1200">
                <a:solidFill>
                  <a:srgbClr val="232F3E"/>
                </a:solidFill>
                <a:latin typeface="Droid Sans Mono"/>
                <a:ea typeface="Droid Sans Mono"/>
                <a:cs typeface="Droid Sans Mono"/>
                <a:sym typeface="Droid Sans Mono"/>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Column, and Small Picture">
  <p:cSld name="Title, Text Column, and Small Picture">
    <p:bg>
      <p:bgPr>
        <a:solidFill>
          <a:schemeClr val="lt1"/>
        </a:solidFill>
      </p:bgPr>
    </p:bg>
    <p:spTree>
      <p:nvGrpSpPr>
        <p:cNvPr id="140" name="Shape 140"/>
        <p:cNvGrpSpPr/>
        <p:nvPr/>
      </p:nvGrpSpPr>
      <p:grpSpPr>
        <a:xfrm>
          <a:off x="0" y="0"/>
          <a:ext cx="0" cy="0"/>
          <a:chOff x="0" y="0"/>
          <a:chExt cx="0" cy="0"/>
        </a:xfrm>
      </p:grpSpPr>
      <p:sp>
        <p:nvSpPr>
          <p:cNvPr id="141" name="Google Shape;141;p3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42" name="Google Shape;142;p3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43" name="Google Shape;143;p30"/>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44" name="Google Shape;144;p30"/>
          <p:cNvSpPr txBox="1"/>
          <p:nvPr>
            <p:ph idx="1" type="body"/>
          </p:nvPr>
        </p:nvSpPr>
        <p:spPr>
          <a:xfrm>
            <a:off x="274320" y="822960"/>
            <a:ext cx="5733288"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a:solidFill>
                  <a:srgbClr val="232F3E"/>
                </a:solidFill>
              </a:defRPr>
            </a:lvl1pPr>
            <a:lvl2pPr indent="-342900" lvl="1" marL="914400" algn="l">
              <a:lnSpc>
                <a:spcPct val="100000"/>
              </a:lnSpc>
              <a:spcBef>
                <a:spcPts val="900"/>
              </a:spcBef>
              <a:spcAft>
                <a:spcPts val="0"/>
              </a:spcAft>
              <a:buClr>
                <a:srgbClr val="232F3E"/>
              </a:buClr>
              <a:buSzPts val="1800"/>
              <a:buChar char="•"/>
              <a:defRPr>
                <a:solidFill>
                  <a:srgbClr val="232F3E"/>
                </a:solidFill>
              </a:defRPr>
            </a:lvl2pPr>
            <a:lvl3pPr indent="-323850" lvl="2" marL="1371600" algn="l">
              <a:lnSpc>
                <a:spcPct val="100000"/>
              </a:lnSpc>
              <a:spcBef>
                <a:spcPts val="900"/>
              </a:spcBef>
              <a:spcAft>
                <a:spcPts val="0"/>
              </a:spcAft>
              <a:buClr>
                <a:srgbClr val="232F3E"/>
              </a:buClr>
              <a:buSzPts val="1500"/>
              <a:buChar char="•"/>
              <a:defRPr>
                <a:solidFill>
                  <a:srgbClr val="232F3E"/>
                </a:solidFill>
              </a:defRPr>
            </a:lvl3pPr>
            <a:lvl4pPr indent="-317500" lvl="3" marL="1828800" algn="l">
              <a:lnSpc>
                <a:spcPct val="100000"/>
              </a:lnSpc>
              <a:spcBef>
                <a:spcPts val="900"/>
              </a:spcBef>
              <a:spcAft>
                <a:spcPts val="0"/>
              </a:spcAft>
              <a:buClr>
                <a:srgbClr val="232F3E"/>
              </a:buClr>
              <a:buSzPts val="1400"/>
              <a:buChar char="•"/>
              <a:defRPr>
                <a:solidFill>
                  <a:srgbClr val="232F3E"/>
                </a:solidFill>
              </a:defRPr>
            </a:lvl4pPr>
            <a:lvl5pPr indent="-317500" lvl="4" marL="2286000" algn="l">
              <a:lnSpc>
                <a:spcPct val="100000"/>
              </a:lnSpc>
              <a:spcBef>
                <a:spcPts val="900"/>
              </a:spcBef>
              <a:spcAft>
                <a:spcPts val="0"/>
              </a:spcAft>
              <a:buClr>
                <a:srgbClr val="232F3E"/>
              </a:buClr>
              <a:buSzPts val="1400"/>
              <a:buChar char="•"/>
              <a:defRPr>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5" name="Google Shape;145;p30"/>
          <p:cNvSpPr/>
          <p:nvPr>
            <p:ph idx="2" type="pic"/>
          </p:nvPr>
        </p:nvSpPr>
        <p:spPr>
          <a:xfrm>
            <a:off x="6373940" y="1707642"/>
            <a:ext cx="2228850" cy="222885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Text, and Small Picture">
  <p:cSld name="Title, Header, Text, and Small Picture">
    <p:bg>
      <p:bgPr>
        <a:solidFill>
          <a:schemeClr val="lt1"/>
        </a:solidFill>
      </p:bgPr>
    </p:bg>
    <p:spTree>
      <p:nvGrpSpPr>
        <p:cNvPr id="146" name="Shape 146"/>
        <p:cNvGrpSpPr/>
        <p:nvPr/>
      </p:nvGrpSpPr>
      <p:grpSpPr>
        <a:xfrm>
          <a:off x="0" y="0"/>
          <a:ext cx="0" cy="0"/>
          <a:chOff x="0" y="0"/>
          <a:chExt cx="0" cy="0"/>
        </a:xfrm>
      </p:grpSpPr>
      <p:sp>
        <p:nvSpPr>
          <p:cNvPr id="147" name="Google Shape;147;p3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48" name="Google Shape;148;p31"/>
          <p:cNvSpPr txBox="1"/>
          <p:nvPr>
            <p:ph type="title"/>
          </p:nvPr>
        </p:nvSpPr>
        <p:spPr>
          <a:xfrm>
            <a:off x="272034"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49" name="Google Shape;149;p31"/>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150" name="Google Shape;150;p31"/>
          <p:cNvSpPr txBox="1"/>
          <p:nvPr>
            <p:ph idx="1" type="body"/>
          </p:nvPr>
        </p:nvSpPr>
        <p:spPr>
          <a:xfrm>
            <a:off x="274320" y="789983"/>
            <a:ext cx="85953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31"/>
          <p:cNvSpPr txBox="1"/>
          <p:nvPr>
            <p:ph idx="2" type="body"/>
          </p:nvPr>
        </p:nvSpPr>
        <p:spPr>
          <a:xfrm>
            <a:off x="274320" y="1172718"/>
            <a:ext cx="5733288" cy="365531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31"/>
          <p:cNvSpPr/>
          <p:nvPr>
            <p:ph idx="3" type="pic"/>
          </p:nvPr>
        </p:nvSpPr>
        <p:spPr>
          <a:xfrm>
            <a:off x="6373940" y="1707642"/>
            <a:ext cx="2228850" cy="2228850"/>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2">
  <p:cSld name="Service Introduction Option 2">
    <p:bg>
      <p:bgPr>
        <a:solidFill>
          <a:schemeClr val="lt1"/>
        </a:solidFill>
      </p:bgPr>
    </p:bg>
    <p:spTree>
      <p:nvGrpSpPr>
        <p:cNvPr id="153" name="Shape 153"/>
        <p:cNvGrpSpPr/>
        <p:nvPr/>
      </p:nvGrpSpPr>
      <p:grpSpPr>
        <a:xfrm>
          <a:off x="0" y="0"/>
          <a:ext cx="0" cy="0"/>
          <a:chOff x="0" y="0"/>
          <a:chExt cx="0" cy="0"/>
        </a:xfrm>
      </p:grpSpPr>
      <p:grpSp>
        <p:nvGrpSpPr>
          <p:cNvPr id="154" name="Google Shape;154;p32"/>
          <p:cNvGrpSpPr/>
          <p:nvPr/>
        </p:nvGrpSpPr>
        <p:grpSpPr>
          <a:xfrm>
            <a:off x="274319" y="771283"/>
            <a:ext cx="8613648" cy="4131945"/>
            <a:chOff x="365759" y="1028377"/>
            <a:chExt cx="11484864" cy="5509260"/>
          </a:xfrm>
        </p:grpSpPr>
        <p:pic>
          <p:nvPicPr>
            <p:cNvPr id="155" name="Google Shape;155;p3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156" name="Google Shape;156;p32"/>
            <p:cNvPicPr preferRelativeResize="0"/>
            <p:nvPr/>
          </p:nvPicPr>
          <p:blipFill rotWithShape="1">
            <a:blip r:embed="rId2">
              <a:alphaModFix/>
            </a:blip>
            <a:srcRect b="0" l="0" r="0" t="0"/>
            <a:stretch/>
          </p:blipFill>
          <p:spPr>
            <a:xfrm rot="5400000">
              <a:off x="224043" y="3771577"/>
              <a:ext cx="5486400" cy="45720"/>
            </a:xfrm>
            <a:prstGeom prst="rect">
              <a:avLst/>
            </a:prstGeom>
            <a:noFill/>
            <a:ln>
              <a:noFill/>
            </a:ln>
          </p:spPr>
        </p:pic>
      </p:grpSp>
      <p:sp>
        <p:nvSpPr>
          <p:cNvPr id="157" name="Google Shape;157;p3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58" name="Google Shape;158;p3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9" name="Google Shape;159;p32"/>
          <p:cNvSpPr/>
          <p:nvPr>
            <p:ph idx="2" type="pic"/>
          </p:nvPr>
        </p:nvSpPr>
        <p:spPr>
          <a:xfrm>
            <a:off x="398913" y="1637105"/>
            <a:ext cx="1714500" cy="1714500"/>
          </a:xfrm>
          <a:prstGeom prst="rect">
            <a:avLst/>
          </a:prstGeom>
          <a:noFill/>
          <a:ln>
            <a:noFill/>
          </a:ln>
        </p:spPr>
      </p:sp>
      <p:sp>
        <p:nvSpPr>
          <p:cNvPr id="160" name="Google Shape;160;p32"/>
          <p:cNvSpPr txBox="1"/>
          <p:nvPr>
            <p:ph idx="1" type="body"/>
          </p:nvPr>
        </p:nvSpPr>
        <p:spPr>
          <a:xfrm>
            <a:off x="398913" y="3381196"/>
            <a:ext cx="1714501" cy="6858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32"/>
          <p:cNvSpPr txBox="1"/>
          <p:nvPr>
            <p:ph idx="3" type="body"/>
          </p:nvPr>
        </p:nvSpPr>
        <p:spPr>
          <a:xfrm>
            <a:off x="2338578" y="822960"/>
            <a:ext cx="6535674" cy="1241298"/>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0"/>
              </a:spcBef>
              <a:spcAft>
                <a:spcPts val="0"/>
              </a:spcAft>
              <a:buClr>
                <a:srgbClr val="232F3E"/>
              </a:buClr>
              <a:buSzPts val="1800"/>
              <a:buNone/>
              <a:defRPr sz="1800">
                <a:solidFill>
                  <a:srgbClr val="232F3E"/>
                </a:solidFill>
                <a:latin typeface="Play"/>
                <a:ea typeface="Play"/>
                <a:cs typeface="Play"/>
                <a:sym typeface="Play"/>
              </a:defRPr>
            </a:lvl1pPr>
            <a:lvl2pPr indent="-228600" lvl="1" marL="914400" algn="l">
              <a:lnSpc>
                <a:spcPct val="90000"/>
              </a:lnSpc>
              <a:spcBef>
                <a:spcPts val="200"/>
              </a:spcBef>
              <a:spcAft>
                <a:spcPts val="0"/>
              </a:spcAft>
              <a:buClr>
                <a:srgbClr val="232F3E"/>
              </a:buClr>
              <a:buSzPts val="1800"/>
              <a:buNone/>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32"/>
          <p:cNvSpPr/>
          <p:nvPr>
            <p:ph idx="4" type="pic"/>
          </p:nvPr>
        </p:nvSpPr>
        <p:spPr>
          <a:xfrm>
            <a:off x="2612898" y="2098548"/>
            <a:ext cx="1508760" cy="1508760"/>
          </a:xfrm>
          <a:prstGeom prst="rect">
            <a:avLst/>
          </a:prstGeom>
          <a:noFill/>
          <a:ln>
            <a:noFill/>
          </a:ln>
        </p:spPr>
      </p:sp>
      <p:sp>
        <p:nvSpPr>
          <p:cNvPr id="163" name="Google Shape;163;p32"/>
          <p:cNvSpPr txBox="1"/>
          <p:nvPr>
            <p:ph idx="5" type="body"/>
          </p:nvPr>
        </p:nvSpPr>
        <p:spPr>
          <a:xfrm>
            <a:off x="2338578" y="3634740"/>
            <a:ext cx="2057400" cy="120015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b="0"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4" name="Google Shape;164;p32"/>
          <p:cNvSpPr/>
          <p:nvPr>
            <p:ph idx="6" type="pic"/>
          </p:nvPr>
        </p:nvSpPr>
        <p:spPr>
          <a:xfrm>
            <a:off x="4855464" y="2098548"/>
            <a:ext cx="1508760" cy="1508760"/>
          </a:xfrm>
          <a:prstGeom prst="rect">
            <a:avLst/>
          </a:prstGeom>
          <a:noFill/>
          <a:ln>
            <a:noFill/>
          </a:ln>
        </p:spPr>
      </p:sp>
      <p:sp>
        <p:nvSpPr>
          <p:cNvPr id="165" name="Google Shape;165;p32"/>
          <p:cNvSpPr txBox="1"/>
          <p:nvPr>
            <p:ph idx="7" type="body"/>
          </p:nvPr>
        </p:nvSpPr>
        <p:spPr>
          <a:xfrm>
            <a:off x="4581144" y="3634740"/>
            <a:ext cx="2057400" cy="120015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b="0"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6" name="Google Shape;166;p32"/>
          <p:cNvSpPr/>
          <p:nvPr>
            <p:ph idx="8" type="pic"/>
          </p:nvPr>
        </p:nvSpPr>
        <p:spPr>
          <a:xfrm>
            <a:off x="7091172" y="2098548"/>
            <a:ext cx="1508760" cy="1508760"/>
          </a:xfrm>
          <a:prstGeom prst="rect">
            <a:avLst/>
          </a:prstGeom>
          <a:noFill/>
          <a:ln>
            <a:noFill/>
          </a:ln>
        </p:spPr>
      </p:sp>
      <p:sp>
        <p:nvSpPr>
          <p:cNvPr id="167" name="Google Shape;167;p32"/>
          <p:cNvSpPr txBox="1"/>
          <p:nvPr>
            <p:ph idx="9" type="body"/>
          </p:nvPr>
        </p:nvSpPr>
        <p:spPr>
          <a:xfrm>
            <a:off x="6816852" y="3634740"/>
            <a:ext cx="2057400" cy="120015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b="0"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de Columns">
  <p:cSld name="Title and 2 Code Columns">
    <p:bg>
      <p:bgPr>
        <a:solidFill>
          <a:schemeClr val="lt1"/>
        </a:solidFill>
      </p:bgPr>
    </p:bg>
    <p:spTree>
      <p:nvGrpSpPr>
        <p:cNvPr id="168" name="Shape 168"/>
        <p:cNvGrpSpPr/>
        <p:nvPr/>
      </p:nvGrpSpPr>
      <p:grpSpPr>
        <a:xfrm>
          <a:off x="0" y="0"/>
          <a:ext cx="0" cy="0"/>
          <a:chOff x="0" y="0"/>
          <a:chExt cx="0" cy="0"/>
        </a:xfrm>
      </p:grpSpPr>
      <p:sp>
        <p:nvSpPr>
          <p:cNvPr id="169" name="Google Shape;169;p3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70" name="Google Shape;170;p3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71" name="Google Shape;171;p33"/>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72" name="Google Shape;172;p33"/>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rgbClr val="232F3E"/>
              </a:buClr>
              <a:buSzPts val="1200"/>
              <a:buNone/>
              <a:defRPr sz="1200">
                <a:solidFill>
                  <a:srgbClr val="232F3E"/>
                </a:solidFill>
                <a:latin typeface="Droid Sans Mono"/>
                <a:ea typeface="Droid Sans Mono"/>
                <a:cs typeface="Droid Sans Mono"/>
                <a:sym typeface="Droid Sans Mono"/>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33"/>
          <p:cNvSpPr txBox="1"/>
          <p:nvPr>
            <p:ph idx="2" type="body"/>
          </p:nvPr>
        </p:nvSpPr>
        <p:spPr>
          <a:xfrm>
            <a:off x="4622292" y="822960"/>
            <a:ext cx="4251960" cy="399821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rgbClr val="232F3E"/>
              </a:buClr>
              <a:buSzPts val="1200"/>
              <a:buNone/>
              <a:defRPr sz="1200">
                <a:solidFill>
                  <a:srgbClr val="232F3E"/>
                </a:solidFill>
                <a:latin typeface="Droid Sans Mono"/>
                <a:ea typeface="Droid Sans Mono"/>
                <a:cs typeface="Droid Sans Mono"/>
                <a:sym typeface="Droid Sans Mono"/>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and 2 Text Columns">
  <p:cSld name="Title, Header, and 2 Text Columns">
    <p:bg>
      <p:bgPr>
        <a:solidFill>
          <a:schemeClr val="lt1"/>
        </a:solidFill>
      </p:bgPr>
    </p:bg>
    <p:spTree>
      <p:nvGrpSpPr>
        <p:cNvPr id="174" name="Shape 174"/>
        <p:cNvGrpSpPr/>
        <p:nvPr/>
      </p:nvGrpSpPr>
      <p:grpSpPr>
        <a:xfrm>
          <a:off x="0" y="0"/>
          <a:ext cx="0" cy="0"/>
          <a:chOff x="0" y="0"/>
          <a:chExt cx="0" cy="0"/>
        </a:xfrm>
      </p:grpSpPr>
      <p:sp>
        <p:nvSpPr>
          <p:cNvPr id="175" name="Google Shape;175;p3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76" name="Google Shape;176;p3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77" name="Google Shape;177;p34"/>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178" name="Google Shape;178;p34"/>
          <p:cNvSpPr txBox="1"/>
          <p:nvPr>
            <p:ph idx="1" type="body"/>
          </p:nvPr>
        </p:nvSpPr>
        <p:spPr>
          <a:xfrm>
            <a:off x="274320" y="789983"/>
            <a:ext cx="85953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34"/>
          <p:cNvSpPr txBox="1"/>
          <p:nvPr>
            <p:ph idx="2" type="body"/>
          </p:nvPr>
        </p:nvSpPr>
        <p:spPr>
          <a:xfrm>
            <a:off x="274320"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34"/>
          <p:cNvSpPr txBox="1"/>
          <p:nvPr>
            <p:ph idx="3" type="body"/>
          </p:nvPr>
        </p:nvSpPr>
        <p:spPr>
          <a:xfrm>
            <a:off x="4622292"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Headers, and 2 Text Columns">
  <p:cSld name="Title, 2 Headers, and 2 Text Columns">
    <p:bg>
      <p:bgPr>
        <a:solidFill>
          <a:schemeClr val="lt1"/>
        </a:solidFill>
      </p:bgPr>
    </p:bg>
    <p:spTree>
      <p:nvGrpSpPr>
        <p:cNvPr id="181" name="Shape 181"/>
        <p:cNvGrpSpPr/>
        <p:nvPr/>
      </p:nvGrpSpPr>
      <p:grpSpPr>
        <a:xfrm>
          <a:off x="0" y="0"/>
          <a:ext cx="0" cy="0"/>
          <a:chOff x="0" y="0"/>
          <a:chExt cx="0" cy="0"/>
        </a:xfrm>
      </p:grpSpPr>
      <p:pic>
        <p:nvPicPr>
          <p:cNvPr id="182" name="Google Shape;182;p35"/>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183" name="Google Shape;183;p3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84" name="Google Shape;184;p3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5" name="Google Shape;185;p35"/>
          <p:cNvSpPr txBox="1"/>
          <p:nvPr>
            <p:ph idx="1" type="body"/>
          </p:nvPr>
        </p:nvSpPr>
        <p:spPr>
          <a:xfrm>
            <a:off x="274320" y="789983"/>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6" name="Google Shape;186;p35"/>
          <p:cNvSpPr txBox="1"/>
          <p:nvPr>
            <p:ph idx="2" type="body"/>
          </p:nvPr>
        </p:nvSpPr>
        <p:spPr>
          <a:xfrm>
            <a:off x="274320"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7" name="Google Shape;187;p35"/>
          <p:cNvSpPr txBox="1"/>
          <p:nvPr>
            <p:ph idx="3" type="body"/>
          </p:nvPr>
        </p:nvSpPr>
        <p:spPr>
          <a:xfrm>
            <a:off x="4622292" y="789983"/>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8" name="Google Shape;188;p35"/>
          <p:cNvSpPr txBox="1"/>
          <p:nvPr>
            <p:ph idx="4" type="body"/>
          </p:nvPr>
        </p:nvSpPr>
        <p:spPr>
          <a:xfrm>
            <a:off x="4622292"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Content, Full Height Picture">
  <p:cSld name="Title, Header, Content, Full Height Picture">
    <p:bg>
      <p:bgPr>
        <a:solidFill>
          <a:schemeClr val="lt1"/>
        </a:solidFill>
      </p:bgPr>
    </p:bg>
    <p:spTree>
      <p:nvGrpSpPr>
        <p:cNvPr id="189" name="Shape 189"/>
        <p:cNvGrpSpPr/>
        <p:nvPr/>
      </p:nvGrpSpPr>
      <p:grpSpPr>
        <a:xfrm>
          <a:off x="0" y="0"/>
          <a:ext cx="0" cy="0"/>
          <a:chOff x="0" y="0"/>
          <a:chExt cx="0" cy="0"/>
        </a:xfrm>
      </p:grpSpPr>
      <p:pic>
        <p:nvPicPr>
          <p:cNvPr id="190" name="Google Shape;190;p36"/>
          <p:cNvPicPr preferRelativeResize="0"/>
          <p:nvPr/>
        </p:nvPicPr>
        <p:blipFill rotWithShape="1">
          <a:blip r:embed="rId2">
            <a:alphaModFix/>
          </a:blip>
          <a:srcRect b="0" l="0" r="50690" t="0"/>
          <a:stretch/>
        </p:blipFill>
        <p:spPr>
          <a:xfrm>
            <a:off x="274321" y="794974"/>
            <a:ext cx="4247388" cy="344979"/>
          </a:xfrm>
          <a:prstGeom prst="rect">
            <a:avLst/>
          </a:prstGeom>
          <a:noFill/>
          <a:ln>
            <a:noFill/>
          </a:ln>
        </p:spPr>
      </p:pic>
      <p:sp>
        <p:nvSpPr>
          <p:cNvPr id="191" name="Google Shape;191;p3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92" name="Google Shape;192;p36"/>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3" name="Google Shape;193;p36"/>
          <p:cNvSpPr txBox="1"/>
          <p:nvPr>
            <p:ph idx="1" type="body"/>
          </p:nvPr>
        </p:nvSpPr>
        <p:spPr>
          <a:xfrm>
            <a:off x="274321" y="788670"/>
            <a:ext cx="4251959"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 name="Google Shape;194;p36"/>
          <p:cNvSpPr txBox="1"/>
          <p:nvPr>
            <p:ph idx="2" type="body"/>
          </p:nvPr>
        </p:nvSpPr>
        <p:spPr>
          <a:xfrm>
            <a:off x="274320" y="1165860"/>
            <a:ext cx="4251960" cy="3661307"/>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36"/>
          <p:cNvSpPr/>
          <p:nvPr>
            <p:ph idx="3" type="pic"/>
          </p:nvPr>
        </p:nvSpPr>
        <p:spPr>
          <a:xfrm>
            <a:off x="4622292" y="785114"/>
            <a:ext cx="4251960" cy="4048577"/>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Columns">
  <p:cSld name="Title and 3 Columns">
    <p:bg>
      <p:bgPr>
        <a:solidFill>
          <a:schemeClr val="lt1"/>
        </a:solidFill>
      </p:bgPr>
    </p:bg>
    <p:spTree>
      <p:nvGrpSpPr>
        <p:cNvPr id="196" name="Shape 196"/>
        <p:cNvGrpSpPr/>
        <p:nvPr/>
      </p:nvGrpSpPr>
      <p:grpSpPr>
        <a:xfrm>
          <a:off x="0" y="0"/>
          <a:ext cx="0" cy="0"/>
          <a:chOff x="0" y="0"/>
          <a:chExt cx="0" cy="0"/>
        </a:xfrm>
      </p:grpSpPr>
      <p:sp>
        <p:nvSpPr>
          <p:cNvPr id="197" name="Google Shape;197;p3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98" name="Google Shape;198;p3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99" name="Google Shape;199;p37"/>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00" name="Google Shape;200;p37"/>
          <p:cNvSpPr txBox="1"/>
          <p:nvPr>
            <p:ph idx="1" type="body"/>
          </p:nvPr>
        </p:nvSpPr>
        <p:spPr>
          <a:xfrm>
            <a:off x="274320" y="822960"/>
            <a:ext cx="281178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1" name="Google Shape;201;p37"/>
          <p:cNvSpPr txBox="1"/>
          <p:nvPr>
            <p:ph idx="2" type="body"/>
          </p:nvPr>
        </p:nvSpPr>
        <p:spPr>
          <a:xfrm>
            <a:off x="3168396" y="822960"/>
            <a:ext cx="281178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2" name="Google Shape;202;p37"/>
          <p:cNvSpPr txBox="1"/>
          <p:nvPr>
            <p:ph idx="3" type="body"/>
          </p:nvPr>
        </p:nvSpPr>
        <p:spPr>
          <a:xfrm>
            <a:off x="6062472" y="822960"/>
            <a:ext cx="281178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Headers, and 3 Text Columns">
  <p:cSld name="Title, 3 Headers, and 3 Text Columns">
    <p:bg>
      <p:bgPr>
        <a:solidFill>
          <a:schemeClr val="lt1"/>
        </a:solidFill>
      </p:bgPr>
    </p:bg>
    <p:spTree>
      <p:nvGrpSpPr>
        <p:cNvPr id="203" name="Shape 203"/>
        <p:cNvGrpSpPr/>
        <p:nvPr/>
      </p:nvGrpSpPr>
      <p:grpSpPr>
        <a:xfrm>
          <a:off x="0" y="0"/>
          <a:ext cx="0" cy="0"/>
          <a:chOff x="0" y="0"/>
          <a:chExt cx="0" cy="0"/>
        </a:xfrm>
      </p:grpSpPr>
      <p:pic>
        <p:nvPicPr>
          <p:cNvPr id="204" name="Google Shape;204;p38"/>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205" name="Google Shape;205;p3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06" name="Google Shape;206;p3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7" name="Google Shape;207;p38"/>
          <p:cNvSpPr txBox="1"/>
          <p:nvPr>
            <p:ph idx="1" type="body"/>
          </p:nvPr>
        </p:nvSpPr>
        <p:spPr>
          <a:xfrm>
            <a:off x="274320" y="789983"/>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8" name="Google Shape;208;p38"/>
          <p:cNvSpPr txBox="1"/>
          <p:nvPr>
            <p:ph idx="2" type="body"/>
          </p:nvPr>
        </p:nvSpPr>
        <p:spPr>
          <a:xfrm>
            <a:off x="274320" y="1172718"/>
            <a:ext cx="281178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9" name="Google Shape;209;p38"/>
          <p:cNvSpPr txBox="1"/>
          <p:nvPr>
            <p:ph idx="3" type="body"/>
          </p:nvPr>
        </p:nvSpPr>
        <p:spPr>
          <a:xfrm>
            <a:off x="3168396" y="789983"/>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0" name="Google Shape;210;p38"/>
          <p:cNvSpPr txBox="1"/>
          <p:nvPr>
            <p:ph idx="4" type="body"/>
          </p:nvPr>
        </p:nvSpPr>
        <p:spPr>
          <a:xfrm>
            <a:off x="3168396" y="1172718"/>
            <a:ext cx="281178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1" name="Google Shape;211;p38"/>
          <p:cNvSpPr txBox="1"/>
          <p:nvPr>
            <p:ph idx="5" type="body"/>
          </p:nvPr>
        </p:nvSpPr>
        <p:spPr>
          <a:xfrm>
            <a:off x="6062472" y="789983"/>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2" name="Google Shape;212;p38"/>
          <p:cNvSpPr txBox="1"/>
          <p:nvPr>
            <p:ph idx="6" type="body"/>
          </p:nvPr>
        </p:nvSpPr>
        <p:spPr>
          <a:xfrm>
            <a:off x="6062472" y="1193292"/>
            <a:ext cx="2811780" cy="3632766"/>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Lg Pics, and 3 Headers">
  <p:cSld name="Title, 3 Lg Pics, and 3 Headers">
    <p:bg>
      <p:bgPr>
        <a:solidFill>
          <a:schemeClr val="lt1"/>
        </a:solidFill>
      </p:bgPr>
    </p:bg>
    <p:spTree>
      <p:nvGrpSpPr>
        <p:cNvPr id="213" name="Shape 213"/>
        <p:cNvGrpSpPr/>
        <p:nvPr/>
      </p:nvGrpSpPr>
      <p:grpSpPr>
        <a:xfrm>
          <a:off x="0" y="0"/>
          <a:ext cx="0" cy="0"/>
          <a:chOff x="0" y="0"/>
          <a:chExt cx="0" cy="0"/>
        </a:xfrm>
      </p:grpSpPr>
      <p:grpSp>
        <p:nvGrpSpPr>
          <p:cNvPr id="214" name="Google Shape;214;p39"/>
          <p:cNvGrpSpPr/>
          <p:nvPr/>
        </p:nvGrpSpPr>
        <p:grpSpPr>
          <a:xfrm>
            <a:off x="265176" y="771283"/>
            <a:ext cx="8622791" cy="3056544"/>
            <a:chOff x="353568" y="1028377"/>
            <a:chExt cx="11497055" cy="4075392"/>
          </a:xfrm>
        </p:grpSpPr>
        <p:pic>
          <p:nvPicPr>
            <p:cNvPr id="215" name="Google Shape;215;p39"/>
            <p:cNvPicPr preferRelativeResize="0"/>
            <p:nvPr/>
          </p:nvPicPr>
          <p:blipFill rotWithShape="1">
            <a:blip r:embed="rId2">
              <a:alphaModFix/>
            </a:blip>
            <a:srcRect b="0" l="0" r="0" t="0"/>
            <a:stretch/>
          </p:blipFill>
          <p:spPr>
            <a:xfrm>
              <a:off x="353568" y="4663440"/>
              <a:ext cx="11460480" cy="440329"/>
            </a:xfrm>
            <a:prstGeom prst="rect">
              <a:avLst/>
            </a:prstGeom>
            <a:noFill/>
            <a:ln>
              <a:noFill/>
            </a:ln>
          </p:spPr>
        </p:pic>
        <p:pic>
          <p:nvPicPr>
            <p:cNvPr id="216" name="Google Shape;216;p39"/>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217" name="Google Shape;217;p3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18" name="Google Shape;218;p3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9" name="Google Shape;219;p39"/>
          <p:cNvSpPr txBox="1"/>
          <p:nvPr>
            <p:ph idx="1" type="body"/>
          </p:nvPr>
        </p:nvSpPr>
        <p:spPr>
          <a:xfrm>
            <a:off x="822960" y="1714500"/>
            <a:ext cx="1714500" cy="17145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chemeClr val="dk2"/>
              </a:buClr>
              <a:buSzPts val="1500"/>
              <a:buNone/>
              <a:defRPr sz="1500">
                <a:solidFill>
                  <a:schemeClr val="dk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0" name="Google Shape;220;p39"/>
          <p:cNvSpPr txBox="1"/>
          <p:nvPr>
            <p:ph idx="2" type="body"/>
          </p:nvPr>
        </p:nvSpPr>
        <p:spPr>
          <a:xfrm>
            <a:off x="274320" y="3497580"/>
            <a:ext cx="2811780" cy="330247"/>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21" name="Google Shape;221;p39"/>
          <p:cNvSpPr txBox="1"/>
          <p:nvPr>
            <p:ph idx="3" type="body"/>
          </p:nvPr>
        </p:nvSpPr>
        <p:spPr>
          <a:xfrm>
            <a:off x="3717036" y="1714500"/>
            <a:ext cx="1714500" cy="17145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chemeClr val="dk2"/>
              </a:buClr>
              <a:buSzPts val="1500"/>
              <a:buNone/>
              <a:defRPr sz="1500">
                <a:solidFill>
                  <a:schemeClr val="dk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39"/>
          <p:cNvSpPr txBox="1"/>
          <p:nvPr>
            <p:ph idx="4" type="body"/>
          </p:nvPr>
        </p:nvSpPr>
        <p:spPr>
          <a:xfrm>
            <a:off x="3168396" y="3497580"/>
            <a:ext cx="2811780" cy="330247"/>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23" name="Google Shape;223;p39"/>
          <p:cNvSpPr txBox="1"/>
          <p:nvPr>
            <p:ph idx="5" type="body"/>
          </p:nvPr>
        </p:nvSpPr>
        <p:spPr>
          <a:xfrm>
            <a:off x="6611112" y="1714500"/>
            <a:ext cx="1714500" cy="17145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chemeClr val="dk2"/>
              </a:buClr>
              <a:buSzPts val="1500"/>
              <a:buNone/>
              <a:defRPr sz="1500">
                <a:solidFill>
                  <a:schemeClr val="dk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39"/>
          <p:cNvSpPr txBox="1"/>
          <p:nvPr>
            <p:ph idx="6" type="body"/>
          </p:nvPr>
        </p:nvSpPr>
        <p:spPr>
          <a:xfrm>
            <a:off x="6062472" y="3497580"/>
            <a:ext cx="2811780" cy="330247"/>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tures, and 3 Text Columns">
  <p:cSld name="Title, 3 Pictures, and 3 Text Columns">
    <p:bg>
      <p:bgPr>
        <a:solidFill>
          <a:schemeClr val="lt1"/>
        </a:solidFill>
      </p:bgPr>
    </p:bg>
    <p:spTree>
      <p:nvGrpSpPr>
        <p:cNvPr id="225" name="Shape 225"/>
        <p:cNvGrpSpPr/>
        <p:nvPr/>
      </p:nvGrpSpPr>
      <p:grpSpPr>
        <a:xfrm>
          <a:off x="0" y="0"/>
          <a:ext cx="0" cy="0"/>
          <a:chOff x="0" y="0"/>
          <a:chExt cx="0" cy="0"/>
        </a:xfrm>
      </p:grpSpPr>
      <p:sp>
        <p:nvSpPr>
          <p:cNvPr id="226" name="Google Shape;226;p4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27" name="Google Shape;227;p4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28" name="Google Shape;228;p40"/>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29" name="Google Shape;229;p40"/>
          <p:cNvSpPr/>
          <p:nvPr>
            <p:ph idx="2" type="pic"/>
          </p:nvPr>
        </p:nvSpPr>
        <p:spPr>
          <a:xfrm>
            <a:off x="822960" y="1714500"/>
            <a:ext cx="1714500" cy="1714500"/>
          </a:xfrm>
          <a:prstGeom prst="rect">
            <a:avLst/>
          </a:prstGeom>
          <a:noFill/>
          <a:ln>
            <a:noFill/>
          </a:ln>
        </p:spPr>
      </p:sp>
      <p:sp>
        <p:nvSpPr>
          <p:cNvPr id="230" name="Google Shape;230;p40"/>
          <p:cNvSpPr txBox="1"/>
          <p:nvPr>
            <p:ph idx="1" type="body"/>
          </p:nvPr>
        </p:nvSpPr>
        <p:spPr>
          <a:xfrm>
            <a:off x="274320"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31" name="Google Shape;231;p40"/>
          <p:cNvSpPr/>
          <p:nvPr>
            <p:ph idx="3" type="pic"/>
          </p:nvPr>
        </p:nvSpPr>
        <p:spPr>
          <a:xfrm>
            <a:off x="3717036" y="1714500"/>
            <a:ext cx="1714500" cy="1714500"/>
          </a:xfrm>
          <a:prstGeom prst="rect">
            <a:avLst/>
          </a:prstGeom>
          <a:noFill/>
          <a:ln>
            <a:noFill/>
          </a:ln>
        </p:spPr>
      </p:sp>
      <p:sp>
        <p:nvSpPr>
          <p:cNvPr id="232" name="Google Shape;232;p40"/>
          <p:cNvSpPr txBox="1"/>
          <p:nvPr>
            <p:ph idx="4" type="body"/>
          </p:nvPr>
        </p:nvSpPr>
        <p:spPr>
          <a:xfrm>
            <a:off x="3168396"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33" name="Google Shape;233;p40"/>
          <p:cNvSpPr/>
          <p:nvPr>
            <p:ph idx="5" type="pic"/>
          </p:nvPr>
        </p:nvSpPr>
        <p:spPr>
          <a:xfrm>
            <a:off x="6611112" y="1714500"/>
            <a:ext cx="1714500" cy="1714500"/>
          </a:xfrm>
          <a:prstGeom prst="rect">
            <a:avLst/>
          </a:prstGeom>
          <a:noFill/>
          <a:ln>
            <a:noFill/>
          </a:ln>
        </p:spPr>
      </p:sp>
      <p:sp>
        <p:nvSpPr>
          <p:cNvPr id="234" name="Google Shape;234;p40"/>
          <p:cNvSpPr txBox="1"/>
          <p:nvPr>
            <p:ph idx="6" type="body"/>
          </p:nvPr>
        </p:nvSpPr>
        <p:spPr>
          <a:xfrm>
            <a:off x="6062472"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3 Pictures, and 3 Text Labels">
  <p:cSld name="Title, Header, 3 Pictures, and 3 Text Labels">
    <p:bg>
      <p:bgPr>
        <a:solidFill>
          <a:schemeClr val="lt1"/>
        </a:solidFill>
      </p:bgPr>
    </p:bg>
    <p:spTree>
      <p:nvGrpSpPr>
        <p:cNvPr id="235" name="Shape 235"/>
        <p:cNvGrpSpPr/>
        <p:nvPr/>
      </p:nvGrpSpPr>
      <p:grpSpPr>
        <a:xfrm>
          <a:off x="0" y="0"/>
          <a:ext cx="0" cy="0"/>
          <a:chOff x="0" y="0"/>
          <a:chExt cx="0" cy="0"/>
        </a:xfrm>
      </p:grpSpPr>
      <p:sp>
        <p:nvSpPr>
          <p:cNvPr id="236" name="Google Shape;236;p4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37" name="Google Shape;237;p4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38" name="Google Shape;238;p41"/>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39" name="Google Shape;239;p41"/>
          <p:cNvSpPr txBox="1"/>
          <p:nvPr>
            <p:ph idx="1" type="body"/>
          </p:nvPr>
        </p:nvSpPr>
        <p:spPr>
          <a:xfrm>
            <a:off x="273844" y="813197"/>
            <a:ext cx="8599932" cy="868508"/>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rgbClr val="232F3E"/>
              </a:buClr>
              <a:buSzPts val="2100"/>
              <a:buNone/>
              <a:defRPr>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0" name="Google Shape;240;p41"/>
          <p:cNvSpPr/>
          <p:nvPr>
            <p:ph idx="2" type="pic"/>
          </p:nvPr>
        </p:nvSpPr>
        <p:spPr>
          <a:xfrm>
            <a:off x="822960" y="1714500"/>
            <a:ext cx="1714500" cy="1714500"/>
          </a:xfrm>
          <a:prstGeom prst="rect">
            <a:avLst/>
          </a:prstGeom>
          <a:noFill/>
          <a:ln>
            <a:noFill/>
          </a:ln>
        </p:spPr>
      </p:sp>
      <p:sp>
        <p:nvSpPr>
          <p:cNvPr id="241" name="Google Shape;241;p41"/>
          <p:cNvSpPr txBox="1"/>
          <p:nvPr>
            <p:ph idx="3" type="body"/>
          </p:nvPr>
        </p:nvSpPr>
        <p:spPr>
          <a:xfrm>
            <a:off x="274320"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2" name="Google Shape;242;p41"/>
          <p:cNvSpPr/>
          <p:nvPr>
            <p:ph idx="4" type="pic"/>
          </p:nvPr>
        </p:nvSpPr>
        <p:spPr>
          <a:xfrm>
            <a:off x="3717036" y="1714500"/>
            <a:ext cx="1714500" cy="1714500"/>
          </a:xfrm>
          <a:prstGeom prst="rect">
            <a:avLst/>
          </a:prstGeom>
          <a:noFill/>
          <a:ln>
            <a:noFill/>
          </a:ln>
        </p:spPr>
      </p:sp>
      <p:sp>
        <p:nvSpPr>
          <p:cNvPr id="243" name="Google Shape;243;p41"/>
          <p:cNvSpPr txBox="1"/>
          <p:nvPr>
            <p:ph idx="5" type="body"/>
          </p:nvPr>
        </p:nvSpPr>
        <p:spPr>
          <a:xfrm>
            <a:off x="3168396"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4" name="Google Shape;244;p41"/>
          <p:cNvSpPr/>
          <p:nvPr>
            <p:ph idx="6" type="pic"/>
          </p:nvPr>
        </p:nvSpPr>
        <p:spPr>
          <a:xfrm>
            <a:off x="6611112" y="1714500"/>
            <a:ext cx="1714500" cy="1714500"/>
          </a:xfrm>
          <a:prstGeom prst="rect">
            <a:avLst/>
          </a:prstGeom>
          <a:noFill/>
          <a:ln>
            <a:noFill/>
          </a:ln>
        </p:spPr>
      </p:sp>
      <p:sp>
        <p:nvSpPr>
          <p:cNvPr id="245" name="Google Shape;245;p41"/>
          <p:cNvSpPr txBox="1"/>
          <p:nvPr>
            <p:ph idx="7" type="body"/>
          </p:nvPr>
        </p:nvSpPr>
        <p:spPr>
          <a:xfrm>
            <a:off x="6062472"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and 3 Text Columns">
  <p:cSld name="Title, 3 Pics, and 3 Text Columns">
    <p:bg>
      <p:bgPr>
        <a:solidFill>
          <a:schemeClr val="lt1"/>
        </a:solidFill>
      </p:bgPr>
    </p:bg>
    <p:spTree>
      <p:nvGrpSpPr>
        <p:cNvPr id="246" name="Shape 246"/>
        <p:cNvGrpSpPr/>
        <p:nvPr/>
      </p:nvGrpSpPr>
      <p:grpSpPr>
        <a:xfrm>
          <a:off x="0" y="0"/>
          <a:ext cx="0" cy="0"/>
          <a:chOff x="0" y="0"/>
          <a:chExt cx="0" cy="0"/>
        </a:xfrm>
      </p:grpSpPr>
      <p:sp>
        <p:nvSpPr>
          <p:cNvPr id="247" name="Google Shape;247;p4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48" name="Google Shape;248;p4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49" name="Google Shape;249;p42"/>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50" name="Google Shape;250;p42"/>
          <p:cNvSpPr/>
          <p:nvPr>
            <p:ph idx="2" type="pic"/>
          </p:nvPr>
        </p:nvSpPr>
        <p:spPr>
          <a:xfrm>
            <a:off x="822960" y="822960"/>
            <a:ext cx="1714500" cy="1714500"/>
          </a:xfrm>
          <a:prstGeom prst="rect">
            <a:avLst/>
          </a:prstGeom>
          <a:noFill/>
          <a:ln>
            <a:noFill/>
          </a:ln>
        </p:spPr>
      </p:sp>
      <p:sp>
        <p:nvSpPr>
          <p:cNvPr id="251" name="Google Shape;251;p42"/>
          <p:cNvSpPr txBox="1"/>
          <p:nvPr>
            <p:ph idx="1" type="body"/>
          </p:nvPr>
        </p:nvSpPr>
        <p:spPr>
          <a:xfrm>
            <a:off x="274320" y="2571750"/>
            <a:ext cx="2811780" cy="224942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2" name="Google Shape;252;p42"/>
          <p:cNvSpPr/>
          <p:nvPr>
            <p:ph idx="3" type="pic"/>
          </p:nvPr>
        </p:nvSpPr>
        <p:spPr>
          <a:xfrm>
            <a:off x="3717036" y="822960"/>
            <a:ext cx="1714500" cy="1714500"/>
          </a:xfrm>
          <a:prstGeom prst="rect">
            <a:avLst/>
          </a:prstGeom>
          <a:noFill/>
          <a:ln>
            <a:noFill/>
          </a:ln>
        </p:spPr>
      </p:sp>
      <p:sp>
        <p:nvSpPr>
          <p:cNvPr id="253" name="Google Shape;253;p42"/>
          <p:cNvSpPr txBox="1"/>
          <p:nvPr>
            <p:ph idx="4" type="body"/>
          </p:nvPr>
        </p:nvSpPr>
        <p:spPr>
          <a:xfrm>
            <a:off x="3168396" y="2571750"/>
            <a:ext cx="2811780" cy="224942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4" name="Google Shape;254;p42"/>
          <p:cNvSpPr/>
          <p:nvPr>
            <p:ph idx="5" type="pic"/>
          </p:nvPr>
        </p:nvSpPr>
        <p:spPr>
          <a:xfrm>
            <a:off x="6611112" y="822960"/>
            <a:ext cx="1714500" cy="1714500"/>
          </a:xfrm>
          <a:prstGeom prst="rect">
            <a:avLst/>
          </a:prstGeom>
          <a:noFill/>
          <a:ln>
            <a:noFill/>
          </a:ln>
        </p:spPr>
      </p:sp>
      <p:sp>
        <p:nvSpPr>
          <p:cNvPr id="255" name="Google Shape;255;p42"/>
          <p:cNvSpPr txBox="1"/>
          <p:nvPr>
            <p:ph idx="6" type="body"/>
          </p:nvPr>
        </p:nvSpPr>
        <p:spPr>
          <a:xfrm>
            <a:off x="6062472" y="2571750"/>
            <a:ext cx="2811780" cy="224942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3 Headers, and 3 Text Columns">
  <p:cSld name="Title, 3 Pics, 3 Headers, and 3 Text Columns">
    <p:bg>
      <p:bgPr>
        <a:solidFill>
          <a:schemeClr val="lt1"/>
        </a:solidFill>
      </p:bgPr>
    </p:bg>
    <p:spTree>
      <p:nvGrpSpPr>
        <p:cNvPr id="256" name="Shape 256"/>
        <p:cNvGrpSpPr/>
        <p:nvPr/>
      </p:nvGrpSpPr>
      <p:grpSpPr>
        <a:xfrm>
          <a:off x="0" y="0"/>
          <a:ext cx="0" cy="0"/>
          <a:chOff x="0" y="0"/>
          <a:chExt cx="0" cy="0"/>
        </a:xfrm>
      </p:grpSpPr>
      <p:grpSp>
        <p:nvGrpSpPr>
          <p:cNvPr id="257" name="Google Shape;257;p43"/>
          <p:cNvGrpSpPr/>
          <p:nvPr/>
        </p:nvGrpSpPr>
        <p:grpSpPr>
          <a:xfrm>
            <a:off x="274319" y="771283"/>
            <a:ext cx="8613648" cy="2130714"/>
            <a:chOff x="365759" y="1028377"/>
            <a:chExt cx="11484864" cy="2840952"/>
          </a:xfrm>
        </p:grpSpPr>
        <p:pic>
          <p:nvPicPr>
            <p:cNvPr id="258" name="Google Shape;258;p43"/>
            <p:cNvPicPr preferRelativeResize="0"/>
            <p:nvPr/>
          </p:nvPicPr>
          <p:blipFill rotWithShape="1">
            <a:blip r:embed="rId2">
              <a:alphaModFix/>
            </a:blip>
            <a:srcRect b="0" l="0" r="0" t="0"/>
            <a:stretch/>
          </p:blipFill>
          <p:spPr>
            <a:xfrm>
              <a:off x="365760" y="3429000"/>
              <a:ext cx="11460480" cy="440329"/>
            </a:xfrm>
            <a:prstGeom prst="rect">
              <a:avLst/>
            </a:prstGeom>
            <a:noFill/>
            <a:ln>
              <a:noFill/>
            </a:ln>
          </p:spPr>
        </p:pic>
        <p:pic>
          <p:nvPicPr>
            <p:cNvPr id="259" name="Google Shape;259;p43"/>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260" name="Google Shape;260;p4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61" name="Google Shape;261;p43"/>
          <p:cNvSpPr txBox="1"/>
          <p:nvPr>
            <p:ph type="title"/>
          </p:nvPr>
        </p:nvSpPr>
        <p:spPr>
          <a:xfrm>
            <a:off x="274321"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2" name="Google Shape;262;p43"/>
          <p:cNvSpPr/>
          <p:nvPr>
            <p:ph idx="2" type="pic"/>
          </p:nvPr>
        </p:nvSpPr>
        <p:spPr>
          <a:xfrm>
            <a:off x="822960" y="822960"/>
            <a:ext cx="1714500" cy="1714500"/>
          </a:xfrm>
          <a:prstGeom prst="rect">
            <a:avLst/>
          </a:prstGeom>
          <a:noFill/>
          <a:ln>
            <a:noFill/>
          </a:ln>
        </p:spPr>
      </p:sp>
      <p:sp>
        <p:nvSpPr>
          <p:cNvPr id="263" name="Google Shape;263;p43"/>
          <p:cNvSpPr txBox="1"/>
          <p:nvPr>
            <p:ph idx="1" type="body"/>
          </p:nvPr>
        </p:nvSpPr>
        <p:spPr>
          <a:xfrm>
            <a:off x="274320" y="2571750"/>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64" name="Google Shape;264;p43"/>
          <p:cNvSpPr txBox="1"/>
          <p:nvPr>
            <p:ph idx="3" type="body"/>
          </p:nvPr>
        </p:nvSpPr>
        <p:spPr>
          <a:xfrm>
            <a:off x="274320" y="2921508"/>
            <a:ext cx="2811780" cy="1904549"/>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5" name="Google Shape;265;p43"/>
          <p:cNvSpPr/>
          <p:nvPr>
            <p:ph idx="4" type="pic"/>
          </p:nvPr>
        </p:nvSpPr>
        <p:spPr>
          <a:xfrm>
            <a:off x="3717036" y="822960"/>
            <a:ext cx="1714500" cy="1714500"/>
          </a:xfrm>
          <a:prstGeom prst="rect">
            <a:avLst/>
          </a:prstGeom>
          <a:noFill/>
          <a:ln>
            <a:noFill/>
          </a:ln>
        </p:spPr>
      </p:sp>
      <p:sp>
        <p:nvSpPr>
          <p:cNvPr id="266" name="Google Shape;266;p43"/>
          <p:cNvSpPr txBox="1"/>
          <p:nvPr>
            <p:ph idx="5" type="body"/>
          </p:nvPr>
        </p:nvSpPr>
        <p:spPr>
          <a:xfrm>
            <a:off x="3168396" y="2571750"/>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67" name="Google Shape;267;p43"/>
          <p:cNvSpPr txBox="1"/>
          <p:nvPr>
            <p:ph idx="6" type="body"/>
          </p:nvPr>
        </p:nvSpPr>
        <p:spPr>
          <a:xfrm>
            <a:off x="3168396" y="2921508"/>
            <a:ext cx="2811780" cy="1904549"/>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8" name="Google Shape;268;p43"/>
          <p:cNvSpPr/>
          <p:nvPr>
            <p:ph idx="7" type="pic"/>
          </p:nvPr>
        </p:nvSpPr>
        <p:spPr>
          <a:xfrm>
            <a:off x="6611112" y="822960"/>
            <a:ext cx="1714500" cy="1714500"/>
          </a:xfrm>
          <a:prstGeom prst="rect">
            <a:avLst/>
          </a:prstGeom>
          <a:noFill/>
          <a:ln>
            <a:noFill/>
          </a:ln>
        </p:spPr>
      </p:sp>
      <p:sp>
        <p:nvSpPr>
          <p:cNvPr id="269" name="Google Shape;269;p43"/>
          <p:cNvSpPr txBox="1"/>
          <p:nvPr>
            <p:ph idx="8" type="body"/>
          </p:nvPr>
        </p:nvSpPr>
        <p:spPr>
          <a:xfrm>
            <a:off x="6076187" y="2571750"/>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70" name="Google Shape;270;p43"/>
          <p:cNvSpPr txBox="1"/>
          <p:nvPr>
            <p:ph idx="9" type="body"/>
          </p:nvPr>
        </p:nvSpPr>
        <p:spPr>
          <a:xfrm>
            <a:off x="6062472" y="2921508"/>
            <a:ext cx="2811780" cy="1904549"/>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images, and 3 text">
  <p:cSld name="Title, 3 images, and 3 text">
    <p:bg>
      <p:bgPr>
        <a:solidFill>
          <a:schemeClr val="lt1"/>
        </a:solidFill>
      </p:bgPr>
    </p:bg>
    <p:spTree>
      <p:nvGrpSpPr>
        <p:cNvPr id="271" name="Shape 271"/>
        <p:cNvGrpSpPr/>
        <p:nvPr/>
      </p:nvGrpSpPr>
      <p:grpSpPr>
        <a:xfrm>
          <a:off x="0" y="0"/>
          <a:ext cx="0" cy="0"/>
          <a:chOff x="0" y="0"/>
          <a:chExt cx="0" cy="0"/>
        </a:xfrm>
      </p:grpSpPr>
      <p:sp>
        <p:nvSpPr>
          <p:cNvPr id="272" name="Google Shape;272;p4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73" name="Google Shape;273;p4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74" name="Google Shape;274;p44"/>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75" name="Google Shape;275;p44"/>
          <p:cNvSpPr/>
          <p:nvPr>
            <p:ph idx="2" type="pic"/>
          </p:nvPr>
        </p:nvSpPr>
        <p:spPr>
          <a:xfrm>
            <a:off x="274320" y="929134"/>
            <a:ext cx="1165860" cy="1165860"/>
          </a:xfrm>
          <a:prstGeom prst="rect">
            <a:avLst/>
          </a:prstGeom>
          <a:noFill/>
          <a:ln>
            <a:noFill/>
          </a:ln>
        </p:spPr>
      </p:sp>
      <p:sp>
        <p:nvSpPr>
          <p:cNvPr id="276" name="Google Shape;276;p44"/>
          <p:cNvSpPr txBox="1"/>
          <p:nvPr>
            <p:ph idx="1" type="body"/>
          </p:nvPr>
        </p:nvSpPr>
        <p:spPr>
          <a:xfrm>
            <a:off x="1533782" y="860555"/>
            <a:ext cx="7335898"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7" name="Google Shape;277;p44"/>
          <p:cNvSpPr/>
          <p:nvPr>
            <p:ph idx="3" type="pic"/>
          </p:nvPr>
        </p:nvSpPr>
        <p:spPr>
          <a:xfrm>
            <a:off x="274320" y="2256708"/>
            <a:ext cx="1165860" cy="1165860"/>
          </a:xfrm>
          <a:prstGeom prst="rect">
            <a:avLst/>
          </a:prstGeom>
          <a:noFill/>
          <a:ln>
            <a:noFill/>
          </a:ln>
        </p:spPr>
      </p:sp>
      <p:sp>
        <p:nvSpPr>
          <p:cNvPr id="278" name="Google Shape;278;p44"/>
          <p:cNvSpPr txBox="1"/>
          <p:nvPr>
            <p:ph idx="4" type="body"/>
          </p:nvPr>
        </p:nvSpPr>
        <p:spPr>
          <a:xfrm>
            <a:off x="1533782" y="2188128"/>
            <a:ext cx="7335898"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9" name="Google Shape;279;p44"/>
          <p:cNvSpPr/>
          <p:nvPr>
            <p:ph idx="5" type="pic"/>
          </p:nvPr>
        </p:nvSpPr>
        <p:spPr>
          <a:xfrm>
            <a:off x="274320" y="3582085"/>
            <a:ext cx="1165860" cy="1165860"/>
          </a:xfrm>
          <a:prstGeom prst="rect">
            <a:avLst/>
          </a:prstGeom>
          <a:noFill/>
          <a:ln>
            <a:noFill/>
          </a:ln>
        </p:spPr>
      </p:sp>
      <p:sp>
        <p:nvSpPr>
          <p:cNvPr id="280" name="Google Shape;280;p44"/>
          <p:cNvSpPr txBox="1"/>
          <p:nvPr>
            <p:ph idx="6" type="body"/>
          </p:nvPr>
        </p:nvSpPr>
        <p:spPr>
          <a:xfrm>
            <a:off x="1533782" y="3513506"/>
            <a:ext cx="7335898"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ronyms">
  <p:cSld name="Acronyms">
    <p:bg>
      <p:bgPr>
        <a:solidFill>
          <a:schemeClr val="lt1"/>
        </a:solidFill>
      </p:bgPr>
    </p:bg>
    <p:spTree>
      <p:nvGrpSpPr>
        <p:cNvPr id="281" name="Shape 281"/>
        <p:cNvGrpSpPr/>
        <p:nvPr/>
      </p:nvGrpSpPr>
      <p:grpSpPr>
        <a:xfrm>
          <a:off x="0" y="0"/>
          <a:ext cx="0" cy="0"/>
          <a:chOff x="0" y="0"/>
          <a:chExt cx="0" cy="0"/>
        </a:xfrm>
      </p:grpSpPr>
      <p:sp>
        <p:nvSpPr>
          <p:cNvPr id="282" name="Google Shape;282;p4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83" name="Google Shape;283;p4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84" name="Google Shape;284;p45"/>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85" name="Google Shape;285;p45"/>
          <p:cNvSpPr txBox="1"/>
          <p:nvPr>
            <p:ph idx="1" type="body"/>
          </p:nvPr>
        </p:nvSpPr>
        <p:spPr>
          <a:xfrm>
            <a:off x="264795" y="891302"/>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6" name="Google Shape;286;p45"/>
          <p:cNvSpPr txBox="1"/>
          <p:nvPr>
            <p:ph idx="2" type="body"/>
          </p:nvPr>
        </p:nvSpPr>
        <p:spPr>
          <a:xfrm>
            <a:off x="1645622" y="822722"/>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228600" lvl="1" marL="914400" algn="l">
              <a:lnSpc>
                <a:spcPct val="100000"/>
              </a:lnSpc>
              <a:spcBef>
                <a:spcPts val="200"/>
              </a:spcBef>
              <a:spcAft>
                <a:spcPts val="0"/>
              </a:spcAft>
              <a:buClr>
                <a:srgbClr val="232F3E"/>
              </a:buClr>
              <a:buSzPts val="1500"/>
              <a:buNone/>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7" name="Google Shape;287;p45"/>
          <p:cNvSpPr txBox="1"/>
          <p:nvPr>
            <p:ph idx="3" type="body"/>
          </p:nvPr>
        </p:nvSpPr>
        <p:spPr>
          <a:xfrm>
            <a:off x="264795" y="2235590"/>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8" name="Google Shape;288;p45"/>
          <p:cNvSpPr txBox="1"/>
          <p:nvPr>
            <p:ph idx="4" type="body"/>
          </p:nvPr>
        </p:nvSpPr>
        <p:spPr>
          <a:xfrm>
            <a:off x="1645622" y="2167010"/>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9" name="Google Shape;289;p45"/>
          <p:cNvSpPr txBox="1"/>
          <p:nvPr>
            <p:ph idx="5" type="body"/>
          </p:nvPr>
        </p:nvSpPr>
        <p:spPr>
          <a:xfrm>
            <a:off x="264795" y="3579876"/>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0" name="Google Shape;290;p45"/>
          <p:cNvSpPr txBox="1"/>
          <p:nvPr>
            <p:ph idx="6" type="body"/>
          </p:nvPr>
        </p:nvSpPr>
        <p:spPr>
          <a:xfrm>
            <a:off x="1645622" y="3511296"/>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1" name="Google Shape;291;p45"/>
          <p:cNvSpPr txBox="1"/>
          <p:nvPr>
            <p:ph idx="7" type="body"/>
          </p:nvPr>
        </p:nvSpPr>
        <p:spPr>
          <a:xfrm>
            <a:off x="4621809" y="891302"/>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2" name="Google Shape;292;p45"/>
          <p:cNvSpPr txBox="1"/>
          <p:nvPr>
            <p:ph idx="8" type="body"/>
          </p:nvPr>
        </p:nvSpPr>
        <p:spPr>
          <a:xfrm>
            <a:off x="5993908" y="822722"/>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Font typeface="Play"/>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3" name="Google Shape;293;p45"/>
          <p:cNvSpPr txBox="1"/>
          <p:nvPr>
            <p:ph idx="9" type="body"/>
          </p:nvPr>
        </p:nvSpPr>
        <p:spPr>
          <a:xfrm>
            <a:off x="4621809" y="2235590"/>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4" name="Google Shape;294;p45"/>
          <p:cNvSpPr txBox="1"/>
          <p:nvPr>
            <p:ph idx="13" type="body"/>
          </p:nvPr>
        </p:nvSpPr>
        <p:spPr>
          <a:xfrm>
            <a:off x="5993908" y="2167010"/>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5" name="Google Shape;295;p45"/>
          <p:cNvSpPr txBox="1"/>
          <p:nvPr>
            <p:ph idx="14" type="body"/>
          </p:nvPr>
        </p:nvSpPr>
        <p:spPr>
          <a:xfrm>
            <a:off x="4621809" y="3579876"/>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6" name="Google Shape;296;p45"/>
          <p:cNvSpPr txBox="1"/>
          <p:nvPr>
            <p:ph idx="15" type="body"/>
          </p:nvPr>
        </p:nvSpPr>
        <p:spPr>
          <a:xfrm>
            <a:off x="5993908" y="3511296"/>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images, and 6 text">
  <p:cSld name="Title, 6 images, and 6 text">
    <p:bg>
      <p:bgPr>
        <a:solidFill>
          <a:schemeClr val="lt1"/>
        </a:solidFill>
      </p:bgPr>
    </p:bg>
    <p:spTree>
      <p:nvGrpSpPr>
        <p:cNvPr id="297" name="Shape 297"/>
        <p:cNvGrpSpPr/>
        <p:nvPr/>
      </p:nvGrpSpPr>
      <p:grpSpPr>
        <a:xfrm>
          <a:off x="0" y="0"/>
          <a:ext cx="0" cy="0"/>
          <a:chOff x="0" y="0"/>
          <a:chExt cx="0" cy="0"/>
        </a:xfrm>
      </p:grpSpPr>
      <p:sp>
        <p:nvSpPr>
          <p:cNvPr id="298" name="Google Shape;298;p4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99" name="Google Shape;299;p46"/>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00" name="Google Shape;300;p46"/>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301" name="Google Shape;301;p46"/>
          <p:cNvSpPr/>
          <p:nvPr>
            <p:ph idx="2" type="pic"/>
          </p:nvPr>
        </p:nvSpPr>
        <p:spPr>
          <a:xfrm>
            <a:off x="274320" y="929134"/>
            <a:ext cx="1165860" cy="1165860"/>
          </a:xfrm>
          <a:prstGeom prst="rect">
            <a:avLst/>
          </a:prstGeom>
          <a:noFill/>
          <a:ln>
            <a:noFill/>
          </a:ln>
        </p:spPr>
      </p:sp>
      <p:sp>
        <p:nvSpPr>
          <p:cNvPr id="302" name="Google Shape;302;p46"/>
          <p:cNvSpPr txBox="1"/>
          <p:nvPr>
            <p:ph idx="1" type="body"/>
          </p:nvPr>
        </p:nvSpPr>
        <p:spPr>
          <a:xfrm>
            <a:off x="1533783" y="860555"/>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3" name="Google Shape;303;p46"/>
          <p:cNvSpPr/>
          <p:nvPr>
            <p:ph idx="3" type="pic"/>
          </p:nvPr>
        </p:nvSpPr>
        <p:spPr>
          <a:xfrm>
            <a:off x="274320" y="2256708"/>
            <a:ext cx="1165860" cy="1165860"/>
          </a:xfrm>
          <a:prstGeom prst="rect">
            <a:avLst/>
          </a:prstGeom>
          <a:noFill/>
          <a:ln>
            <a:noFill/>
          </a:ln>
        </p:spPr>
      </p:sp>
      <p:sp>
        <p:nvSpPr>
          <p:cNvPr id="304" name="Google Shape;304;p46"/>
          <p:cNvSpPr txBox="1"/>
          <p:nvPr>
            <p:ph idx="4" type="body"/>
          </p:nvPr>
        </p:nvSpPr>
        <p:spPr>
          <a:xfrm>
            <a:off x="1533783" y="2188128"/>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5" name="Google Shape;305;p46"/>
          <p:cNvSpPr/>
          <p:nvPr>
            <p:ph idx="5" type="pic"/>
          </p:nvPr>
        </p:nvSpPr>
        <p:spPr>
          <a:xfrm>
            <a:off x="274320" y="3582085"/>
            <a:ext cx="1165860" cy="1165860"/>
          </a:xfrm>
          <a:prstGeom prst="rect">
            <a:avLst/>
          </a:prstGeom>
          <a:noFill/>
          <a:ln>
            <a:noFill/>
          </a:ln>
        </p:spPr>
      </p:sp>
      <p:sp>
        <p:nvSpPr>
          <p:cNvPr id="306" name="Google Shape;306;p46"/>
          <p:cNvSpPr txBox="1"/>
          <p:nvPr>
            <p:ph idx="6" type="body"/>
          </p:nvPr>
        </p:nvSpPr>
        <p:spPr>
          <a:xfrm>
            <a:off x="1533783" y="3513506"/>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7" name="Google Shape;307;p46"/>
          <p:cNvSpPr/>
          <p:nvPr>
            <p:ph idx="7" type="pic"/>
          </p:nvPr>
        </p:nvSpPr>
        <p:spPr>
          <a:xfrm>
            <a:off x="4653864" y="929134"/>
            <a:ext cx="1165860" cy="1165860"/>
          </a:xfrm>
          <a:prstGeom prst="rect">
            <a:avLst/>
          </a:prstGeom>
          <a:noFill/>
          <a:ln>
            <a:noFill/>
          </a:ln>
        </p:spPr>
      </p:sp>
      <p:sp>
        <p:nvSpPr>
          <p:cNvPr id="308" name="Google Shape;308;p46"/>
          <p:cNvSpPr txBox="1"/>
          <p:nvPr>
            <p:ph idx="8" type="body"/>
          </p:nvPr>
        </p:nvSpPr>
        <p:spPr>
          <a:xfrm>
            <a:off x="5913327" y="860555"/>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9" name="Google Shape;309;p46"/>
          <p:cNvSpPr/>
          <p:nvPr>
            <p:ph idx="9" type="pic"/>
          </p:nvPr>
        </p:nvSpPr>
        <p:spPr>
          <a:xfrm>
            <a:off x="4653864" y="2256708"/>
            <a:ext cx="1165860" cy="1165860"/>
          </a:xfrm>
          <a:prstGeom prst="rect">
            <a:avLst/>
          </a:prstGeom>
          <a:noFill/>
          <a:ln>
            <a:noFill/>
          </a:ln>
        </p:spPr>
      </p:sp>
      <p:sp>
        <p:nvSpPr>
          <p:cNvPr id="310" name="Google Shape;310;p46"/>
          <p:cNvSpPr txBox="1"/>
          <p:nvPr>
            <p:ph idx="13" type="body"/>
          </p:nvPr>
        </p:nvSpPr>
        <p:spPr>
          <a:xfrm>
            <a:off x="5913327" y="2188128"/>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1" name="Google Shape;311;p46"/>
          <p:cNvSpPr/>
          <p:nvPr>
            <p:ph idx="14" type="pic"/>
          </p:nvPr>
        </p:nvSpPr>
        <p:spPr>
          <a:xfrm>
            <a:off x="4653864" y="3582085"/>
            <a:ext cx="1165860" cy="1165860"/>
          </a:xfrm>
          <a:prstGeom prst="rect">
            <a:avLst/>
          </a:prstGeom>
          <a:noFill/>
          <a:ln>
            <a:noFill/>
          </a:ln>
        </p:spPr>
      </p:sp>
      <p:sp>
        <p:nvSpPr>
          <p:cNvPr id="312" name="Google Shape;312;p46"/>
          <p:cNvSpPr txBox="1"/>
          <p:nvPr>
            <p:ph idx="15" type="body"/>
          </p:nvPr>
        </p:nvSpPr>
        <p:spPr>
          <a:xfrm>
            <a:off x="5913327" y="3513506"/>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Columns">
  <p:cSld name="Title and 4 Content Columns">
    <p:bg>
      <p:bgPr>
        <a:solidFill>
          <a:schemeClr val="lt1"/>
        </a:solidFill>
      </p:bgPr>
    </p:bg>
    <p:spTree>
      <p:nvGrpSpPr>
        <p:cNvPr id="313" name="Shape 313"/>
        <p:cNvGrpSpPr/>
        <p:nvPr/>
      </p:nvGrpSpPr>
      <p:grpSpPr>
        <a:xfrm>
          <a:off x="0" y="0"/>
          <a:ext cx="0" cy="0"/>
          <a:chOff x="0" y="0"/>
          <a:chExt cx="0" cy="0"/>
        </a:xfrm>
      </p:grpSpPr>
      <p:sp>
        <p:nvSpPr>
          <p:cNvPr id="314" name="Google Shape;314;p4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15" name="Google Shape;315;p4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16" name="Google Shape;316;p47"/>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317" name="Google Shape;317;p47"/>
          <p:cNvSpPr txBox="1"/>
          <p:nvPr>
            <p:ph idx="1" type="body"/>
          </p:nvPr>
        </p:nvSpPr>
        <p:spPr>
          <a:xfrm>
            <a:off x="274320"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8" name="Google Shape;318;p47"/>
          <p:cNvSpPr txBox="1"/>
          <p:nvPr>
            <p:ph idx="2" type="body"/>
          </p:nvPr>
        </p:nvSpPr>
        <p:spPr>
          <a:xfrm>
            <a:off x="2443734"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9" name="Google Shape;319;p47"/>
          <p:cNvSpPr txBox="1"/>
          <p:nvPr>
            <p:ph idx="3" type="body"/>
          </p:nvPr>
        </p:nvSpPr>
        <p:spPr>
          <a:xfrm>
            <a:off x="4613148"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47"/>
          <p:cNvSpPr txBox="1"/>
          <p:nvPr>
            <p:ph idx="4" type="body"/>
          </p:nvPr>
        </p:nvSpPr>
        <p:spPr>
          <a:xfrm>
            <a:off x="6782562"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Headers, and 4 Text Columns">
  <p:cSld name="Title, 4 Headers, and 4 Text Columns">
    <p:bg>
      <p:bgPr>
        <a:solidFill>
          <a:schemeClr val="lt1"/>
        </a:solidFill>
      </p:bgPr>
    </p:bg>
    <p:spTree>
      <p:nvGrpSpPr>
        <p:cNvPr id="321" name="Shape 321"/>
        <p:cNvGrpSpPr/>
        <p:nvPr/>
      </p:nvGrpSpPr>
      <p:grpSpPr>
        <a:xfrm>
          <a:off x="0" y="0"/>
          <a:ext cx="0" cy="0"/>
          <a:chOff x="0" y="0"/>
          <a:chExt cx="0" cy="0"/>
        </a:xfrm>
      </p:grpSpPr>
      <p:pic>
        <p:nvPicPr>
          <p:cNvPr id="322" name="Google Shape;322;p48"/>
          <p:cNvPicPr preferRelativeResize="0"/>
          <p:nvPr/>
        </p:nvPicPr>
        <p:blipFill rotWithShape="1">
          <a:blip r:embed="rId2">
            <a:alphaModFix/>
          </a:blip>
          <a:srcRect b="0" l="0" r="0" t="0"/>
          <a:stretch/>
        </p:blipFill>
        <p:spPr>
          <a:xfrm>
            <a:off x="274320" y="788670"/>
            <a:ext cx="8613648" cy="342900"/>
          </a:xfrm>
          <a:prstGeom prst="rect">
            <a:avLst/>
          </a:prstGeom>
          <a:noFill/>
          <a:ln>
            <a:noFill/>
          </a:ln>
        </p:spPr>
      </p:pic>
      <p:sp>
        <p:nvSpPr>
          <p:cNvPr id="323" name="Google Shape;323;p4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24" name="Google Shape;324;p4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5" name="Google Shape;325;p48"/>
          <p:cNvSpPr txBox="1"/>
          <p:nvPr>
            <p:ph idx="1" type="body"/>
          </p:nvPr>
        </p:nvSpPr>
        <p:spPr>
          <a:xfrm>
            <a:off x="274320"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26" name="Google Shape;326;p48"/>
          <p:cNvSpPr txBox="1"/>
          <p:nvPr>
            <p:ph idx="2" type="body"/>
          </p:nvPr>
        </p:nvSpPr>
        <p:spPr>
          <a:xfrm>
            <a:off x="274320"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7" name="Google Shape;327;p48"/>
          <p:cNvSpPr txBox="1"/>
          <p:nvPr>
            <p:ph idx="3" type="body"/>
          </p:nvPr>
        </p:nvSpPr>
        <p:spPr>
          <a:xfrm>
            <a:off x="2448306"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28" name="Google Shape;328;p48"/>
          <p:cNvSpPr txBox="1"/>
          <p:nvPr>
            <p:ph idx="4" type="body"/>
          </p:nvPr>
        </p:nvSpPr>
        <p:spPr>
          <a:xfrm>
            <a:off x="2448306"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9" name="Google Shape;329;p48"/>
          <p:cNvSpPr txBox="1"/>
          <p:nvPr>
            <p:ph idx="5" type="body"/>
          </p:nvPr>
        </p:nvSpPr>
        <p:spPr>
          <a:xfrm>
            <a:off x="4622292"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30" name="Google Shape;330;p48"/>
          <p:cNvSpPr txBox="1"/>
          <p:nvPr>
            <p:ph idx="6" type="body"/>
          </p:nvPr>
        </p:nvSpPr>
        <p:spPr>
          <a:xfrm>
            <a:off x="4622292"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1" name="Google Shape;331;p48"/>
          <p:cNvSpPr txBox="1"/>
          <p:nvPr>
            <p:ph idx="7" type="body"/>
          </p:nvPr>
        </p:nvSpPr>
        <p:spPr>
          <a:xfrm>
            <a:off x="6796278"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32" name="Google Shape;332;p48"/>
          <p:cNvSpPr txBox="1"/>
          <p:nvPr>
            <p:ph idx="8" type="body"/>
          </p:nvPr>
        </p:nvSpPr>
        <p:spPr>
          <a:xfrm>
            <a:off x="6796278"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4 Lg Pics, and 4 Text Columns">
  <p:cSld name="Title, Header, 4 Lg Pics, and 4 Text Columns">
    <p:bg>
      <p:bgPr>
        <a:solidFill>
          <a:schemeClr val="lt1"/>
        </a:solidFill>
      </p:bgPr>
    </p:bg>
    <p:spTree>
      <p:nvGrpSpPr>
        <p:cNvPr id="333" name="Shape 333"/>
        <p:cNvGrpSpPr/>
        <p:nvPr/>
      </p:nvGrpSpPr>
      <p:grpSpPr>
        <a:xfrm>
          <a:off x="0" y="0"/>
          <a:ext cx="0" cy="0"/>
          <a:chOff x="0" y="0"/>
          <a:chExt cx="0" cy="0"/>
        </a:xfrm>
      </p:grpSpPr>
      <p:sp>
        <p:nvSpPr>
          <p:cNvPr id="334" name="Google Shape;334;p4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35" name="Google Shape;335;p4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36" name="Google Shape;336;p49"/>
          <p:cNvPicPr preferRelativeResize="0"/>
          <p:nvPr/>
        </p:nvPicPr>
        <p:blipFill rotWithShape="1">
          <a:blip r:embed="rId2">
            <a:alphaModFix/>
          </a:blip>
          <a:srcRect b="19987" l="0" r="1111" t="70015"/>
          <a:stretch/>
        </p:blipFill>
        <p:spPr>
          <a:xfrm>
            <a:off x="274320" y="778313"/>
            <a:ext cx="8599932" cy="34289"/>
          </a:xfrm>
          <a:prstGeom prst="rect">
            <a:avLst/>
          </a:prstGeom>
          <a:noFill/>
          <a:ln>
            <a:noFill/>
          </a:ln>
        </p:spPr>
      </p:pic>
      <p:sp>
        <p:nvSpPr>
          <p:cNvPr id="337" name="Google Shape;337;p49"/>
          <p:cNvSpPr txBox="1"/>
          <p:nvPr>
            <p:ph idx="1" type="body"/>
          </p:nvPr>
        </p:nvSpPr>
        <p:spPr>
          <a:xfrm>
            <a:off x="274320" y="785159"/>
            <a:ext cx="8599932" cy="824766"/>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rgbClr val="232F3E"/>
              </a:buClr>
              <a:buSzPts val="2100"/>
              <a:buNone/>
              <a:defRPr b="0" sz="21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38" name="Google Shape;338;p49"/>
          <p:cNvSpPr/>
          <p:nvPr>
            <p:ph idx="2" type="pic"/>
          </p:nvPr>
        </p:nvSpPr>
        <p:spPr>
          <a:xfrm>
            <a:off x="478952" y="1701998"/>
            <a:ext cx="1714500" cy="1714500"/>
          </a:xfrm>
          <a:prstGeom prst="rect">
            <a:avLst/>
          </a:prstGeom>
          <a:noFill/>
          <a:ln>
            <a:noFill/>
          </a:ln>
        </p:spPr>
      </p:sp>
      <p:sp>
        <p:nvSpPr>
          <p:cNvPr id="339" name="Google Shape;339;p49"/>
          <p:cNvSpPr txBox="1"/>
          <p:nvPr>
            <p:ph idx="3" type="body"/>
          </p:nvPr>
        </p:nvSpPr>
        <p:spPr>
          <a:xfrm>
            <a:off x="274320"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0" name="Google Shape;340;p49"/>
          <p:cNvSpPr/>
          <p:nvPr>
            <p:ph idx="4" type="pic"/>
          </p:nvPr>
        </p:nvSpPr>
        <p:spPr>
          <a:xfrm>
            <a:off x="2652938" y="1701998"/>
            <a:ext cx="1714500" cy="1714500"/>
          </a:xfrm>
          <a:prstGeom prst="rect">
            <a:avLst/>
          </a:prstGeom>
          <a:noFill/>
          <a:ln>
            <a:noFill/>
          </a:ln>
        </p:spPr>
      </p:sp>
      <p:sp>
        <p:nvSpPr>
          <p:cNvPr id="341" name="Google Shape;341;p49"/>
          <p:cNvSpPr txBox="1"/>
          <p:nvPr>
            <p:ph idx="5" type="body"/>
          </p:nvPr>
        </p:nvSpPr>
        <p:spPr>
          <a:xfrm>
            <a:off x="2448306"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2" name="Google Shape;342;p49"/>
          <p:cNvSpPr/>
          <p:nvPr>
            <p:ph idx="6" type="pic"/>
          </p:nvPr>
        </p:nvSpPr>
        <p:spPr>
          <a:xfrm>
            <a:off x="4826924" y="1701998"/>
            <a:ext cx="1714500" cy="1714500"/>
          </a:xfrm>
          <a:prstGeom prst="rect">
            <a:avLst/>
          </a:prstGeom>
          <a:noFill/>
          <a:ln>
            <a:noFill/>
          </a:ln>
        </p:spPr>
      </p:sp>
      <p:sp>
        <p:nvSpPr>
          <p:cNvPr id="343" name="Google Shape;343;p49"/>
          <p:cNvSpPr txBox="1"/>
          <p:nvPr>
            <p:ph idx="7" type="body"/>
          </p:nvPr>
        </p:nvSpPr>
        <p:spPr>
          <a:xfrm>
            <a:off x="4622292"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4" name="Google Shape;344;p49"/>
          <p:cNvSpPr/>
          <p:nvPr>
            <p:ph idx="8" type="pic"/>
          </p:nvPr>
        </p:nvSpPr>
        <p:spPr>
          <a:xfrm>
            <a:off x="7000910" y="1701998"/>
            <a:ext cx="1714500" cy="1714500"/>
          </a:xfrm>
          <a:prstGeom prst="rect">
            <a:avLst/>
          </a:prstGeom>
          <a:noFill/>
          <a:ln>
            <a:noFill/>
          </a:ln>
        </p:spPr>
      </p:sp>
      <p:sp>
        <p:nvSpPr>
          <p:cNvPr id="345" name="Google Shape;345;p49"/>
          <p:cNvSpPr txBox="1"/>
          <p:nvPr>
            <p:ph idx="9" type="body"/>
          </p:nvPr>
        </p:nvSpPr>
        <p:spPr>
          <a:xfrm>
            <a:off x="6782562"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 4 Headers, and 4 Text Columns">
  <p:cSld name="Title, 4 Lg Pics, 4 Headers, and 4 Text Columns">
    <p:bg>
      <p:bgPr>
        <a:solidFill>
          <a:schemeClr val="lt1"/>
        </a:solidFill>
      </p:bgPr>
    </p:bg>
    <p:spTree>
      <p:nvGrpSpPr>
        <p:cNvPr id="346" name="Shape 346"/>
        <p:cNvGrpSpPr/>
        <p:nvPr/>
      </p:nvGrpSpPr>
      <p:grpSpPr>
        <a:xfrm>
          <a:off x="0" y="0"/>
          <a:ext cx="0" cy="0"/>
          <a:chOff x="0" y="0"/>
          <a:chExt cx="0" cy="0"/>
        </a:xfrm>
      </p:grpSpPr>
      <p:grpSp>
        <p:nvGrpSpPr>
          <p:cNvPr id="347" name="Google Shape;347;p50"/>
          <p:cNvGrpSpPr/>
          <p:nvPr/>
        </p:nvGrpSpPr>
        <p:grpSpPr>
          <a:xfrm>
            <a:off x="274319" y="771283"/>
            <a:ext cx="8613649" cy="2158146"/>
            <a:chOff x="365759" y="1028377"/>
            <a:chExt cx="11484865" cy="2877528"/>
          </a:xfrm>
        </p:grpSpPr>
        <p:pic>
          <p:nvPicPr>
            <p:cNvPr id="348" name="Google Shape;348;p50"/>
            <p:cNvPicPr preferRelativeResize="0"/>
            <p:nvPr/>
          </p:nvPicPr>
          <p:blipFill rotWithShape="1">
            <a:blip r:embed="rId2">
              <a:alphaModFix/>
            </a:blip>
            <a:srcRect b="0" l="0" r="0" t="0"/>
            <a:stretch/>
          </p:blipFill>
          <p:spPr>
            <a:xfrm>
              <a:off x="365760" y="3448705"/>
              <a:ext cx="11484864" cy="457200"/>
            </a:xfrm>
            <a:prstGeom prst="rect">
              <a:avLst/>
            </a:prstGeom>
            <a:noFill/>
            <a:ln>
              <a:noFill/>
            </a:ln>
          </p:spPr>
        </p:pic>
        <p:pic>
          <p:nvPicPr>
            <p:cNvPr id="349" name="Google Shape;349;p50"/>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350" name="Google Shape;350;p5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51" name="Google Shape;351;p5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2" name="Google Shape;352;p50"/>
          <p:cNvSpPr/>
          <p:nvPr>
            <p:ph idx="2" type="pic"/>
          </p:nvPr>
        </p:nvSpPr>
        <p:spPr>
          <a:xfrm>
            <a:off x="462915" y="822960"/>
            <a:ext cx="1714500" cy="1714500"/>
          </a:xfrm>
          <a:prstGeom prst="rect">
            <a:avLst/>
          </a:prstGeom>
          <a:noFill/>
          <a:ln>
            <a:noFill/>
          </a:ln>
        </p:spPr>
      </p:sp>
      <p:sp>
        <p:nvSpPr>
          <p:cNvPr id="353" name="Google Shape;353;p50"/>
          <p:cNvSpPr txBox="1"/>
          <p:nvPr>
            <p:ph idx="1" type="body"/>
          </p:nvPr>
        </p:nvSpPr>
        <p:spPr>
          <a:xfrm>
            <a:off x="274320" y="2599182"/>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54" name="Google Shape;354;p50"/>
          <p:cNvSpPr txBox="1"/>
          <p:nvPr>
            <p:ph idx="3" type="body"/>
          </p:nvPr>
        </p:nvSpPr>
        <p:spPr>
          <a:xfrm>
            <a:off x="274320"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5" name="Google Shape;355;p50"/>
          <p:cNvSpPr/>
          <p:nvPr>
            <p:ph idx="4" type="pic"/>
          </p:nvPr>
        </p:nvSpPr>
        <p:spPr>
          <a:xfrm>
            <a:off x="2634615" y="822960"/>
            <a:ext cx="1714500" cy="1714500"/>
          </a:xfrm>
          <a:prstGeom prst="rect">
            <a:avLst/>
          </a:prstGeom>
          <a:noFill/>
          <a:ln>
            <a:noFill/>
          </a:ln>
        </p:spPr>
      </p:sp>
      <p:sp>
        <p:nvSpPr>
          <p:cNvPr id="356" name="Google Shape;356;p50"/>
          <p:cNvSpPr txBox="1"/>
          <p:nvPr>
            <p:ph idx="5" type="body"/>
          </p:nvPr>
        </p:nvSpPr>
        <p:spPr>
          <a:xfrm>
            <a:off x="2446020" y="2599182"/>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57" name="Google Shape;357;p50"/>
          <p:cNvSpPr txBox="1"/>
          <p:nvPr>
            <p:ph idx="6" type="body"/>
          </p:nvPr>
        </p:nvSpPr>
        <p:spPr>
          <a:xfrm>
            <a:off x="2446020"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8" name="Google Shape;358;p50"/>
          <p:cNvSpPr/>
          <p:nvPr>
            <p:ph idx="7" type="pic"/>
          </p:nvPr>
        </p:nvSpPr>
        <p:spPr>
          <a:xfrm>
            <a:off x="4810887" y="822960"/>
            <a:ext cx="1714500" cy="1714500"/>
          </a:xfrm>
          <a:prstGeom prst="rect">
            <a:avLst/>
          </a:prstGeom>
          <a:noFill/>
          <a:ln>
            <a:noFill/>
          </a:ln>
        </p:spPr>
      </p:sp>
      <p:sp>
        <p:nvSpPr>
          <p:cNvPr id="359" name="Google Shape;359;p50"/>
          <p:cNvSpPr txBox="1"/>
          <p:nvPr>
            <p:ph idx="8" type="body"/>
          </p:nvPr>
        </p:nvSpPr>
        <p:spPr>
          <a:xfrm>
            <a:off x="4622293" y="2599182"/>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60" name="Google Shape;360;p50"/>
          <p:cNvSpPr txBox="1"/>
          <p:nvPr>
            <p:ph idx="9" type="body"/>
          </p:nvPr>
        </p:nvSpPr>
        <p:spPr>
          <a:xfrm>
            <a:off x="4622293"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1" name="Google Shape;361;p50"/>
          <p:cNvSpPr/>
          <p:nvPr>
            <p:ph idx="13" type="pic"/>
          </p:nvPr>
        </p:nvSpPr>
        <p:spPr>
          <a:xfrm>
            <a:off x="6971157" y="822960"/>
            <a:ext cx="1714500" cy="1714500"/>
          </a:xfrm>
          <a:prstGeom prst="rect">
            <a:avLst/>
          </a:prstGeom>
          <a:noFill/>
          <a:ln>
            <a:noFill/>
          </a:ln>
        </p:spPr>
      </p:sp>
      <p:sp>
        <p:nvSpPr>
          <p:cNvPr id="362" name="Google Shape;362;p50"/>
          <p:cNvSpPr txBox="1"/>
          <p:nvPr>
            <p:ph idx="14" type="subTitle"/>
          </p:nvPr>
        </p:nvSpPr>
        <p:spPr>
          <a:xfrm>
            <a:off x="6782562" y="2599182"/>
            <a:ext cx="2091690" cy="330247"/>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lvl="1" algn="l">
              <a:lnSpc>
                <a:spcPct val="90000"/>
              </a:lnSpc>
              <a:spcBef>
                <a:spcPts val="0"/>
              </a:spcBef>
              <a:spcAft>
                <a:spcPts val="0"/>
              </a:spcAft>
              <a:buClr>
                <a:srgbClr val="232F3E"/>
              </a:buClr>
              <a:buSzPts val="1500"/>
              <a:buNone/>
              <a:defRPr b="1" sz="1500"/>
            </a:lvl2pPr>
            <a:lvl3pPr lvl="2" algn="l">
              <a:lnSpc>
                <a:spcPct val="90000"/>
              </a:lnSpc>
              <a:spcBef>
                <a:spcPts val="900"/>
              </a:spcBef>
              <a:spcAft>
                <a:spcPts val="0"/>
              </a:spcAft>
              <a:buClr>
                <a:srgbClr val="232F3E"/>
              </a:buClr>
              <a:buSzPts val="1400"/>
              <a:buNone/>
              <a:defRPr b="1" sz="1400"/>
            </a:lvl3pPr>
            <a:lvl4pPr lvl="3" algn="l">
              <a:lnSpc>
                <a:spcPct val="90000"/>
              </a:lnSpc>
              <a:spcBef>
                <a:spcPts val="900"/>
              </a:spcBef>
              <a:spcAft>
                <a:spcPts val="0"/>
              </a:spcAft>
              <a:buClr>
                <a:srgbClr val="232F3E"/>
              </a:buClr>
              <a:buSzPts val="1200"/>
              <a:buNone/>
              <a:defRPr b="1" sz="1200"/>
            </a:lvl4pPr>
            <a:lvl5pPr lvl="4" algn="l">
              <a:lnSpc>
                <a:spcPct val="90000"/>
              </a:lnSpc>
              <a:spcBef>
                <a:spcPts val="900"/>
              </a:spcBef>
              <a:spcAft>
                <a:spcPts val="0"/>
              </a:spcAft>
              <a:buClr>
                <a:srgbClr val="232F3E"/>
              </a:buClr>
              <a:buSzPts val="1200"/>
              <a:buNone/>
              <a:defRPr b="1" sz="1200"/>
            </a:lvl5pPr>
            <a:lvl6pPr lvl="5" algn="l">
              <a:lnSpc>
                <a:spcPct val="90000"/>
              </a:lnSpc>
              <a:spcBef>
                <a:spcPts val="900"/>
              </a:spcBef>
              <a:spcAft>
                <a:spcPts val="0"/>
              </a:spcAft>
              <a:buClr>
                <a:schemeClr val="dk1"/>
              </a:buClr>
              <a:buSzPts val="1200"/>
              <a:buNone/>
              <a:defRPr b="1" sz="1200"/>
            </a:lvl6pPr>
            <a:lvl7pPr lvl="6" algn="l">
              <a:lnSpc>
                <a:spcPct val="90000"/>
              </a:lnSpc>
              <a:spcBef>
                <a:spcPts val="400"/>
              </a:spcBef>
              <a:spcAft>
                <a:spcPts val="0"/>
              </a:spcAft>
              <a:buClr>
                <a:schemeClr val="dk1"/>
              </a:buClr>
              <a:buSzPts val="1200"/>
              <a:buNone/>
              <a:defRPr b="1" sz="1200"/>
            </a:lvl7pPr>
            <a:lvl8pPr lvl="7" algn="l">
              <a:lnSpc>
                <a:spcPct val="90000"/>
              </a:lnSpc>
              <a:spcBef>
                <a:spcPts val="400"/>
              </a:spcBef>
              <a:spcAft>
                <a:spcPts val="0"/>
              </a:spcAft>
              <a:buClr>
                <a:schemeClr val="dk1"/>
              </a:buClr>
              <a:buSzPts val="1200"/>
              <a:buNone/>
              <a:defRPr b="1" sz="1200"/>
            </a:lvl8pPr>
            <a:lvl9pPr lvl="8" algn="l">
              <a:lnSpc>
                <a:spcPct val="90000"/>
              </a:lnSpc>
              <a:spcBef>
                <a:spcPts val="400"/>
              </a:spcBef>
              <a:spcAft>
                <a:spcPts val="0"/>
              </a:spcAft>
              <a:buClr>
                <a:schemeClr val="dk1"/>
              </a:buClr>
              <a:buSzPts val="1200"/>
              <a:buNone/>
              <a:defRPr b="1" sz="1200"/>
            </a:lvl9pPr>
          </a:lstStyle>
          <a:p/>
        </p:txBody>
      </p:sp>
      <p:sp>
        <p:nvSpPr>
          <p:cNvPr id="363" name="Google Shape;363;p50"/>
          <p:cNvSpPr txBox="1"/>
          <p:nvPr>
            <p:ph idx="15" type="body"/>
          </p:nvPr>
        </p:nvSpPr>
        <p:spPr>
          <a:xfrm>
            <a:off x="6782562"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Sm Pics, 4 Headers, and 4 Text Columns">
  <p:cSld name="Title, 4 Sm Pics, 4 Headers, and 4 Text Columns">
    <p:bg>
      <p:bgPr>
        <a:solidFill>
          <a:schemeClr val="lt1"/>
        </a:solidFill>
      </p:bgPr>
    </p:bg>
    <p:spTree>
      <p:nvGrpSpPr>
        <p:cNvPr id="364" name="Shape 364"/>
        <p:cNvGrpSpPr/>
        <p:nvPr/>
      </p:nvGrpSpPr>
      <p:grpSpPr>
        <a:xfrm>
          <a:off x="0" y="0"/>
          <a:ext cx="0" cy="0"/>
          <a:chOff x="0" y="0"/>
          <a:chExt cx="0" cy="0"/>
        </a:xfrm>
      </p:grpSpPr>
      <p:grpSp>
        <p:nvGrpSpPr>
          <p:cNvPr id="365" name="Google Shape;365;p51"/>
          <p:cNvGrpSpPr/>
          <p:nvPr/>
        </p:nvGrpSpPr>
        <p:grpSpPr>
          <a:xfrm>
            <a:off x="274319" y="771283"/>
            <a:ext cx="8613649" cy="1760998"/>
            <a:chOff x="365759" y="1028377"/>
            <a:chExt cx="11484865" cy="2347997"/>
          </a:xfrm>
        </p:grpSpPr>
        <p:pic>
          <p:nvPicPr>
            <p:cNvPr id="366" name="Google Shape;366;p51"/>
            <p:cNvPicPr preferRelativeResize="0"/>
            <p:nvPr/>
          </p:nvPicPr>
          <p:blipFill rotWithShape="1">
            <a:blip r:embed="rId2">
              <a:alphaModFix/>
            </a:blip>
            <a:srcRect b="0" l="0" r="0" t="0"/>
            <a:stretch/>
          </p:blipFill>
          <p:spPr>
            <a:xfrm>
              <a:off x="365760" y="2919174"/>
              <a:ext cx="11484864" cy="457200"/>
            </a:xfrm>
            <a:prstGeom prst="rect">
              <a:avLst/>
            </a:prstGeom>
            <a:noFill/>
            <a:ln>
              <a:noFill/>
            </a:ln>
          </p:spPr>
        </p:pic>
        <p:pic>
          <p:nvPicPr>
            <p:cNvPr id="367" name="Google Shape;367;p51"/>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368" name="Google Shape;368;p5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69" name="Google Shape;369;p51"/>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0" name="Google Shape;370;p51"/>
          <p:cNvSpPr/>
          <p:nvPr>
            <p:ph idx="2" type="pic"/>
          </p:nvPr>
        </p:nvSpPr>
        <p:spPr>
          <a:xfrm>
            <a:off x="634365" y="788670"/>
            <a:ext cx="1371600" cy="1371600"/>
          </a:xfrm>
          <a:prstGeom prst="rect">
            <a:avLst/>
          </a:prstGeom>
          <a:noFill/>
          <a:ln>
            <a:noFill/>
          </a:ln>
        </p:spPr>
      </p:sp>
      <p:sp>
        <p:nvSpPr>
          <p:cNvPr id="371" name="Google Shape;371;p51"/>
          <p:cNvSpPr txBox="1"/>
          <p:nvPr>
            <p:ph idx="1" type="body"/>
          </p:nvPr>
        </p:nvSpPr>
        <p:spPr>
          <a:xfrm>
            <a:off x="274320"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2" name="Google Shape;372;p51"/>
          <p:cNvSpPr txBox="1"/>
          <p:nvPr>
            <p:ph idx="3" type="body"/>
          </p:nvPr>
        </p:nvSpPr>
        <p:spPr>
          <a:xfrm>
            <a:off x="274320"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3" name="Google Shape;373;p51"/>
          <p:cNvSpPr/>
          <p:nvPr>
            <p:ph idx="4" type="pic"/>
          </p:nvPr>
        </p:nvSpPr>
        <p:spPr>
          <a:xfrm>
            <a:off x="2803779" y="788670"/>
            <a:ext cx="1371600" cy="1371600"/>
          </a:xfrm>
          <a:prstGeom prst="rect">
            <a:avLst/>
          </a:prstGeom>
          <a:noFill/>
          <a:ln>
            <a:noFill/>
          </a:ln>
        </p:spPr>
      </p:sp>
      <p:sp>
        <p:nvSpPr>
          <p:cNvPr id="374" name="Google Shape;374;p51"/>
          <p:cNvSpPr txBox="1"/>
          <p:nvPr>
            <p:ph idx="5" type="body"/>
          </p:nvPr>
        </p:nvSpPr>
        <p:spPr>
          <a:xfrm>
            <a:off x="2443734"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5" name="Google Shape;375;p51"/>
          <p:cNvSpPr txBox="1"/>
          <p:nvPr>
            <p:ph idx="6" type="body"/>
          </p:nvPr>
        </p:nvSpPr>
        <p:spPr>
          <a:xfrm>
            <a:off x="2443734"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6" name="Google Shape;376;p51"/>
          <p:cNvSpPr/>
          <p:nvPr>
            <p:ph idx="7" type="pic"/>
          </p:nvPr>
        </p:nvSpPr>
        <p:spPr>
          <a:xfrm>
            <a:off x="4973193" y="788670"/>
            <a:ext cx="1371600" cy="1371600"/>
          </a:xfrm>
          <a:prstGeom prst="rect">
            <a:avLst/>
          </a:prstGeom>
          <a:noFill/>
          <a:ln>
            <a:noFill/>
          </a:ln>
        </p:spPr>
      </p:sp>
      <p:sp>
        <p:nvSpPr>
          <p:cNvPr id="377" name="Google Shape;377;p51"/>
          <p:cNvSpPr txBox="1"/>
          <p:nvPr>
            <p:ph idx="8" type="body"/>
          </p:nvPr>
        </p:nvSpPr>
        <p:spPr>
          <a:xfrm>
            <a:off x="4613148"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8" name="Google Shape;378;p51"/>
          <p:cNvSpPr txBox="1"/>
          <p:nvPr>
            <p:ph idx="9" type="body"/>
          </p:nvPr>
        </p:nvSpPr>
        <p:spPr>
          <a:xfrm>
            <a:off x="4613148"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9" name="Google Shape;379;p51"/>
          <p:cNvSpPr/>
          <p:nvPr>
            <p:ph idx="13" type="pic"/>
          </p:nvPr>
        </p:nvSpPr>
        <p:spPr>
          <a:xfrm>
            <a:off x="7142607" y="788670"/>
            <a:ext cx="1371600" cy="1371600"/>
          </a:xfrm>
          <a:prstGeom prst="rect">
            <a:avLst/>
          </a:prstGeom>
          <a:noFill/>
          <a:ln>
            <a:noFill/>
          </a:ln>
        </p:spPr>
      </p:sp>
      <p:sp>
        <p:nvSpPr>
          <p:cNvPr id="380" name="Google Shape;380;p51"/>
          <p:cNvSpPr txBox="1"/>
          <p:nvPr>
            <p:ph idx="14" type="body"/>
          </p:nvPr>
        </p:nvSpPr>
        <p:spPr>
          <a:xfrm>
            <a:off x="6782562"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1" name="Google Shape;381;p51"/>
          <p:cNvSpPr txBox="1"/>
          <p:nvPr>
            <p:ph idx="15" type="body"/>
          </p:nvPr>
        </p:nvSpPr>
        <p:spPr>
          <a:xfrm>
            <a:off x="6782562"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and 4 Headers">
  <p:cSld name="Title, 4 Lg Pics,and 4 Headers">
    <p:bg>
      <p:bgPr>
        <a:solidFill>
          <a:schemeClr val="lt1"/>
        </a:solidFill>
      </p:bgPr>
    </p:bg>
    <p:spTree>
      <p:nvGrpSpPr>
        <p:cNvPr id="382" name="Shape 382"/>
        <p:cNvGrpSpPr/>
        <p:nvPr/>
      </p:nvGrpSpPr>
      <p:grpSpPr>
        <a:xfrm>
          <a:off x="0" y="0"/>
          <a:ext cx="0" cy="0"/>
          <a:chOff x="0" y="0"/>
          <a:chExt cx="0" cy="0"/>
        </a:xfrm>
      </p:grpSpPr>
      <p:grpSp>
        <p:nvGrpSpPr>
          <p:cNvPr id="383" name="Google Shape;383;p52"/>
          <p:cNvGrpSpPr/>
          <p:nvPr/>
        </p:nvGrpSpPr>
        <p:grpSpPr>
          <a:xfrm>
            <a:off x="274319" y="771283"/>
            <a:ext cx="8613649" cy="3130363"/>
            <a:chOff x="365759" y="1028377"/>
            <a:chExt cx="11484865" cy="4173818"/>
          </a:xfrm>
        </p:grpSpPr>
        <p:pic>
          <p:nvPicPr>
            <p:cNvPr id="384" name="Google Shape;384;p5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385" name="Google Shape;385;p52"/>
            <p:cNvPicPr preferRelativeResize="0"/>
            <p:nvPr/>
          </p:nvPicPr>
          <p:blipFill rotWithShape="1">
            <a:blip r:embed="rId3">
              <a:alphaModFix/>
            </a:blip>
            <a:srcRect b="0" l="0" r="0" t="0"/>
            <a:stretch/>
          </p:blipFill>
          <p:spPr>
            <a:xfrm>
              <a:off x="365760" y="4744995"/>
              <a:ext cx="11484864" cy="457200"/>
            </a:xfrm>
            <a:prstGeom prst="rect">
              <a:avLst/>
            </a:prstGeom>
            <a:noFill/>
            <a:ln>
              <a:noFill/>
            </a:ln>
          </p:spPr>
        </p:pic>
      </p:grpSp>
      <p:sp>
        <p:nvSpPr>
          <p:cNvPr id="386" name="Google Shape;386;p5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87" name="Google Shape;387;p5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8" name="Google Shape;388;p52"/>
          <p:cNvSpPr/>
          <p:nvPr>
            <p:ph idx="2" type="pic"/>
          </p:nvPr>
        </p:nvSpPr>
        <p:spPr>
          <a:xfrm>
            <a:off x="274320" y="1376500"/>
            <a:ext cx="2091690" cy="2125980"/>
          </a:xfrm>
          <a:prstGeom prst="rect">
            <a:avLst/>
          </a:prstGeom>
          <a:noFill/>
          <a:ln>
            <a:noFill/>
          </a:ln>
        </p:spPr>
      </p:sp>
      <p:sp>
        <p:nvSpPr>
          <p:cNvPr id="389" name="Google Shape;389;p52"/>
          <p:cNvSpPr txBox="1"/>
          <p:nvPr>
            <p:ph idx="1" type="body"/>
          </p:nvPr>
        </p:nvSpPr>
        <p:spPr>
          <a:xfrm>
            <a:off x="274320"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0" name="Google Shape;390;p52"/>
          <p:cNvSpPr/>
          <p:nvPr>
            <p:ph idx="3" type="pic"/>
          </p:nvPr>
        </p:nvSpPr>
        <p:spPr>
          <a:xfrm>
            <a:off x="2443734" y="1376500"/>
            <a:ext cx="2091690" cy="2125980"/>
          </a:xfrm>
          <a:prstGeom prst="rect">
            <a:avLst/>
          </a:prstGeom>
          <a:noFill/>
          <a:ln>
            <a:noFill/>
          </a:ln>
        </p:spPr>
      </p:sp>
      <p:sp>
        <p:nvSpPr>
          <p:cNvPr id="391" name="Google Shape;391;p52"/>
          <p:cNvSpPr txBox="1"/>
          <p:nvPr>
            <p:ph idx="4" type="body"/>
          </p:nvPr>
        </p:nvSpPr>
        <p:spPr>
          <a:xfrm>
            <a:off x="2443734"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2" name="Google Shape;392;p52"/>
          <p:cNvSpPr/>
          <p:nvPr>
            <p:ph idx="5" type="pic"/>
          </p:nvPr>
        </p:nvSpPr>
        <p:spPr>
          <a:xfrm>
            <a:off x="4613148" y="1376500"/>
            <a:ext cx="2091690" cy="2125980"/>
          </a:xfrm>
          <a:prstGeom prst="rect">
            <a:avLst/>
          </a:prstGeom>
          <a:noFill/>
          <a:ln>
            <a:noFill/>
          </a:ln>
        </p:spPr>
      </p:sp>
      <p:sp>
        <p:nvSpPr>
          <p:cNvPr id="393" name="Google Shape;393;p52"/>
          <p:cNvSpPr txBox="1"/>
          <p:nvPr>
            <p:ph idx="6" type="body"/>
          </p:nvPr>
        </p:nvSpPr>
        <p:spPr>
          <a:xfrm>
            <a:off x="4613148"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4" name="Google Shape;394;p52"/>
          <p:cNvSpPr/>
          <p:nvPr>
            <p:ph idx="7" type="pic"/>
          </p:nvPr>
        </p:nvSpPr>
        <p:spPr>
          <a:xfrm>
            <a:off x="6782562" y="1376500"/>
            <a:ext cx="2091690" cy="2125980"/>
          </a:xfrm>
          <a:prstGeom prst="rect">
            <a:avLst/>
          </a:prstGeom>
          <a:noFill/>
          <a:ln>
            <a:noFill/>
          </a:ln>
        </p:spPr>
      </p:sp>
      <p:sp>
        <p:nvSpPr>
          <p:cNvPr id="395" name="Google Shape;395;p52"/>
          <p:cNvSpPr txBox="1"/>
          <p:nvPr>
            <p:ph idx="8" type="body"/>
          </p:nvPr>
        </p:nvSpPr>
        <p:spPr>
          <a:xfrm>
            <a:off x="6782562"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Pics, and 6 Text Boxes">
  <p:cSld name="Title, 6 Pics, and 6 Text Boxes">
    <p:bg>
      <p:bgPr>
        <a:solidFill>
          <a:schemeClr val="lt1"/>
        </a:solidFill>
      </p:bgPr>
    </p:bg>
    <p:spTree>
      <p:nvGrpSpPr>
        <p:cNvPr id="396" name="Shape 396"/>
        <p:cNvGrpSpPr/>
        <p:nvPr/>
      </p:nvGrpSpPr>
      <p:grpSpPr>
        <a:xfrm>
          <a:off x="0" y="0"/>
          <a:ext cx="0" cy="0"/>
          <a:chOff x="0" y="0"/>
          <a:chExt cx="0" cy="0"/>
        </a:xfrm>
      </p:grpSpPr>
      <p:pic>
        <p:nvPicPr>
          <p:cNvPr id="397" name="Google Shape;397;p53"/>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398" name="Google Shape;398;p5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99" name="Google Shape;399;p53"/>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0" name="Google Shape;400;p53"/>
          <p:cNvSpPr/>
          <p:nvPr>
            <p:ph idx="2" type="pic"/>
          </p:nvPr>
        </p:nvSpPr>
        <p:spPr>
          <a:xfrm>
            <a:off x="1137285" y="908382"/>
            <a:ext cx="1371600" cy="1371600"/>
          </a:xfrm>
          <a:prstGeom prst="rect">
            <a:avLst/>
          </a:prstGeom>
          <a:noFill/>
          <a:ln>
            <a:noFill/>
          </a:ln>
        </p:spPr>
      </p:sp>
      <p:sp>
        <p:nvSpPr>
          <p:cNvPr id="401" name="Google Shape;401;p53"/>
          <p:cNvSpPr txBox="1"/>
          <p:nvPr>
            <p:ph idx="1" type="body"/>
          </p:nvPr>
        </p:nvSpPr>
        <p:spPr>
          <a:xfrm>
            <a:off x="622935" y="2292487"/>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2" name="Google Shape;402;p53"/>
          <p:cNvSpPr/>
          <p:nvPr>
            <p:ph idx="3" type="pic"/>
          </p:nvPr>
        </p:nvSpPr>
        <p:spPr>
          <a:xfrm>
            <a:off x="3886200" y="908382"/>
            <a:ext cx="1371600" cy="1371600"/>
          </a:xfrm>
          <a:prstGeom prst="rect">
            <a:avLst/>
          </a:prstGeom>
          <a:noFill/>
          <a:ln>
            <a:noFill/>
          </a:ln>
        </p:spPr>
      </p:sp>
      <p:sp>
        <p:nvSpPr>
          <p:cNvPr id="403" name="Google Shape;403;p53"/>
          <p:cNvSpPr txBox="1"/>
          <p:nvPr>
            <p:ph idx="4" type="body"/>
          </p:nvPr>
        </p:nvSpPr>
        <p:spPr>
          <a:xfrm>
            <a:off x="3371850" y="2292487"/>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4" name="Google Shape;404;p53"/>
          <p:cNvSpPr/>
          <p:nvPr>
            <p:ph idx="5" type="pic"/>
          </p:nvPr>
        </p:nvSpPr>
        <p:spPr>
          <a:xfrm>
            <a:off x="6639687" y="908382"/>
            <a:ext cx="1371600" cy="1371600"/>
          </a:xfrm>
          <a:prstGeom prst="rect">
            <a:avLst/>
          </a:prstGeom>
          <a:noFill/>
          <a:ln>
            <a:noFill/>
          </a:ln>
        </p:spPr>
      </p:sp>
      <p:sp>
        <p:nvSpPr>
          <p:cNvPr id="405" name="Google Shape;405;p53"/>
          <p:cNvSpPr txBox="1"/>
          <p:nvPr>
            <p:ph idx="6" type="body"/>
          </p:nvPr>
        </p:nvSpPr>
        <p:spPr>
          <a:xfrm>
            <a:off x="6125337" y="2292487"/>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6" name="Google Shape;406;p53"/>
          <p:cNvSpPr/>
          <p:nvPr>
            <p:ph idx="7" type="pic"/>
          </p:nvPr>
        </p:nvSpPr>
        <p:spPr>
          <a:xfrm>
            <a:off x="1137285" y="2899599"/>
            <a:ext cx="1371600" cy="1371600"/>
          </a:xfrm>
          <a:prstGeom prst="rect">
            <a:avLst/>
          </a:prstGeom>
          <a:noFill/>
          <a:ln>
            <a:noFill/>
          </a:ln>
        </p:spPr>
      </p:sp>
      <p:sp>
        <p:nvSpPr>
          <p:cNvPr id="407" name="Google Shape;407;p53"/>
          <p:cNvSpPr txBox="1"/>
          <p:nvPr>
            <p:ph idx="8" type="body"/>
          </p:nvPr>
        </p:nvSpPr>
        <p:spPr>
          <a:xfrm>
            <a:off x="622935" y="4278578"/>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8" name="Google Shape;408;p53"/>
          <p:cNvSpPr/>
          <p:nvPr>
            <p:ph idx="9" type="pic"/>
          </p:nvPr>
        </p:nvSpPr>
        <p:spPr>
          <a:xfrm>
            <a:off x="3886200" y="2899599"/>
            <a:ext cx="1371600" cy="1371600"/>
          </a:xfrm>
          <a:prstGeom prst="rect">
            <a:avLst/>
          </a:prstGeom>
          <a:noFill/>
          <a:ln>
            <a:noFill/>
          </a:ln>
        </p:spPr>
      </p:sp>
      <p:sp>
        <p:nvSpPr>
          <p:cNvPr id="409" name="Google Shape;409;p53"/>
          <p:cNvSpPr txBox="1"/>
          <p:nvPr>
            <p:ph idx="13" type="body"/>
          </p:nvPr>
        </p:nvSpPr>
        <p:spPr>
          <a:xfrm>
            <a:off x="3371850" y="4278578"/>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0" name="Google Shape;410;p53"/>
          <p:cNvSpPr/>
          <p:nvPr>
            <p:ph idx="14" type="pic"/>
          </p:nvPr>
        </p:nvSpPr>
        <p:spPr>
          <a:xfrm>
            <a:off x="6639687" y="2899599"/>
            <a:ext cx="1371600" cy="1371600"/>
          </a:xfrm>
          <a:prstGeom prst="rect">
            <a:avLst/>
          </a:prstGeom>
          <a:noFill/>
          <a:ln>
            <a:noFill/>
          </a:ln>
        </p:spPr>
      </p:sp>
      <p:sp>
        <p:nvSpPr>
          <p:cNvPr id="411" name="Google Shape;411;p53"/>
          <p:cNvSpPr txBox="1"/>
          <p:nvPr>
            <p:ph idx="15" type="body"/>
          </p:nvPr>
        </p:nvSpPr>
        <p:spPr>
          <a:xfrm>
            <a:off x="6125337" y="4278578"/>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8 pictures">
  <p:cSld name="Title and 8 pictures">
    <p:bg>
      <p:bgPr>
        <a:solidFill>
          <a:schemeClr val="lt1"/>
        </a:solidFill>
      </p:bgPr>
    </p:bg>
    <p:spTree>
      <p:nvGrpSpPr>
        <p:cNvPr id="412" name="Shape 412"/>
        <p:cNvGrpSpPr/>
        <p:nvPr/>
      </p:nvGrpSpPr>
      <p:grpSpPr>
        <a:xfrm>
          <a:off x="0" y="0"/>
          <a:ext cx="0" cy="0"/>
          <a:chOff x="0" y="0"/>
          <a:chExt cx="0" cy="0"/>
        </a:xfrm>
      </p:grpSpPr>
      <p:pic>
        <p:nvPicPr>
          <p:cNvPr id="413" name="Google Shape;413;p54"/>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414" name="Google Shape;414;p5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15" name="Google Shape;415;p5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6" name="Google Shape;416;p54"/>
          <p:cNvSpPr/>
          <p:nvPr>
            <p:ph idx="2" type="pic"/>
          </p:nvPr>
        </p:nvSpPr>
        <p:spPr>
          <a:xfrm>
            <a:off x="480060" y="871698"/>
            <a:ext cx="1714500" cy="1714500"/>
          </a:xfrm>
          <a:prstGeom prst="rect">
            <a:avLst/>
          </a:prstGeom>
          <a:noFill/>
          <a:ln>
            <a:noFill/>
          </a:ln>
        </p:spPr>
      </p:sp>
      <p:sp>
        <p:nvSpPr>
          <p:cNvPr id="417" name="Google Shape;417;p54"/>
          <p:cNvSpPr/>
          <p:nvPr>
            <p:ph idx="3" type="pic"/>
          </p:nvPr>
        </p:nvSpPr>
        <p:spPr>
          <a:xfrm>
            <a:off x="2638044" y="871698"/>
            <a:ext cx="1714500" cy="1714500"/>
          </a:xfrm>
          <a:prstGeom prst="rect">
            <a:avLst/>
          </a:prstGeom>
          <a:noFill/>
          <a:ln>
            <a:noFill/>
          </a:ln>
        </p:spPr>
      </p:sp>
      <p:sp>
        <p:nvSpPr>
          <p:cNvPr id="418" name="Google Shape;418;p54"/>
          <p:cNvSpPr/>
          <p:nvPr>
            <p:ph idx="4" type="pic"/>
          </p:nvPr>
        </p:nvSpPr>
        <p:spPr>
          <a:xfrm>
            <a:off x="4796028" y="871698"/>
            <a:ext cx="1714500" cy="1714500"/>
          </a:xfrm>
          <a:prstGeom prst="rect">
            <a:avLst/>
          </a:prstGeom>
          <a:noFill/>
          <a:ln>
            <a:noFill/>
          </a:ln>
        </p:spPr>
      </p:sp>
      <p:sp>
        <p:nvSpPr>
          <p:cNvPr id="419" name="Google Shape;419;p54"/>
          <p:cNvSpPr/>
          <p:nvPr>
            <p:ph idx="5" type="pic"/>
          </p:nvPr>
        </p:nvSpPr>
        <p:spPr>
          <a:xfrm>
            <a:off x="6954012" y="871698"/>
            <a:ext cx="1714500" cy="1714500"/>
          </a:xfrm>
          <a:prstGeom prst="rect">
            <a:avLst/>
          </a:prstGeom>
          <a:noFill/>
          <a:ln>
            <a:noFill/>
          </a:ln>
        </p:spPr>
      </p:sp>
      <p:sp>
        <p:nvSpPr>
          <p:cNvPr id="420" name="Google Shape;420;p54"/>
          <p:cNvSpPr/>
          <p:nvPr>
            <p:ph idx="6" type="pic"/>
          </p:nvPr>
        </p:nvSpPr>
        <p:spPr>
          <a:xfrm>
            <a:off x="480060" y="2904955"/>
            <a:ext cx="1714500" cy="1714500"/>
          </a:xfrm>
          <a:prstGeom prst="rect">
            <a:avLst/>
          </a:prstGeom>
          <a:noFill/>
          <a:ln>
            <a:noFill/>
          </a:ln>
        </p:spPr>
      </p:sp>
      <p:sp>
        <p:nvSpPr>
          <p:cNvPr id="421" name="Google Shape;421;p54"/>
          <p:cNvSpPr/>
          <p:nvPr>
            <p:ph idx="7" type="pic"/>
          </p:nvPr>
        </p:nvSpPr>
        <p:spPr>
          <a:xfrm>
            <a:off x="2638044" y="2904955"/>
            <a:ext cx="1714500" cy="1714500"/>
          </a:xfrm>
          <a:prstGeom prst="rect">
            <a:avLst/>
          </a:prstGeom>
          <a:noFill/>
          <a:ln>
            <a:noFill/>
          </a:ln>
        </p:spPr>
      </p:sp>
      <p:sp>
        <p:nvSpPr>
          <p:cNvPr id="422" name="Google Shape;422;p54"/>
          <p:cNvSpPr/>
          <p:nvPr>
            <p:ph idx="8" type="pic"/>
          </p:nvPr>
        </p:nvSpPr>
        <p:spPr>
          <a:xfrm>
            <a:off x="4796028" y="2904955"/>
            <a:ext cx="1714500" cy="1714500"/>
          </a:xfrm>
          <a:prstGeom prst="rect">
            <a:avLst/>
          </a:prstGeom>
          <a:noFill/>
          <a:ln>
            <a:noFill/>
          </a:ln>
        </p:spPr>
      </p:sp>
      <p:sp>
        <p:nvSpPr>
          <p:cNvPr id="423" name="Google Shape;423;p54"/>
          <p:cNvSpPr/>
          <p:nvPr>
            <p:ph idx="9" type="pic"/>
          </p:nvPr>
        </p:nvSpPr>
        <p:spPr>
          <a:xfrm>
            <a:off x="6954012" y="2904955"/>
            <a:ext cx="1714500" cy="17145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and 8 Text Columns">
  <p:cSld name="Title, 8 Sm Pics, and 8 Text Columns">
    <p:bg>
      <p:bgPr>
        <a:solidFill>
          <a:schemeClr val="lt1"/>
        </a:solidFill>
      </p:bgPr>
    </p:bg>
    <p:spTree>
      <p:nvGrpSpPr>
        <p:cNvPr id="424" name="Shape 424"/>
        <p:cNvGrpSpPr/>
        <p:nvPr/>
      </p:nvGrpSpPr>
      <p:grpSpPr>
        <a:xfrm>
          <a:off x="0" y="0"/>
          <a:ext cx="0" cy="0"/>
          <a:chOff x="0" y="0"/>
          <a:chExt cx="0" cy="0"/>
        </a:xfrm>
      </p:grpSpPr>
      <p:pic>
        <p:nvPicPr>
          <p:cNvPr id="425" name="Google Shape;425;p55"/>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426" name="Google Shape;426;p5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27" name="Google Shape;427;p55"/>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8" name="Google Shape;428;p55"/>
          <p:cNvSpPr/>
          <p:nvPr>
            <p:ph idx="2" type="pic"/>
          </p:nvPr>
        </p:nvSpPr>
        <p:spPr>
          <a:xfrm>
            <a:off x="720090" y="954705"/>
            <a:ext cx="1234440" cy="1236683"/>
          </a:xfrm>
          <a:prstGeom prst="rect">
            <a:avLst/>
          </a:prstGeom>
          <a:noFill/>
          <a:ln>
            <a:noFill/>
          </a:ln>
        </p:spPr>
      </p:sp>
      <p:sp>
        <p:nvSpPr>
          <p:cNvPr id="429" name="Google Shape;429;p55"/>
          <p:cNvSpPr txBox="1"/>
          <p:nvPr>
            <p:ph idx="1" type="body"/>
          </p:nvPr>
        </p:nvSpPr>
        <p:spPr>
          <a:xfrm>
            <a:off x="291465"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0" name="Google Shape;430;p55"/>
          <p:cNvSpPr/>
          <p:nvPr>
            <p:ph idx="3" type="pic"/>
          </p:nvPr>
        </p:nvSpPr>
        <p:spPr>
          <a:xfrm>
            <a:off x="2878074" y="954705"/>
            <a:ext cx="1234440" cy="1236683"/>
          </a:xfrm>
          <a:prstGeom prst="rect">
            <a:avLst/>
          </a:prstGeom>
          <a:noFill/>
          <a:ln>
            <a:noFill/>
          </a:ln>
        </p:spPr>
      </p:sp>
      <p:sp>
        <p:nvSpPr>
          <p:cNvPr id="431" name="Google Shape;431;p55"/>
          <p:cNvSpPr txBox="1"/>
          <p:nvPr>
            <p:ph idx="4" type="body"/>
          </p:nvPr>
        </p:nvSpPr>
        <p:spPr>
          <a:xfrm>
            <a:off x="2449449"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2" name="Google Shape;432;p55"/>
          <p:cNvSpPr/>
          <p:nvPr>
            <p:ph idx="5" type="pic"/>
          </p:nvPr>
        </p:nvSpPr>
        <p:spPr>
          <a:xfrm>
            <a:off x="5036058" y="954705"/>
            <a:ext cx="1234440" cy="1236683"/>
          </a:xfrm>
          <a:prstGeom prst="rect">
            <a:avLst/>
          </a:prstGeom>
          <a:noFill/>
          <a:ln>
            <a:noFill/>
          </a:ln>
        </p:spPr>
      </p:sp>
      <p:sp>
        <p:nvSpPr>
          <p:cNvPr id="433" name="Google Shape;433;p55"/>
          <p:cNvSpPr txBox="1"/>
          <p:nvPr>
            <p:ph idx="6" type="body"/>
          </p:nvPr>
        </p:nvSpPr>
        <p:spPr>
          <a:xfrm>
            <a:off x="4607433"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4" name="Google Shape;434;p55"/>
          <p:cNvSpPr/>
          <p:nvPr>
            <p:ph idx="7" type="pic"/>
          </p:nvPr>
        </p:nvSpPr>
        <p:spPr>
          <a:xfrm>
            <a:off x="7194042" y="954705"/>
            <a:ext cx="1234440" cy="1236683"/>
          </a:xfrm>
          <a:prstGeom prst="rect">
            <a:avLst/>
          </a:prstGeom>
          <a:noFill/>
          <a:ln>
            <a:noFill/>
          </a:ln>
        </p:spPr>
      </p:sp>
      <p:sp>
        <p:nvSpPr>
          <p:cNvPr id="435" name="Google Shape;435;p55"/>
          <p:cNvSpPr txBox="1"/>
          <p:nvPr>
            <p:ph idx="8" type="body"/>
          </p:nvPr>
        </p:nvSpPr>
        <p:spPr>
          <a:xfrm>
            <a:off x="6765417"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6" name="Google Shape;436;p55"/>
          <p:cNvSpPr/>
          <p:nvPr>
            <p:ph idx="9" type="pic"/>
          </p:nvPr>
        </p:nvSpPr>
        <p:spPr>
          <a:xfrm>
            <a:off x="720090" y="2860931"/>
            <a:ext cx="1234440" cy="1236683"/>
          </a:xfrm>
          <a:prstGeom prst="rect">
            <a:avLst/>
          </a:prstGeom>
          <a:noFill/>
          <a:ln>
            <a:noFill/>
          </a:ln>
        </p:spPr>
      </p:sp>
      <p:sp>
        <p:nvSpPr>
          <p:cNvPr id="437" name="Google Shape;437;p55"/>
          <p:cNvSpPr txBox="1"/>
          <p:nvPr>
            <p:ph idx="13" type="body"/>
          </p:nvPr>
        </p:nvSpPr>
        <p:spPr>
          <a:xfrm>
            <a:off x="291465"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8" name="Google Shape;438;p55"/>
          <p:cNvSpPr/>
          <p:nvPr>
            <p:ph idx="14" type="pic"/>
          </p:nvPr>
        </p:nvSpPr>
        <p:spPr>
          <a:xfrm>
            <a:off x="2878074" y="2860931"/>
            <a:ext cx="1234440" cy="1236683"/>
          </a:xfrm>
          <a:prstGeom prst="rect">
            <a:avLst/>
          </a:prstGeom>
          <a:noFill/>
          <a:ln>
            <a:noFill/>
          </a:ln>
        </p:spPr>
      </p:sp>
      <p:sp>
        <p:nvSpPr>
          <p:cNvPr id="439" name="Google Shape;439;p55"/>
          <p:cNvSpPr txBox="1"/>
          <p:nvPr>
            <p:ph idx="15" type="body"/>
          </p:nvPr>
        </p:nvSpPr>
        <p:spPr>
          <a:xfrm>
            <a:off x="2449449"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0" name="Google Shape;440;p55"/>
          <p:cNvSpPr/>
          <p:nvPr>
            <p:ph idx="16" type="pic"/>
          </p:nvPr>
        </p:nvSpPr>
        <p:spPr>
          <a:xfrm>
            <a:off x="5036058" y="2860931"/>
            <a:ext cx="1234440" cy="1236683"/>
          </a:xfrm>
          <a:prstGeom prst="rect">
            <a:avLst/>
          </a:prstGeom>
          <a:noFill/>
          <a:ln>
            <a:noFill/>
          </a:ln>
        </p:spPr>
      </p:sp>
      <p:sp>
        <p:nvSpPr>
          <p:cNvPr id="441" name="Google Shape;441;p55"/>
          <p:cNvSpPr txBox="1"/>
          <p:nvPr>
            <p:ph idx="17" type="body"/>
          </p:nvPr>
        </p:nvSpPr>
        <p:spPr>
          <a:xfrm>
            <a:off x="4607433"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2" name="Google Shape;442;p55"/>
          <p:cNvSpPr/>
          <p:nvPr>
            <p:ph idx="18" type="pic"/>
          </p:nvPr>
        </p:nvSpPr>
        <p:spPr>
          <a:xfrm>
            <a:off x="7194042" y="2860931"/>
            <a:ext cx="1234440" cy="1236683"/>
          </a:xfrm>
          <a:prstGeom prst="rect">
            <a:avLst/>
          </a:prstGeom>
          <a:noFill/>
          <a:ln>
            <a:noFill/>
          </a:ln>
        </p:spPr>
      </p:sp>
      <p:sp>
        <p:nvSpPr>
          <p:cNvPr id="443" name="Google Shape;443;p55"/>
          <p:cNvSpPr txBox="1"/>
          <p:nvPr>
            <p:ph idx="19" type="body"/>
          </p:nvPr>
        </p:nvSpPr>
        <p:spPr>
          <a:xfrm>
            <a:off x="6765417"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8 Headers, and 8 Text Columns">
  <p:cSld name="Title, 8 Sm Pics, 8 Headers, and 8 Text Columns">
    <p:bg>
      <p:bgPr>
        <a:solidFill>
          <a:schemeClr val="lt1"/>
        </a:solidFill>
      </p:bgPr>
    </p:bg>
    <p:spTree>
      <p:nvGrpSpPr>
        <p:cNvPr id="444" name="Shape 444"/>
        <p:cNvGrpSpPr/>
        <p:nvPr/>
      </p:nvGrpSpPr>
      <p:grpSpPr>
        <a:xfrm>
          <a:off x="0" y="0"/>
          <a:ext cx="0" cy="0"/>
          <a:chOff x="0" y="0"/>
          <a:chExt cx="0" cy="0"/>
        </a:xfrm>
      </p:grpSpPr>
      <p:grpSp>
        <p:nvGrpSpPr>
          <p:cNvPr id="445" name="Google Shape;445;p56"/>
          <p:cNvGrpSpPr/>
          <p:nvPr/>
        </p:nvGrpSpPr>
        <p:grpSpPr>
          <a:xfrm>
            <a:off x="274319" y="771283"/>
            <a:ext cx="8613648" cy="3593662"/>
            <a:chOff x="365759" y="1028377"/>
            <a:chExt cx="11484864" cy="4791549"/>
          </a:xfrm>
        </p:grpSpPr>
        <p:pic>
          <p:nvPicPr>
            <p:cNvPr id="446" name="Google Shape;446;p56"/>
            <p:cNvPicPr preferRelativeResize="0"/>
            <p:nvPr/>
          </p:nvPicPr>
          <p:blipFill rotWithShape="1">
            <a:blip r:embed="rId2">
              <a:alphaModFix/>
            </a:blip>
            <a:srcRect b="0" l="0" r="0" t="0"/>
            <a:stretch/>
          </p:blipFill>
          <p:spPr>
            <a:xfrm>
              <a:off x="388620" y="2816120"/>
              <a:ext cx="11443716" cy="320040"/>
            </a:xfrm>
            <a:prstGeom prst="rect">
              <a:avLst/>
            </a:prstGeom>
            <a:noFill/>
            <a:ln>
              <a:noFill/>
            </a:ln>
          </p:spPr>
        </p:pic>
        <p:pic>
          <p:nvPicPr>
            <p:cNvPr id="447" name="Google Shape;447;p56"/>
            <p:cNvPicPr preferRelativeResize="0"/>
            <p:nvPr/>
          </p:nvPicPr>
          <p:blipFill rotWithShape="1">
            <a:blip r:embed="rId2">
              <a:alphaModFix/>
            </a:blip>
            <a:srcRect b="0" l="0" r="0" t="0"/>
            <a:stretch/>
          </p:blipFill>
          <p:spPr>
            <a:xfrm>
              <a:off x="388620" y="5499886"/>
              <a:ext cx="11443716" cy="320040"/>
            </a:xfrm>
            <a:prstGeom prst="rect">
              <a:avLst/>
            </a:prstGeom>
            <a:noFill/>
            <a:ln>
              <a:noFill/>
            </a:ln>
          </p:spPr>
        </p:pic>
        <p:pic>
          <p:nvPicPr>
            <p:cNvPr id="448" name="Google Shape;448;p56"/>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449" name="Google Shape;449;p5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50" name="Google Shape;450;p56"/>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1" name="Google Shape;451;p56"/>
          <p:cNvSpPr/>
          <p:nvPr>
            <p:ph idx="2" type="pic"/>
          </p:nvPr>
        </p:nvSpPr>
        <p:spPr>
          <a:xfrm>
            <a:off x="720090" y="834390"/>
            <a:ext cx="1234440" cy="1236683"/>
          </a:xfrm>
          <a:prstGeom prst="rect">
            <a:avLst/>
          </a:prstGeom>
          <a:noFill/>
          <a:ln>
            <a:noFill/>
          </a:ln>
        </p:spPr>
      </p:sp>
      <p:sp>
        <p:nvSpPr>
          <p:cNvPr id="452" name="Google Shape;452;p56"/>
          <p:cNvSpPr txBox="1"/>
          <p:nvPr>
            <p:ph idx="1" type="body"/>
          </p:nvPr>
        </p:nvSpPr>
        <p:spPr>
          <a:xfrm>
            <a:off x="291465"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3" name="Google Shape;453;p56"/>
          <p:cNvSpPr txBox="1"/>
          <p:nvPr>
            <p:ph idx="3" type="body"/>
          </p:nvPr>
        </p:nvSpPr>
        <p:spPr>
          <a:xfrm>
            <a:off x="291465"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4" name="Google Shape;454;p56"/>
          <p:cNvSpPr/>
          <p:nvPr>
            <p:ph idx="4" type="pic"/>
          </p:nvPr>
        </p:nvSpPr>
        <p:spPr>
          <a:xfrm>
            <a:off x="2878074" y="834390"/>
            <a:ext cx="1234440" cy="1236683"/>
          </a:xfrm>
          <a:prstGeom prst="rect">
            <a:avLst/>
          </a:prstGeom>
          <a:noFill/>
          <a:ln>
            <a:noFill/>
          </a:ln>
        </p:spPr>
      </p:sp>
      <p:sp>
        <p:nvSpPr>
          <p:cNvPr id="455" name="Google Shape;455;p56"/>
          <p:cNvSpPr txBox="1"/>
          <p:nvPr>
            <p:ph idx="5" type="body"/>
          </p:nvPr>
        </p:nvSpPr>
        <p:spPr>
          <a:xfrm>
            <a:off x="2449449"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6" name="Google Shape;456;p56"/>
          <p:cNvSpPr txBox="1"/>
          <p:nvPr>
            <p:ph idx="6" type="body"/>
          </p:nvPr>
        </p:nvSpPr>
        <p:spPr>
          <a:xfrm>
            <a:off x="2449449"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7" name="Google Shape;457;p56"/>
          <p:cNvSpPr/>
          <p:nvPr>
            <p:ph idx="7" type="pic"/>
          </p:nvPr>
        </p:nvSpPr>
        <p:spPr>
          <a:xfrm>
            <a:off x="5036058" y="834390"/>
            <a:ext cx="1234440" cy="1236683"/>
          </a:xfrm>
          <a:prstGeom prst="rect">
            <a:avLst/>
          </a:prstGeom>
          <a:noFill/>
          <a:ln>
            <a:noFill/>
          </a:ln>
        </p:spPr>
      </p:sp>
      <p:sp>
        <p:nvSpPr>
          <p:cNvPr id="458" name="Google Shape;458;p56"/>
          <p:cNvSpPr txBox="1"/>
          <p:nvPr>
            <p:ph idx="8" type="body"/>
          </p:nvPr>
        </p:nvSpPr>
        <p:spPr>
          <a:xfrm>
            <a:off x="4607433"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9" name="Google Shape;459;p56"/>
          <p:cNvSpPr txBox="1"/>
          <p:nvPr>
            <p:ph idx="9" type="body"/>
          </p:nvPr>
        </p:nvSpPr>
        <p:spPr>
          <a:xfrm>
            <a:off x="4607433"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0" name="Google Shape;460;p56"/>
          <p:cNvSpPr/>
          <p:nvPr>
            <p:ph idx="13" type="pic"/>
          </p:nvPr>
        </p:nvSpPr>
        <p:spPr>
          <a:xfrm>
            <a:off x="7194042" y="834390"/>
            <a:ext cx="1234440" cy="1236683"/>
          </a:xfrm>
          <a:prstGeom prst="rect">
            <a:avLst/>
          </a:prstGeom>
          <a:noFill/>
          <a:ln>
            <a:noFill/>
          </a:ln>
        </p:spPr>
      </p:sp>
      <p:sp>
        <p:nvSpPr>
          <p:cNvPr id="461" name="Google Shape;461;p56"/>
          <p:cNvSpPr txBox="1"/>
          <p:nvPr>
            <p:ph idx="14" type="body"/>
          </p:nvPr>
        </p:nvSpPr>
        <p:spPr>
          <a:xfrm>
            <a:off x="6765417"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2" name="Google Shape;462;p56"/>
          <p:cNvSpPr txBox="1"/>
          <p:nvPr>
            <p:ph idx="15" type="body"/>
          </p:nvPr>
        </p:nvSpPr>
        <p:spPr>
          <a:xfrm>
            <a:off x="6765417"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3" name="Google Shape;463;p56"/>
          <p:cNvSpPr/>
          <p:nvPr>
            <p:ph idx="16" type="pic"/>
          </p:nvPr>
        </p:nvSpPr>
        <p:spPr>
          <a:xfrm>
            <a:off x="720090" y="2860931"/>
            <a:ext cx="1234440" cy="1236683"/>
          </a:xfrm>
          <a:prstGeom prst="rect">
            <a:avLst/>
          </a:prstGeom>
          <a:noFill/>
          <a:ln>
            <a:noFill/>
          </a:ln>
        </p:spPr>
      </p:sp>
      <p:sp>
        <p:nvSpPr>
          <p:cNvPr id="464" name="Google Shape;464;p56"/>
          <p:cNvSpPr txBox="1"/>
          <p:nvPr>
            <p:ph idx="17" type="body"/>
          </p:nvPr>
        </p:nvSpPr>
        <p:spPr>
          <a:xfrm>
            <a:off x="291465"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5" name="Google Shape;465;p56"/>
          <p:cNvSpPr txBox="1"/>
          <p:nvPr>
            <p:ph idx="18" type="body"/>
          </p:nvPr>
        </p:nvSpPr>
        <p:spPr>
          <a:xfrm>
            <a:off x="291465"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6" name="Google Shape;466;p56"/>
          <p:cNvSpPr/>
          <p:nvPr>
            <p:ph idx="19" type="pic"/>
          </p:nvPr>
        </p:nvSpPr>
        <p:spPr>
          <a:xfrm>
            <a:off x="2878074" y="2860931"/>
            <a:ext cx="1234440" cy="1236683"/>
          </a:xfrm>
          <a:prstGeom prst="rect">
            <a:avLst/>
          </a:prstGeom>
          <a:noFill/>
          <a:ln>
            <a:noFill/>
          </a:ln>
        </p:spPr>
      </p:sp>
      <p:sp>
        <p:nvSpPr>
          <p:cNvPr id="467" name="Google Shape;467;p56"/>
          <p:cNvSpPr txBox="1"/>
          <p:nvPr>
            <p:ph idx="20" type="body"/>
          </p:nvPr>
        </p:nvSpPr>
        <p:spPr>
          <a:xfrm>
            <a:off x="2449449"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8" name="Google Shape;468;p56"/>
          <p:cNvSpPr txBox="1"/>
          <p:nvPr>
            <p:ph idx="21" type="body"/>
          </p:nvPr>
        </p:nvSpPr>
        <p:spPr>
          <a:xfrm>
            <a:off x="2449449"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9" name="Google Shape;469;p56"/>
          <p:cNvSpPr/>
          <p:nvPr>
            <p:ph idx="22" type="pic"/>
          </p:nvPr>
        </p:nvSpPr>
        <p:spPr>
          <a:xfrm>
            <a:off x="5036058" y="2860931"/>
            <a:ext cx="1234440" cy="1236683"/>
          </a:xfrm>
          <a:prstGeom prst="rect">
            <a:avLst/>
          </a:prstGeom>
          <a:noFill/>
          <a:ln>
            <a:noFill/>
          </a:ln>
        </p:spPr>
      </p:sp>
      <p:sp>
        <p:nvSpPr>
          <p:cNvPr id="470" name="Google Shape;470;p56"/>
          <p:cNvSpPr txBox="1"/>
          <p:nvPr>
            <p:ph idx="23" type="body"/>
          </p:nvPr>
        </p:nvSpPr>
        <p:spPr>
          <a:xfrm>
            <a:off x="4607433"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1" name="Google Shape;471;p56"/>
          <p:cNvSpPr txBox="1"/>
          <p:nvPr>
            <p:ph idx="24" type="body"/>
          </p:nvPr>
        </p:nvSpPr>
        <p:spPr>
          <a:xfrm>
            <a:off x="4607433"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2" name="Google Shape;472;p56"/>
          <p:cNvSpPr/>
          <p:nvPr>
            <p:ph idx="25" type="pic"/>
          </p:nvPr>
        </p:nvSpPr>
        <p:spPr>
          <a:xfrm>
            <a:off x="7194042" y="2860931"/>
            <a:ext cx="1234440" cy="1236683"/>
          </a:xfrm>
          <a:prstGeom prst="rect">
            <a:avLst/>
          </a:prstGeom>
          <a:noFill/>
          <a:ln>
            <a:noFill/>
          </a:ln>
        </p:spPr>
      </p:sp>
      <p:sp>
        <p:nvSpPr>
          <p:cNvPr id="473" name="Google Shape;473;p56"/>
          <p:cNvSpPr txBox="1"/>
          <p:nvPr>
            <p:ph idx="26" type="body"/>
          </p:nvPr>
        </p:nvSpPr>
        <p:spPr>
          <a:xfrm>
            <a:off x="6765417"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4" name="Google Shape;474;p56"/>
          <p:cNvSpPr txBox="1"/>
          <p:nvPr>
            <p:ph idx="27" type="body"/>
          </p:nvPr>
        </p:nvSpPr>
        <p:spPr>
          <a:xfrm>
            <a:off x="6765417"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lank">
  <p:cSld name="Title Only Blank">
    <p:bg>
      <p:bgPr>
        <a:solidFill>
          <a:schemeClr val="lt1"/>
        </a:solidFill>
      </p:bgPr>
    </p:bg>
    <p:spTree>
      <p:nvGrpSpPr>
        <p:cNvPr id="475" name="Shape 475"/>
        <p:cNvGrpSpPr/>
        <p:nvPr/>
      </p:nvGrpSpPr>
      <p:grpSpPr>
        <a:xfrm>
          <a:off x="0" y="0"/>
          <a:ext cx="0" cy="0"/>
          <a:chOff x="0" y="0"/>
          <a:chExt cx="0" cy="0"/>
        </a:xfrm>
      </p:grpSpPr>
      <p:sp>
        <p:nvSpPr>
          <p:cNvPr id="476" name="Google Shape;476;p5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77" name="Google Shape;477;p57"/>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and Architecture">
  <p:cSld name="Small Title and Architecture">
    <p:bg>
      <p:bgPr>
        <a:solidFill>
          <a:schemeClr val="lt1"/>
        </a:solidFill>
      </p:bgPr>
    </p:bg>
    <p:spTree>
      <p:nvGrpSpPr>
        <p:cNvPr id="478" name="Shape 478"/>
        <p:cNvGrpSpPr/>
        <p:nvPr/>
      </p:nvGrpSpPr>
      <p:grpSpPr>
        <a:xfrm>
          <a:off x="0" y="0"/>
          <a:ext cx="0" cy="0"/>
          <a:chOff x="0" y="0"/>
          <a:chExt cx="0" cy="0"/>
        </a:xfrm>
      </p:grpSpPr>
      <p:sp>
        <p:nvSpPr>
          <p:cNvPr id="479" name="Google Shape;479;p5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pic>
        <p:nvPicPr>
          <p:cNvPr id="480" name="Google Shape;480;p58"/>
          <p:cNvPicPr preferRelativeResize="0"/>
          <p:nvPr/>
        </p:nvPicPr>
        <p:blipFill rotWithShape="1">
          <a:blip r:embed="rId2">
            <a:alphaModFix/>
          </a:blip>
          <a:srcRect b="0" l="0" r="0" t="0"/>
          <a:stretch/>
        </p:blipFill>
        <p:spPr>
          <a:xfrm>
            <a:off x="274319" y="433738"/>
            <a:ext cx="8613648" cy="34290"/>
          </a:xfrm>
          <a:prstGeom prst="rect">
            <a:avLst/>
          </a:prstGeom>
          <a:noFill/>
          <a:ln>
            <a:noFill/>
          </a:ln>
        </p:spPr>
      </p:pic>
      <p:sp>
        <p:nvSpPr>
          <p:cNvPr id="481" name="Google Shape;481;p58"/>
          <p:cNvSpPr txBox="1"/>
          <p:nvPr>
            <p:ph type="title"/>
          </p:nvPr>
        </p:nvSpPr>
        <p:spPr>
          <a:xfrm>
            <a:off x="274320" y="224644"/>
            <a:ext cx="8599932" cy="217193"/>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232F3E"/>
              </a:buClr>
              <a:buSzPts val="1200"/>
              <a:buFont typeface="Play"/>
              <a:buNone/>
              <a:defRPr sz="1200">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Bleed Image">
  <p:cSld name="Title and Full Bleed Image">
    <p:bg>
      <p:bgPr>
        <a:solidFill>
          <a:schemeClr val="lt1"/>
        </a:solidFill>
      </p:bgPr>
    </p:bg>
    <p:spTree>
      <p:nvGrpSpPr>
        <p:cNvPr id="482" name="Shape 482"/>
        <p:cNvGrpSpPr/>
        <p:nvPr/>
      </p:nvGrpSpPr>
      <p:grpSpPr>
        <a:xfrm>
          <a:off x="0" y="0"/>
          <a:ext cx="0" cy="0"/>
          <a:chOff x="0" y="0"/>
          <a:chExt cx="0" cy="0"/>
        </a:xfrm>
      </p:grpSpPr>
      <p:sp>
        <p:nvSpPr>
          <p:cNvPr id="483" name="Google Shape;483;p5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84" name="Google Shape;484;p59"/>
          <p:cNvSpPr txBox="1"/>
          <p:nvPr>
            <p:ph type="title"/>
          </p:nvPr>
        </p:nvSpPr>
        <p:spPr>
          <a:xfrm>
            <a:off x="0" y="115683"/>
            <a:ext cx="9144000" cy="217193"/>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1200"/>
              <a:buFont typeface="Play"/>
              <a:buNone/>
              <a:defRPr sz="1200">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85" name="Google Shape;485;p59"/>
          <p:cNvSpPr/>
          <p:nvPr>
            <p:ph idx="2" type="pic"/>
          </p:nvPr>
        </p:nvSpPr>
        <p:spPr>
          <a:xfrm>
            <a:off x="0" y="333374"/>
            <a:ext cx="9144000" cy="4484449"/>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Question" showMasterSp="0">
  <p:cSld name="KC-Vertical-Question">
    <p:bg>
      <p:bgPr>
        <a:blipFill>
          <a:blip r:embed="rId2">
            <a:alphaModFix/>
          </a:blip>
          <a:stretch>
            <a:fillRect/>
          </a:stretch>
        </a:blipFill>
      </p:bgPr>
    </p:bg>
    <p:spTree>
      <p:nvGrpSpPr>
        <p:cNvPr id="486" name="Shape 486"/>
        <p:cNvGrpSpPr/>
        <p:nvPr/>
      </p:nvGrpSpPr>
      <p:grpSpPr>
        <a:xfrm>
          <a:off x="0" y="0"/>
          <a:ext cx="0" cy="0"/>
          <a:chOff x="0" y="0"/>
          <a:chExt cx="0" cy="0"/>
        </a:xfrm>
      </p:grpSpPr>
      <p:sp>
        <p:nvSpPr>
          <p:cNvPr id="487" name="Google Shape;487;p6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88" name="Google Shape;488;p60"/>
          <p:cNvSpPr txBox="1"/>
          <p:nvPr>
            <p:ph type="title"/>
          </p:nvPr>
        </p:nvSpPr>
        <p:spPr>
          <a:xfrm>
            <a:off x="274320" y="224645"/>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89" name="Google Shape;489;p60"/>
          <p:cNvSpPr txBox="1"/>
          <p:nvPr>
            <p:ph idx="1" type="body"/>
          </p:nvPr>
        </p:nvSpPr>
        <p:spPr>
          <a:xfrm>
            <a:off x="274320" y="779860"/>
            <a:ext cx="3121819" cy="4055269"/>
          </a:xfrm>
          <a:prstGeom prst="rect">
            <a:avLst/>
          </a:prstGeom>
          <a:noFill/>
          <a:ln>
            <a:noFill/>
          </a:ln>
        </p:spPr>
        <p:txBody>
          <a:bodyPr anchorCtr="0" anchor="t" bIns="34275" lIns="68575" spcFirstLastPara="1" rIns="68575" wrap="square" tIns="34275">
            <a:normAutofit/>
          </a:bodyPr>
          <a:lstStyle>
            <a:lvl1pPr indent="-228600" lvl="0" marL="457200" marR="0" algn="l">
              <a:lnSpc>
                <a:spcPct val="100000"/>
              </a:lnSpc>
              <a:spcBef>
                <a:spcPts val="0"/>
              </a:spcBef>
              <a:spcAft>
                <a:spcPts val="0"/>
              </a:spcAft>
              <a:buClr>
                <a:schemeClr val="lt1"/>
              </a:buClr>
              <a:buSzPts val="1800"/>
              <a:buFont typeface="Arial"/>
              <a:buNone/>
              <a:defRPr sz="1800">
                <a:solidFill>
                  <a:schemeClr val="lt1"/>
                </a:solidFill>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0" name="Google Shape;490;p60"/>
          <p:cNvSpPr txBox="1"/>
          <p:nvPr>
            <p:ph idx="2" type="body"/>
          </p:nvPr>
        </p:nvSpPr>
        <p:spPr>
          <a:xfrm>
            <a:off x="3389710" y="775097"/>
            <a:ext cx="694134" cy="241697"/>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1" name="Google Shape;491;p60"/>
          <p:cNvSpPr txBox="1"/>
          <p:nvPr>
            <p:ph idx="3" type="body"/>
          </p:nvPr>
        </p:nvSpPr>
        <p:spPr>
          <a:xfrm>
            <a:off x="4083844" y="779860"/>
            <a:ext cx="2253854" cy="236934"/>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2" name="Google Shape;492;p60"/>
          <p:cNvSpPr txBox="1"/>
          <p:nvPr>
            <p:ph idx="4" type="body"/>
          </p:nvPr>
        </p:nvSpPr>
        <p:spPr>
          <a:xfrm>
            <a:off x="3397757" y="1008126"/>
            <a:ext cx="686086"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3" name="Google Shape;493;p60"/>
          <p:cNvSpPr txBox="1"/>
          <p:nvPr>
            <p:ph idx="5" type="body"/>
          </p:nvPr>
        </p:nvSpPr>
        <p:spPr>
          <a:xfrm>
            <a:off x="4073652" y="100812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4" name="Google Shape;494;p60"/>
          <p:cNvSpPr txBox="1"/>
          <p:nvPr>
            <p:ph idx="6" type="body"/>
          </p:nvPr>
        </p:nvSpPr>
        <p:spPr>
          <a:xfrm>
            <a:off x="3394710" y="1645920"/>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5" name="Google Shape;495;p60"/>
          <p:cNvSpPr txBox="1"/>
          <p:nvPr>
            <p:ph idx="7" type="body"/>
          </p:nvPr>
        </p:nvSpPr>
        <p:spPr>
          <a:xfrm>
            <a:off x="4073652" y="1645920"/>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6" name="Google Shape;496;p60"/>
          <p:cNvSpPr txBox="1"/>
          <p:nvPr>
            <p:ph idx="8" type="body"/>
          </p:nvPr>
        </p:nvSpPr>
        <p:spPr>
          <a:xfrm>
            <a:off x="3394710" y="2276856"/>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7" name="Google Shape;497;p60"/>
          <p:cNvSpPr txBox="1"/>
          <p:nvPr>
            <p:ph idx="9" type="body"/>
          </p:nvPr>
        </p:nvSpPr>
        <p:spPr>
          <a:xfrm>
            <a:off x="4073652" y="227685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8" name="Google Shape;498;p60"/>
          <p:cNvSpPr txBox="1"/>
          <p:nvPr>
            <p:ph idx="13" type="body"/>
          </p:nvPr>
        </p:nvSpPr>
        <p:spPr>
          <a:xfrm>
            <a:off x="3394710" y="2907792"/>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9" name="Google Shape;499;p60"/>
          <p:cNvSpPr txBox="1"/>
          <p:nvPr>
            <p:ph idx="14" type="body"/>
          </p:nvPr>
        </p:nvSpPr>
        <p:spPr>
          <a:xfrm>
            <a:off x="4073652" y="290779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0" name="Google Shape;500;p60"/>
          <p:cNvSpPr txBox="1"/>
          <p:nvPr>
            <p:ph idx="15" type="body"/>
          </p:nvPr>
        </p:nvSpPr>
        <p:spPr>
          <a:xfrm>
            <a:off x="3394710" y="3545586"/>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1" name="Google Shape;501;p60"/>
          <p:cNvSpPr txBox="1"/>
          <p:nvPr>
            <p:ph idx="16" type="body"/>
          </p:nvPr>
        </p:nvSpPr>
        <p:spPr>
          <a:xfrm>
            <a:off x="4073652" y="354558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2" name="Google Shape;502;p60"/>
          <p:cNvSpPr txBox="1"/>
          <p:nvPr>
            <p:ph idx="17" type="body"/>
          </p:nvPr>
        </p:nvSpPr>
        <p:spPr>
          <a:xfrm>
            <a:off x="3394710" y="4176522"/>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3" name="Google Shape;503;p60"/>
          <p:cNvSpPr txBox="1"/>
          <p:nvPr>
            <p:ph idx="18" type="body"/>
          </p:nvPr>
        </p:nvSpPr>
        <p:spPr>
          <a:xfrm>
            <a:off x="4073652" y="417652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504" name="Google Shape;504;p60"/>
          <p:cNvPicPr preferRelativeResize="0"/>
          <p:nvPr/>
        </p:nvPicPr>
        <p:blipFill rotWithShape="1">
          <a:blip r:embed="rId3">
            <a:alphaModFix/>
          </a:blip>
          <a:srcRect b="0" l="0" r="0" t="0"/>
          <a:stretch/>
        </p:blipFill>
        <p:spPr>
          <a:xfrm>
            <a:off x="2849987" y="4834890"/>
            <a:ext cx="3457575" cy="23336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Option2">
  <p:cSld name="KC-Vert-Option2">
    <p:bg>
      <p:bgPr>
        <a:blipFill>
          <a:blip r:embed="rId2">
            <a:alphaModFix/>
          </a:blip>
          <a:stretch>
            <a:fillRect/>
          </a:stretch>
        </a:blipFill>
      </p:bgPr>
    </p:bg>
    <p:spTree>
      <p:nvGrpSpPr>
        <p:cNvPr id="505" name="Shape 505"/>
        <p:cNvGrpSpPr/>
        <p:nvPr/>
      </p:nvGrpSpPr>
      <p:grpSpPr>
        <a:xfrm>
          <a:off x="0" y="0"/>
          <a:ext cx="0" cy="0"/>
          <a:chOff x="0" y="0"/>
          <a:chExt cx="0" cy="0"/>
        </a:xfrm>
      </p:grpSpPr>
      <p:sp>
        <p:nvSpPr>
          <p:cNvPr id="506" name="Google Shape;506;p6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07" name="Google Shape;507;p61"/>
          <p:cNvSpPr txBox="1"/>
          <p:nvPr>
            <p:ph type="title"/>
          </p:nvPr>
        </p:nvSpPr>
        <p:spPr>
          <a:xfrm>
            <a:off x="274320" y="224645"/>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08" name="Google Shape;508;p61"/>
          <p:cNvSpPr txBox="1"/>
          <p:nvPr>
            <p:ph idx="1" type="body"/>
          </p:nvPr>
        </p:nvSpPr>
        <p:spPr>
          <a:xfrm>
            <a:off x="274320" y="779860"/>
            <a:ext cx="3121819" cy="4055269"/>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323850" lvl="1" marL="914400" algn="l">
              <a:lnSpc>
                <a:spcPct val="90000"/>
              </a:lnSpc>
              <a:spcBef>
                <a:spcPts val="900"/>
              </a:spcBef>
              <a:spcAft>
                <a:spcPts val="0"/>
              </a:spcAft>
              <a:buClr>
                <a:srgbClr val="232F3E"/>
              </a:buClr>
              <a:buSzPts val="1500"/>
              <a:buChar char="•"/>
              <a:defRPr sz="1500"/>
            </a:lvl2pPr>
            <a:lvl3pPr indent="-317500" lvl="2" marL="1371600" algn="l">
              <a:lnSpc>
                <a:spcPct val="90000"/>
              </a:lnSpc>
              <a:spcBef>
                <a:spcPts val="900"/>
              </a:spcBef>
              <a:spcAft>
                <a:spcPts val="0"/>
              </a:spcAft>
              <a:buClr>
                <a:srgbClr val="232F3E"/>
              </a:buClr>
              <a:buSzPts val="1400"/>
              <a:buChar char="•"/>
              <a:defRPr sz="1400"/>
            </a:lvl3pPr>
            <a:lvl4pPr indent="-304800" lvl="3" marL="1828800" algn="l">
              <a:lnSpc>
                <a:spcPct val="90000"/>
              </a:lnSpc>
              <a:spcBef>
                <a:spcPts val="900"/>
              </a:spcBef>
              <a:spcAft>
                <a:spcPts val="0"/>
              </a:spcAft>
              <a:buClr>
                <a:srgbClr val="232F3E"/>
              </a:buClr>
              <a:buSzPts val="1200"/>
              <a:buChar char="•"/>
              <a:defRPr sz="1200"/>
            </a:lvl4pPr>
            <a:lvl5pPr indent="-304800" lvl="4" marL="2286000" algn="l">
              <a:lnSpc>
                <a:spcPct val="90000"/>
              </a:lnSpc>
              <a:spcBef>
                <a:spcPts val="900"/>
              </a:spcBef>
              <a:spcAft>
                <a:spcPts val="0"/>
              </a:spcAft>
              <a:buClr>
                <a:srgbClr val="232F3E"/>
              </a:buClr>
              <a:buSzPts val="1200"/>
              <a:buChar char="•"/>
              <a:defRPr sz="1200"/>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9" name="Google Shape;509;p61"/>
          <p:cNvSpPr txBox="1"/>
          <p:nvPr>
            <p:ph idx="2" type="body"/>
          </p:nvPr>
        </p:nvSpPr>
        <p:spPr>
          <a:xfrm>
            <a:off x="3389710" y="775097"/>
            <a:ext cx="694134" cy="241697"/>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0" name="Google Shape;510;p61"/>
          <p:cNvSpPr txBox="1"/>
          <p:nvPr>
            <p:ph idx="3" type="body"/>
          </p:nvPr>
        </p:nvSpPr>
        <p:spPr>
          <a:xfrm>
            <a:off x="4083844" y="779860"/>
            <a:ext cx="2253854" cy="236934"/>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1" name="Google Shape;511;p61"/>
          <p:cNvSpPr txBox="1"/>
          <p:nvPr>
            <p:ph idx="4" type="body"/>
          </p:nvPr>
        </p:nvSpPr>
        <p:spPr>
          <a:xfrm>
            <a:off x="3397757" y="1008126"/>
            <a:ext cx="686086"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2" name="Google Shape;512;p61"/>
          <p:cNvSpPr txBox="1"/>
          <p:nvPr>
            <p:ph idx="5" type="body"/>
          </p:nvPr>
        </p:nvSpPr>
        <p:spPr>
          <a:xfrm>
            <a:off x="4073652" y="100812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3" name="Google Shape;513;p61"/>
          <p:cNvSpPr txBox="1"/>
          <p:nvPr>
            <p:ph idx="6" type="body"/>
          </p:nvPr>
        </p:nvSpPr>
        <p:spPr>
          <a:xfrm>
            <a:off x="3394710" y="1645920"/>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4" name="Google Shape;514;p61"/>
          <p:cNvSpPr txBox="1"/>
          <p:nvPr>
            <p:ph idx="7" type="body"/>
          </p:nvPr>
        </p:nvSpPr>
        <p:spPr>
          <a:xfrm>
            <a:off x="4073652" y="1645920"/>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5" name="Google Shape;515;p61"/>
          <p:cNvSpPr txBox="1"/>
          <p:nvPr>
            <p:ph idx="8" type="body"/>
          </p:nvPr>
        </p:nvSpPr>
        <p:spPr>
          <a:xfrm>
            <a:off x="3394710" y="2276856"/>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6" name="Google Shape;516;p61"/>
          <p:cNvSpPr txBox="1"/>
          <p:nvPr>
            <p:ph idx="9" type="body"/>
          </p:nvPr>
        </p:nvSpPr>
        <p:spPr>
          <a:xfrm>
            <a:off x="4073652" y="227685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7" name="Google Shape;517;p61"/>
          <p:cNvSpPr txBox="1"/>
          <p:nvPr>
            <p:ph idx="13" type="body"/>
          </p:nvPr>
        </p:nvSpPr>
        <p:spPr>
          <a:xfrm>
            <a:off x="3394710" y="2907792"/>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8" name="Google Shape;518;p61"/>
          <p:cNvSpPr txBox="1"/>
          <p:nvPr>
            <p:ph idx="14" type="body"/>
          </p:nvPr>
        </p:nvSpPr>
        <p:spPr>
          <a:xfrm>
            <a:off x="4073652" y="290779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9" name="Google Shape;519;p61"/>
          <p:cNvSpPr txBox="1"/>
          <p:nvPr>
            <p:ph idx="15" type="body"/>
          </p:nvPr>
        </p:nvSpPr>
        <p:spPr>
          <a:xfrm>
            <a:off x="3394710" y="3545586"/>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0" name="Google Shape;520;p61"/>
          <p:cNvSpPr txBox="1"/>
          <p:nvPr>
            <p:ph idx="16" type="body"/>
          </p:nvPr>
        </p:nvSpPr>
        <p:spPr>
          <a:xfrm>
            <a:off x="4073652" y="354558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1" name="Google Shape;521;p61"/>
          <p:cNvSpPr txBox="1"/>
          <p:nvPr>
            <p:ph idx="17" type="body"/>
          </p:nvPr>
        </p:nvSpPr>
        <p:spPr>
          <a:xfrm>
            <a:off x="3394710" y="4176522"/>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2" name="Google Shape;522;p61"/>
          <p:cNvSpPr txBox="1"/>
          <p:nvPr>
            <p:ph idx="18" type="body"/>
          </p:nvPr>
        </p:nvSpPr>
        <p:spPr>
          <a:xfrm>
            <a:off x="4073652" y="417652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Answer" showMasterSp="0">
  <p:cSld name="KC-Vertical-Answer">
    <p:bg>
      <p:bgPr>
        <a:blipFill>
          <a:blip r:embed="rId2">
            <a:alphaModFix/>
          </a:blip>
          <a:stretch>
            <a:fillRect/>
          </a:stretch>
        </a:blipFill>
      </p:bgPr>
    </p:bg>
    <p:spTree>
      <p:nvGrpSpPr>
        <p:cNvPr id="523" name="Shape 523"/>
        <p:cNvGrpSpPr/>
        <p:nvPr/>
      </p:nvGrpSpPr>
      <p:grpSpPr>
        <a:xfrm>
          <a:off x="0" y="0"/>
          <a:ext cx="0" cy="0"/>
          <a:chOff x="0" y="0"/>
          <a:chExt cx="0" cy="0"/>
        </a:xfrm>
      </p:grpSpPr>
      <p:sp>
        <p:nvSpPr>
          <p:cNvPr id="524" name="Google Shape;524;p6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25" name="Google Shape;525;p62"/>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26" name="Google Shape;526;p62"/>
          <p:cNvSpPr txBox="1"/>
          <p:nvPr>
            <p:ph idx="1" type="body"/>
          </p:nvPr>
        </p:nvSpPr>
        <p:spPr>
          <a:xfrm>
            <a:off x="274320" y="781812"/>
            <a:ext cx="3120390" cy="4053078"/>
          </a:xfrm>
          <a:prstGeom prst="rect">
            <a:avLst/>
          </a:prstGeom>
          <a:noFill/>
          <a:ln>
            <a:noFill/>
          </a:ln>
        </p:spPr>
        <p:txBody>
          <a:bodyPr anchorCtr="0" anchor="t" bIns="34275" lIns="68575" spcFirstLastPara="1" rIns="68575" wrap="square" tIns="34275">
            <a:normAutofit/>
          </a:bodyPr>
          <a:lstStyle>
            <a:lvl1pPr indent="-228600" lvl="0" marL="457200" marR="0" algn="l">
              <a:lnSpc>
                <a:spcPct val="100000"/>
              </a:lnSpc>
              <a:spcBef>
                <a:spcPts val="0"/>
              </a:spcBef>
              <a:spcAft>
                <a:spcPts val="0"/>
              </a:spcAft>
              <a:buClr>
                <a:schemeClr val="lt1"/>
              </a:buClr>
              <a:buSzPts val="1800"/>
              <a:buFont typeface="Arial"/>
              <a:buNone/>
              <a:defRPr sz="1800">
                <a:solidFill>
                  <a:schemeClr val="lt1"/>
                </a:solidFill>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7" name="Google Shape;527;p62"/>
          <p:cNvSpPr txBox="1"/>
          <p:nvPr>
            <p:ph idx="2" type="body"/>
          </p:nvPr>
        </p:nvSpPr>
        <p:spPr>
          <a:xfrm>
            <a:off x="3387852" y="774954"/>
            <a:ext cx="5708333" cy="30003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1"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8" name="Google Shape;528;p62"/>
          <p:cNvSpPr txBox="1"/>
          <p:nvPr>
            <p:ph idx="3" type="body"/>
          </p:nvPr>
        </p:nvSpPr>
        <p:spPr>
          <a:xfrm>
            <a:off x="4073096" y="1065448"/>
            <a:ext cx="5042359" cy="3716534"/>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Ans-Option2">
  <p:cSld name="KC-Vert-Ans-Option2">
    <p:bg>
      <p:bgPr>
        <a:blipFill>
          <a:blip r:embed="rId2">
            <a:alphaModFix/>
          </a:blip>
          <a:stretch>
            <a:fillRect/>
          </a:stretch>
        </a:blipFill>
      </p:bgPr>
    </p:bg>
    <p:spTree>
      <p:nvGrpSpPr>
        <p:cNvPr id="529" name="Shape 529"/>
        <p:cNvGrpSpPr/>
        <p:nvPr/>
      </p:nvGrpSpPr>
      <p:grpSpPr>
        <a:xfrm>
          <a:off x="0" y="0"/>
          <a:ext cx="0" cy="0"/>
          <a:chOff x="0" y="0"/>
          <a:chExt cx="0" cy="0"/>
        </a:xfrm>
      </p:grpSpPr>
      <p:sp>
        <p:nvSpPr>
          <p:cNvPr id="530" name="Google Shape;530;p6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31" name="Google Shape;531;p63"/>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32" name="Google Shape;532;p63"/>
          <p:cNvSpPr txBox="1"/>
          <p:nvPr>
            <p:ph idx="1" type="body"/>
          </p:nvPr>
        </p:nvSpPr>
        <p:spPr>
          <a:xfrm>
            <a:off x="274320" y="781812"/>
            <a:ext cx="3120390" cy="4053078"/>
          </a:xfrm>
          <a:prstGeom prst="rect">
            <a:avLst/>
          </a:prstGeom>
          <a:noFill/>
          <a:ln>
            <a:noFill/>
          </a:ln>
        </p:spPr>
        <p:txBody>
          <a:bodyPr anchorCtr="0" anchor="t" bIns="34275" lIns="68575" spcFirstLastPara="1" rIns="68575" wrap="square" tIns="34275">
            <a:normAutofit/>
          </a:bodyPr>
          <a:lstStyle>
            <a:lvl1pPr indent="-228600" lvl="0" marL="457200" marR="0" algn="l">
              <a:lnSpc>
                <a:spcPct val="100000"/>
              </a:lnSpc>
              <a:spcBef>
                <a:spcPts val="0"/>
              </a:spcBef>
              <a:spcAft>
                <a:spcPts val="0"/>
              </a:spcAft>
              <a:buClr>
                <a:srgbClr val="232F3E"/>
              </a:buClr>
              <a:buSzPts val="1800"/>
              <a:buFont typeface="Arial"/>
              <a:buNone/>
              <a:defRPr sz="1800">
                <a:solidFill>
                  <a:srgbClr val="232F3E"/>
                </a:solidFill>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3" name="Google Shape;533;p63"/>
          <p:cNvSpPr txBox="1"/>
          <p:nvPr>
            <p:ph idx="2" type="body"/>
          </p:nvPr>
        </p:nvSpPr>
        <p:spPr>
          <a:xfrm>
            <a:off x="3387852" y="774954"/>
            <a:ext cx="5705856" cy="30003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1"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4" name="Google Shape;534;p63"/>
          <p:cNvSpPr txBox="1"/>
          <p:nvPr>
            <p:ph idx="3" type="body"/>
          </p:nvPr>
        </p:nvSpPr>
        <p:spPr>
          <a:xfrm>
            <a:off x="4073652" y="1062990"/>
            <a:ext cx="5040630" cy="3716534"/>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izontal" showMasterSp="0">
  <p:cSld name="QA-Horizontal">
    <p:bg>
      <p:bgPr>
        <a:blipFill>
          <a:blip r:embed="rId2">
            <a:alphaModFix/>
          </a:blip>
          <a:stretch>
            <a:fillRect/>
          </a:stretch>
        </a:blipFill>
      </p:bgPr>
    </p:bg>
    <p:spTree>
      <p:nvGrpSpPr>
        <p:cNvPr id="535" name="Shape 535"/>
        <p:cNvGrpSpPr/>
        <p:nvPr/>
      </p:nvGrpSpPr>
      <p:grpSpPr>
        <a:xfrm>
          <a:off x="0" y="0"/>
          <a:ext cx="0" cy="0"/>
          <a:chOff x="0" y="0"/>
          <a:chExt cx="0" cy="0"/>
        </a:xfrm>
      </p:grpSpPr>
      <p:sp>
        <p:nvSpPr>
          <p:cNvPr id="536" name="Google Shape;536;p6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37" name="Google Shape;537;p64"/>
          <p:cNvSpPr txBox="1"/>
          <p:nvPr>
            <p:ph type="title"/>
          </p:nvPr>
        </p:nvSpPr>
        <p:spPr>
          <a:xfrm>
            <a:off x="13716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38" name="Google Shape;538;p64"/>
          <p:cNvSpPr txBox="1"/>
          <p:nvPr>
            <p:ph idx="1" type="body"/>
          </p:nvPr>
        </p:nvSpPr>
        <p:spPr>
          <a:xfrm>
            <a:off x="134428" y="889123"/>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9" name="Google Shape;539;p64"/>
          <p:cNvSpPr txBox="1"/>
          <p:nvPr>
            <p:ph idx="2" type="body"/>
          </p:nvPr>
        </p:nvSpPr>
        <p:spPr>
          <a:xfrm>
            <a:off x="4238625" y="889123"/>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0" name="Google Shape;540;p64"/>
          <p:cNvSpPr txBox="1"/>
          <p:nvPr>
            <p:ph idx="3" type="body"/>
          </p:nvPr>
        </p:nvSpPr>
        <p:spPr>
          <a:xfrm>
            <a:off x="134428" y="1894842"/>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1" name="Google Shape;541;p64"/>
          <p:cNvSpPr txBox="1"/>
          <p:nvPr>
            <p:ph idx="4" type="body"/>
          </p:nvPr>
        </p:nvSpPr>
        <p:spPr>
          <a:xfrm>
            <a:off x="4238624" y="1894842"/>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2" name="Google Shape;542;p64"/>
          <p:cNvSpPr txBox="1"/>
          <p:nvPr>
            <p:ph idx="5" type="body"/>
          </p:nvPr>
        </p:nvSpPr>
        <p:spPr>
          <a:xfrm>
            <a:off x="134428" y="2912325"/>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3" name="Google Shape;543;p64"/>
          <p:cNvSpPr txBox="1"/>
          <p:nvPr>
            <p:ph idx="6" type="body"/>
          </p:nvPr>
        </p:nvSpPr>
        <p:spPr>
          <a:xfrm>
            <a:off x="4238624" y="2912325"/>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4" name="Google Shape;544;p64"/>
          <p:cNvSpPr txBox="1"/>
          <p:nvPr>
            <p:ph idx="7" type="body"/>
          </p:nvPr>
        </p:nvSpPr>
        <p:spPr>
          <a:xfrm>
            <a:off x="134427" y="3929668"/>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5" name="Google Shape;545;p64"/>
          <p:cNvSpPr txBox="1"/>
          <p:nvPr>
            <p:ph idx="8" type="body"/>
          </p:nvPr>
        </p:nvSpPr>
        <p:spPr>
          <a:xfrm>
            <a:off x="4238624" y="3929668"/>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z-Option2">
  <p:cSld name="QA-Horz-Option2">
    <p:bg>
      <p:bgPr>
        <a:blipFill>
          <a:blip r:embed="rId2">
            <a:alphaModFix/>
          </a:blip>
          <a:stretch>
            <a:fillRect/>
          </a:stretch>
        </a:blipFill>
      </p:bgPr>
    </p:bg>
    <p:spTree>
      <p:nvGrpSpPr>
        <p:cNvPr id="546" name="Shape 546"/>
        <p:cNvGrpSpPr/>
        <p:nvPr/>
      </p:nvGrpSpPr>
      <p:grpSpPr>
        <a:xfrm>
          <a:off x="0" y="0"/>
          <a:ext cx="0" cy="0"/>
          <a:chOff x="0" y="0"/>
          <a:chExt cx="0" cy="0"/>
        </a:xfrm>
      </p:grpSpPr>
      <p:sp>
        <p:nvSpPr>
          <p:cNvPr id="547" name="Google Shape;547;p6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48" name="Google Shape;548;p65"/>
          <p:cNvSpPr txBox="1"/>
          <p:nvPr>
            <p:ph type="title"/>
          </p:nvPr>
        </p:nvSpPr>
        <p:spPr>
          <a:xfrm>
            <a:off x="13716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9" name="Google Shape;549;p65"/>
          <p:cNvSpPr txBox="1"/>
          <p:nvPr>
            <p:ph idx="1" type="body"/>
          </p:nvPr>
        </p:nvSpPr>
        <p:spPr>
          <a:xfrm>
            <a:off x="134428" y="889123"/>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0" name="Google Shape;550;p65"/>
          <p:cNvSpPr txBox="1"/>
          <p:nvPr>
            <p:ph idx="2" type="body"/>
          </p:nvPr>
        </p:nvSpPr>
        <p:spPr>
          <a:xfrm>
            <a:off x="4238625" y="889123"/>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1" name="Google Shape;551;p65"/>
          <p:cNvSpPr txBox="1"/>
          <p:nvPr>
            <p:ph idx="3" type="body"/>
          </p:nvPr>
        </p:nvSpPr>
        <p:spPr>
          <a:xfrm>
            <a:off x="134428" y="1894842"/>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2" name="Google Shape;552;p65"/>
          <p:cNvSpPr txBox="1"/>
          <p:nvPr>
            <p:ph idx="4" type="body"/>
          </p:nvPr>
        </p:nvSpPr>
        <p:spPr>
          <a:xfrm>
            <a:off x="4238624" y="1894842"/>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3" name="Google Shape;553;p65"/>
          <p:cNvSpPr txBox="1"/>
          <p:nvPr>
            <p:ph idx="5" type="body"/>
          </p:nvPr>
        </p:nvSpPr>
        <p:spPr>
          <a:xfrm>
            <a:off x="134428" y="2912325"/>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4" name="Google Shape;554;p65"/>
          <p:cNvSpPr txBox="1"/>
          <p:nvPr>
            <p:ph idx="6" type="body"/>
          </p:nvPr>
        </p:nvSpPr>
        <p:spPr>
          <a:xfrm>
            <a:off x="4238624" y="2912325"/>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5" name="Google Shape;555;p65"/>
          <p:cNvSpPr txBox="1"/>
          <p:nvPr>
            <p:ph idx="7" type="body"/>
          </p:nvPr>
        </p:nvSpPr>
        <p:spPr>
          <a:xfrm>
            <a:off x="134427" y="3929668"/>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6" name="Google Shape;556;p65"/>
          <p:cNvSpPr txBox="1"/>
          <p:nvPr>
            <p:ph idx="8" type="body"/>
          </p:nvPr>
        </p:nvSpPr>
        <p:spPr>
          <a:xfrm>
            <a:off x="4238624" y="3929668"/>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Question" showMasterSp="0">
  <p:cSld name="KC-Horizontal-Question">
    <p:bg>
      <p:bgPr>
        <a:blipFill>
          <a:blip r:embed="rId2">
            <a:alphaModFix/>
          </a:blip>
          <a:stretch>
            <a:fillRect/>
          </a:stretch>
        </a:blipFill>
      </p:bgPr>
    </p:bg>
    <p:spTree>
      <p:nvGrpSpPr>
        <p:cNvPr id="557" name="Shape 557"/>
        <p:cNvGrpSpPr/>
        <p:nvPr/>
      </p:nvGrpSpPr>
      <p:grpSpPr>
        <a:xfrm>
          <a:off x="0" y="0"/>
          <a:ext cx="0" cy="0"/>
          <a:chOff x="0" y="0"/>
          <a:chExt cx="0" cy="0"/>
        </a:xfrm>
      </p:grpSpPr>
      <p:sp>
        <p:nvSpPr>
          <p:cNvPr id="558" name="Google Shape;558;p6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59" name="Google Shape;559;p66"/>
          <p:cNvSpPr txBox="1"/>
          <p:nvPr>
            <p:ph type="title"/>
          </p:nvPr>
        </p:nvSpPr>
        <p:spPr>
          <a:xfrm>
            <a:off x="134429" y="134911"/>
            <a:ext cx="8891584"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0" name="Google Shape;560;p66"/>
          <p:cNvSpPr txBox="1"/>
          <p:nvPr>
            <p:ph idx="1" type="body"/>
          </p:nvPr>
        </p:nvSpPr>
        <p:spPr>
          <a:xfrm>
            <a:off x="134428" y="523335"/>
            <a:ext cx="8891584" cy="996662"/>
          </a:xfrm>
          <a:prstGeom prst="rect">
            <a:avLst/>
          </a:prstGeom>
          <a:noFill/>
          <a:ln>
            <a:noFill/>
          </a:ln>
        </p:spPr>
        <p:txBody>
          <a:bodyPr anchorCtr="0" anchor="t" bIns="0" lIns="68575" spcFirstLastPara="1" rIns="68575" wrap="square" tIns="0">
            <a:normAutofit/>
          </a:bodyPr>
          <a:lstStyle>
            <a:lvl1pPr indent="-228600" lvl="0" marL="457200" marR="0" algn="l">
              <a:lnSpc>
                <a:spcPct val="9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1" name="Google Shape;561;p66"/>
          <p:cNvSpPr txBox="1"/>
          <p:nvPr>
            <p:ph idx="2" type="body"/>
          </p:nvPr>
        </p:nvSpPr>
        <p:spPr>
          <a:xfrm>
            <a:off x="0" y="1519997"/>
            <a:ext cx="665560" cy="238125"/>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2" name="Google Shape;562;p66"/>
          <p:cNvSpPr txBox="1"/>
          <p:nvPr>
            <p:ph idx="3" type="body"/>
          </p:nvPr>
        </p:nvSpPr>
        <p:spPr>
          <a:xfrm>
            <a:off x="680963" y="1519997"/>
            <a:ext cx="8053399" cy="23812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3" name="Google Shape;563;p66"/>
          <p:cNvSpPr txBox="1"/>
          <p:nvPr>
            <p:ph idx="4" type="body"/>
          </p:nvPr>
        </p:nvSpPr>
        <p:spPr>
          <a:xfrm>
            <a:off x="1" y="1758095"/>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4" name="Google Shape;564;p66"/>
          <p:cNvSpPr txBox="1"/>
          <p:nvPr>
            <p:ph idx="5" type="body"/>
          </p:nvPr>
        </p:nvSpPr>
        <p:spPr>
          <a:xfrm>
            <a:off x="680963" y="1758095"/>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5" name="Google Shape;565;p66"/>
          <p:cNvSpPr txBox="1"/>
          <p:nvPr>
            <p:ph idx="6" type="body"/>
          </p:nvPr>
        </p:nvSpPr>
        <p:spPr>
          <a:xfrm>
            <a:off x="1" y="2263207"/>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6" name="Google Shape;566;p66"/>
          <p:cNvSpPr txBox="1"/>
          <p:nvPr>
            <p:ph idx="7" type="body"/>
          </p:nvPr>
        </p:nvSpPr>
        <p:spPr>
          <a:xfrm>
            <a:off x="680963" y="2263207"/>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7" name="Google Shape;567;p66"/>
          <p:cNvSpPr txBox="1"/>
          <p:nvPr>
            <p:ph idx="8" type="body"/>
          </p:nvPr>
        </p:nvSpPr>
        <p:spPr>
          <a:xfrm>
            <a:off x="1" y="2768318"/>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8" name="Google Shape;568;p66"/>
          <p:cNvSpPr txBox="1"/>
          <p:nvPr>
            <p:ph idx="9" type="body"/>
          </p:nvPr>
        </p:nvSpPr>
        <p:spPr>
          <a:xfrm>
            <a:off x="680963" y="2768318"/>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9" name="Google Shape;569;p66"/>
          <p:cNvSpPr txBox="1"/>
          <p:nvPr>
            <p:ph idx="13" type="body"/>
          </p:nvPr>
        </p:nvSpPr>
        <p:spPr>
          <a:xfrm>
            <a:off x="1" y="3273430"/>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0" name="Google Shape;570;p66"/>
          <p:cNvSpPr txBox="1"/>
          <p:nvPr>
            <p:ph idx="14" type="body"/>
          </p:nvPr>
        </p:nvSpPr>
        <p:spPr>
          <a:xfrm>
            <a:off x="680963" y="3273430"/>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1" name="Google Shape;571;p66"/>
          <p:cNvSpPr txBox="1"/>
          <p:nvPr>
            <p:ph idx="15" type="body"/>
          </p:nvPr>
        </p:nvSpPr>
        <p:spPr>
          <a:xfrm>
            <a:off x="1" y="3778541"/>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2" name="Google Shape;572;p66"/>
          <p:cNvSpPr txBox="1"/>
          <p:nvPr>
            <p:ph idx="16" type="body"/>
          </p:nvPr>
        </p:nvSpPr>
        <p:spPr>
          <a:xfrm>
            <a:off x="680963" y="3778541"/>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3" name="Google Shape;573;p66"/>
          <p:cNvSpPr txBox="1"/>
          <p:nvPr>
            <p:ph idx="17" type="body"/>
          </p:nvPr>
        </p:nvSpPr>
        <p:spPr>
          <a:xfrm>
            <a:off x="1" y="4283654"/>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4" name="Google Shape;574;p66"/>
          <p:cNvSpPr txBox="1"/>
          <p:nvPr>
            <p:ph idx="18" type="body"/>
          </p:nvPr>
        </p:nvSpPr>
        <p:spPr>
          <a:xfrm>
            <a:off x="680963" y="4283654"/>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Option 2">
  <p:cSld name="KC-Horz-Option 2">
    <p:bg>
      <p:bgPr>
        <a:blipFill>
          <a:blip r:embed="rId2">
            <a:alphaModFix/>
          </a:blip>
          <a:stretch>
            <a:fillRect/>
          </a:stretch>
        </a:blipFill>
      </p:bgPr>
    </p:bg>
    <p:spTree>
      <p:nvGrpSpPr>
        <p:cNvPr id="575" name="Shape 575"/>
        <p:cNvGrpSpPr/>
        <p:nvPr/>
      </p:nvGrpSpPr>
      <p:grpSpPr>
        <a:xfrm>
          <a:off x="0" y="0"/>
          <a:ext cx="0" cy="0"/>
          <a:chOff x="0" y="0"/>
          <a:chExt cx="0" cy="0"/>
        </a:xfrm>
      </p:grpSpPr>
      <p:sp>
        <p:nvSpPr>
          <p:cNvPr id="576" name="Google Shape;576;p6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77" name="Google Shape;577;p67"/>
          <p:cNvSpPr txBox="1"/>
          <p:nvPr>
            <p:ph type="title"/>
          </p:nvPr>
        </p:nvSpPr>
        <p:spPr>
          <a:xfrm>
            <a:off x="134429" y="134911"/>
            <a:ext cx="8869460"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78" name="Google Shape;578;p67"/>
          <p:cNvSpPr txBox="1"/>
          <p:nvPr>
            <p:ph idx="1" type="body"/>
          </p:nvPr>
        </p:nvSpPr>
        <p:spPr>
          <a:xfrm>
            <a:off x="134429" y="523335"/>
            <a:ext cx="8869461" cy="996662"/>
          </a:xfrm>
          <a:prstGeom prst="rect">
            <a:avLst/>
          </a:prstGeom>
          <a:noFill/>
          <a:ln>
            <a:noFill/>
          </a:ln>
        </p:spPr>
        <p:txBody>
          <a:bodyPr anchorCtr="0" anchor="t" bIns="0" lIns="68575" spcFirstLastPara="1" rIns="68575" wrap="square" tIns="0">
            <a:norm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9" name="Google Shape;579;p67"/>
          <p:cNvSpPr txBox="1"/>
          <p:nvPr>
            <p:ph idx="2" type="body"/>
          </p:nvPr>
        </p:nvSpPr>
        <p:spPr>
          <a:xfrm>
            <a:off x="0" y="1519997"/>
            <a:ext cx="665560" cy="238125"/>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0" name="Google Shape;580;p67"/>
          <p:cNvSpPr txBox="1"/>
          <p:nvPr>
            <p:ph idx="3" type="body"/>
          </p:nvPr>
        </p:nvSpPr>
        <p:spPr>
          <a:xfrm>
            <a:off x="680963" y="1519997"/>
            <a:ext cx="8068259" cy="238125"/>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1" name="Google Shape;581;p67"/>
          <p:cNvSpPr txBox="1"/>
          <p:nvPr>
            <p:ph idx="4" type="body"/>
          </p:nvPr>
        </p:nvSpPr>
        <p:spPr>
          <a:xfrm>
            <a:off x="1" y="1758095"/>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2" name="Google Shape;582;p67"/>
          <p:cNvSpPr txBox="1"/>
          <p:nvPr>
            <p:ph idx="5" type="body"/>
          </p:nvPr>
        </p:nvSpPr>
        <p:spPr>
          <a:xfrm>
            <a:off x="680963" y="1758095"/>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3" name="Google Shape;583;p67"/>
          <p:cNvSpPr txBox="1"/>
          <p:nvPr>
            <p:ph idx="6" type="body"/>
          </p:nvPr>
        </p:nvSpPr>
        <p:spPr>
          <a:xfrm>
            <a:off x="1" y="2263207"/>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4" name="Google Shape;584;p67"/>
          <p:cNvSpPr txBox="1"/>
          <p:nvPr>
            <p:ph idx="7" type="body"/>
          </p:nvPr>
        </p:nvSpPr>
        <p:spPr>
          <a:xfrm>
            <a:off x="680963" y="2263207"/>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5" name="Google Shape;585;p67"/>
          <p:cNvSpPr txBox="1"/>
          <p:nvPr>
            <p:ph idx="8" type="body"/>
          </p:nvPr>
        </p:nvSpPr>
        <p:spPr>
          <a:xfrm>
            <a:off x="1" y="2768318"/>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6" name="Google Shape;586;p67"/>
          <p:cNvSpPr txBox="1"/>
          <p:nvPr>
            <p:ph idx="9" type="body"/>
          </p:nvPr>
        </p:nvSpPr>
        <p:spPr>
          <a:xfrm>
            <a:off x="680963" y="2768318"/>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7" name="Google Shape;587;p67"/>
          <p:cNvSpPr txBox="1"/>
          <p:nvPr>
            <p:ph idx="13" type="body"/>
          </p:nvPr>
        </p:nvSpPr>
        <p:spPr>
          <a:xfrm>
            <a:off x="1" y="3273430"/>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8" name="Google Shape;588;p67"/>
          <p:cNvSpPr txBox="1"/>
          <p:nvPr>
            <p:ph idx="14" type="body"/>
          </p:nvPr>
        </p:nvSpPr>
        <p:spPr>
          <a:xfrm>
            <a:off x="680963" y="3273430"/>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9" name="Google Shape;589;p67"/>
          <p:cNvSpPr txBox="1"/>
          <p:nvPr>
            <p:ph idx="15" type="body"/>
          </p:nvPr>
        </p:nvSpPr>
        <p:spPr>
          <a:xfrm>
            <a:off x="1" y="3778541"/>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0" name="Google Shape;590;p67"/>
          <p:cNvSpPr txBox="1"/>
          <p:nvPr>
            <p:ph idx="16" type="body"/>
          </p:nvPr>
        </p:nvSpPr>
        <p:spPr>
          <a:xfrm>
            <a:off x="680963" y="3778541"/>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1" name="Google Shape;591;p67"/>
          <p:cNvSpPr txBox="1"/>
          <p:nvPr>
            <p:ph idx="17" type="body"/>
          </p:nvPr>
        </p:nvSpPr>
        <p:spPr>
          <a:xfrm>
            <a:off x="1" y="4283654"/>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2" name="Google Shape;592;p67"/>
          <p:cNvSpPr txBox="1"/>
          <p:nvPr>
            <p:ph idx="18" type="body"/>
          </p:nvPr>
        </p:nvSpPr>
        <p:spPr>
          <a:xfrm>
            <a:off x="680963" y="4283654"/>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Answer" showMasterSp="0">
  <p:cSld name="KC-Horizontal-Answer">
    <p:bg>
      <p:bgPr>
        <a:blipFill>
          <a:blip r:embed="rId2">
            <a:alphaModFix/>
          </a:blip>
          <a:stretch>
            <a:fillRect/>
          </a:stretch>
        </a:blipFill>
      </p:bgPr>
    </p:bg>
    <p:spTree>
      <p:nvGrpSpPr>
        <p:cNvPr id="593" name="Shape 593"/>
        <p:cNvGrpSpPr/>
        <p:nvPr/>
      </p:nvGrpSpPr>
      <p:grpSpPr>
        <a:xfrm>
          <a:off x="0" y="0"/>
          <a:ext cx="0" cy="0"/>
          <a:chOff x="0" y="0"/>
          <a:chExt cx="0" cy="0"/>
        </a:xfrm>
      </p:grpSpPr>
      <p:sp>
        <p:nvSpPr>
          <p:cNvPr id="594" name="Google Shape;594;p6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95" name="Google Shape;595;p68"/>
          <p:cNvSpPr txBox="1"/>
          <p:nvPr>
            <p:ph type="title"/>
          </p:nvPr>
        </p:nvSpPr>
        <p:spPr>
          <a:xfrm>
            <a:off x="134429" y="134911"/>
            <a:ext cx="8828698"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6" name="Google Shape;596;p68"/>
          <p:cNvSpPr txBox="1"/>
          <p:nvPr>
            <p:ph idx="1" type="body"/>
          </p:nvPr>
        </p:nvSpPr>
        <p:spPr>
          <a:xfrm>
            <a:off x="134429" y="523335"/>
            <a:ext cx="8828698" cy="1053811"/>
          </a:xfrm>
          <a:prstGeom prst="rect">
            <a:avLst/>
          </a:prstGeom>
          <a:noFill/>
          <a:ln>
            <a:noFill/>
          </a:ln>
        </p:spPr>
        <p:txBody>
          <a:bodyPr anchorCtr="0" anchor="t" bIns="0" lIns="68575" spcFirstLastPara="1" rIns="68575" wrap="square" tIns="0">
            <a:norm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7" name="Google Shape;597;p68"/>
          <p:cNvSpPr txBox="1"/>
          <p:nvPr>
            <p:ph idx="2" type="body"/>
          </p:nvPr>
        </p:nvSpPr>
        <p:spPr>
          <a:xfrm>
            <a:off x="0" y="1532475"/>
            <a:ext cx="9144000" cy="234526"/>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8" name="Google Shape;598;p68"/>
          <p:cNvSpPr txBox="1"/>
          <p:nvPr>
            <p:ph idx="3" type="body"/>
          </p:nvPr>
        </p:nvSpPr>
        <p:spPr>
          <a:xfrm>
            <a:off x="680963" y="1767002"/>
            <a:ext cx="8434492" cy="3005862"/>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Ans-Option2">
  <p:cSld name="KC-Horz-Ans-Option2">
    <p:bg>
      <p:bgPr>
        <a:blipFill>
          <a:blip r:embed="rId2">
            <a:alphaModFix/>
          </a:blip>
          <a:stretch>
            <a:fillRect/>
          </a:stretch>
        </a:blipFill>
      </p:bgPr>
    </p:bg>
    <p:spTree>
      <p:nvGrpSpPr>
        <p:cNvPr id="599" name="Shape 599"/>
        <p:cNvGrpSpPr/>
        <p:nvPr/>
      </p:nvGrpSpPr>
      <p:grpSpPr>
        <a:xfrm>
          <a:off x="0" y="0"/>
          <a:ext cx="0" cy="0"/>
          <a:chOff x="0" y="0"/>
          <a:chExt cx="0" cy="0"/>
        </a:xfrm>
      </p:grpSpPr>
      <p:sp>
        <p:nvSpPr>
          <p:cNvPr id="600" name="Google Shape;600;p6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01" name="Google Shape;601;p69"/>
          <p:cNvSpPr txBox="1"/>
          <p:nvPr>
            <p:ph type="title"/>
          </p:nvPr>
        </p:nvSpPr>
        <p:spPr>
          <a:xfrm>
            <a:off x="134429" y="134911"/>
            <a:ext cx="8828698"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2" name="Google Shape;602;p69"/>
          <p:cNvSpPr txBox="1"/>
          <p:nvPr>
            <p:ph idx="1" type="body"/>
          </p:nvPr>
        </p:nvSpPr>
        <p:spPr>
          <a:xfrm>
            <a:off x="134429" y="523336"/>
            <a:ext cx="8828698" cy="1009140"/>
          </a:xfrm>
          <a:prstGeom prst="rect">
            <a:avLst/>
          </a:prstGeom>
          <a:noFill/>
          <a:ln>
            <a:noFill/>
          </a:ln>
        </p:spPr>
        <p:txBody>
          <a:bodyPr anchorCtr="0" anchor="t" bIns="0" lIns="68575" spcFirstLastPara="1" rIns="68575" wrap="square" tIns="0">
            <a:norm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3" name="Google Shape;603;p69"/>
          <p:cNvSpPr txBox="1"/>
          <p:nvPr>
            <p:ph idx="2" type="body"/>
          </p:nvPr>
        </p:nvSpPr>
        <p:spPr>
          <a:xfrm>
            <a:off x="0" y="1532475"/>
            <a:ext cx="9144000" cy="234526"/>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4" name="Google Shape;604;p69"/>
          <p:cNvSpPr txBox="1"/>
          <p:nvPr>
            <p:ph idx="3" type="body"/>
          </p:nvPr>
        </p:nvSpPr>
        <p:spPr>
          <a:xfrm>
            <a:off x="680963" y="1767002"/>
            <a:ext cx="8434492" cy="3005862"/>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bg>
      <p:bgPr>
        <a:solidFill>
          <a:schemeClr val="lt1"/>
        </a:solidFill>
      </p:bgPr>
    </p:bg>
    <p:spTree>
      <p:nvGrpSpPr>
        <p:cNvPr id="605" name="Shape 605"/>
        <p:cNvGrpSpPr/>
        <p:nvPr/>
      </p:nvGrpSpPr>
      <p:grpSpPr>
        <a:xfrm>
          <a:off x="0" y="0"/>
          <a:ext cx="0" cy="0"/>
          <a:chOff x="0" y="0"/>
          <a:chExt cx="0" cy="0"/>
        </a:xfrm>
      </p:grpSpPr>
      <p:sp>
        <p:nvSpPr>
          <p:cNvPr id="606" name="Google Shape;606;p7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07" name="Google Shape;607;p7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08" name="Google Shape;608;p70"/>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609" name="Google Shape;609;p70"/>
          <p:cNvSpPr txBox="1"/>
          <p:nvPr>
            <p:ph idx="1" type="body"/>
          </p:nvPr>
        </p:nvSpPr>
        <p:spPr>
          <a:xfrm rot="5400000">
            <a:off x="2553320" y="-1504197"/>
            <a:ext cx="4041933" cy="859993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0"/>
              </a:spcBef>
              <a:spcAft>
                <a:spcPts val="0"/>
              </a:spcAft>
              <a:buClr>
                <a:srgbClr val="232F3E"/>
              </a:buClr>
              <a:buSzPts val="1500"/>
              <a:buChar char="•"/>
              <a:defRPr sz="1500">
                <a:solidFill>
                  <a:srgbClr val="232F3E"/>
                </a:solidFill>
              </a:defRPr>
            </a:lvl2pPr>
            <a:lvl3pPr indent="-317500" lvl="2" marL="1371600" algn="l">
              <a:lnSpc>
                <a:spcPct val="100000"/>
              </a:lnSpc>
              <a:spcBef>
                <a:spcPts val="0"/>
              </a:spcBef>
              <a:spcAft>
                <a:spcPts val="0"/>
              </a:spcAft>
              <a:buClr>
                <a:srgbClr val="232F3E"/>
              </a:buClr>
              <a:buSzPts val="1400"/>
              <a:buChar char="•"/>
              <a:defRPr sz="1400">
                <a:solidFill>
                  <a:srgbClr val="232F3E"/>
                </a:solidFill>
              </a:defRPr>
            </a:lvl3pPr>
            <a:lvl4pPr indent="-304800" lvl="3" marL="1828800" algn="l">
              <a:lnSpc>
                <a:spcPct val="100000"/>
              </a:lnSpc>
              <a:spcBef>
                <a:spcPts val="0"/>
              </a:spcBef>
              <a:spcAft>
                <a:spcPts val="0"/>
              </a:spcAft>
              <a:buClr>
                <a:srgbClr val="232F3E"/>
              </a:buClr>
              <a:buSzPts val="1200"/>
              <a:buChar char="•"/>
              <a:defRPr sz="1200">
                <a:solidFill>
                  <a:srgbClr val="232F3E"/>
                </a:solidFill>
              </a:defRPr>
            </a:lvl4pPr>
            <a:lvl5pPr indent="-304800" lvl="4" marL="2286000" algn="l">
              <a:lnSpc>
                <a:spcPct val="100000"/>
              </a:lnSpc>
              <a:spcBef>
                <a:spcPts val="0"/>
              </a:spcBef>
              <a:spcAft>
                <a:spcPts val="0"/>
              </a:spcAft>
              <a:buClr>
                <a:srgbClr val="232F3E"/>
              </a:buClr>
              <a:buSzPts val="1200"/>
              <a:buChar char="•"/>
              <a:defRPr sz="1200">
                <a:solidFill>
                  <a:srgbClr val="232F3E"/>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Content">
  <p:cSld name="Vertical Title and Content">
    <p:bg>
      <p:bgPr>
        <a:solidFill>
          <a:schemeClr val="lt1"/>
        </a:solidFill>
      </p:bgPr>
    </p:bg>
    <p:spTree>
      <p:nvGrpSpPr>
        <p:cNvPr id="610" name="Shape 610"/>
        <p:cNvGrpSpPr/>
        <p:nvPr/>
      </p:nvGrpSpPr>
      <p:grpSpPr>
        <a:xfrm>
          <a:off x="0" y="0"/>
          <a:ext cx="0" cy="0"/>
          <a:chOff x="0" y="0"/>
          <a:chExt cx="0" cy="0"/>
        </a:xfrm>
      </p:grpSpPr>
      <p:sp>
        <p:nvSpPr>
          <p:cNvPr id="611" name="Google Shape;611;p7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12" name="Google Shape;612;p71"/>
          <p:cNvSpPr txBox="1"/>
          <p:nvPr>
            <p:ph type="title"/>
          </p:nvPr>
        </p:nvSpPr>
        <p:spPr>
          <a:xfrm rot="5400000">
            <a:off x="6152037" y="2103845"/>
            <a:ext cx="4595321" cy="849109"/>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rgbClr val="232F3E"/>
              </a:buClr>
              <a:buSzPts val="2700"/>
              <a:buFont typeface="Play"/>
              <a:buNone/>
              <a:defRPr>
                <a:solidFill>
                  <a:srgbClr val="232F3E"/>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13" name="Google Shape;613;p71"/>
          <p:cNvPicPr preferRelativeResize="0"/>
          <p:nvPr/>
        </p:nvPicPr>
        <p:blipFill rotWithShape="1">
          <a:blip r:embed="rId2">
            <a:alphaModFix/>
          </a:blip>
          <a:srcRect b="0" l="0" r="0" t="0"/>
          <a:stretch/>
        </p:blipFill>
        <p:spPr>
          <a:xfrm rot="5400000">
            <a:off x="5727713" y="2511023"/>
            <a:ext cx="4594860" cy="34290"/>
          </a:xfrm>
          <a:prstGeom prst="rect">
            <a:avLst/>
          </a:prstGeom>
          <a:noFill/>
          <a:ln>
            <a:noFill/>
          </a:ln>
        </p:spPr>
      </p:pic>
      <p:sp>
        <p:nvSpPr>
          <p:cNvPr id="614" name="Google Shape;614;p71"/>
          <p:cNvSpPr txBox="1"/>
          <p:nvPr>
            <p:ph idx="1" type="body"/>
          </p:nvPr>
        </p:nvSpPr>
        <p:spPr>
          <a:xfrm rot="5400000">
            <a:off x="1838532" y="-1333476"/>
            <a:ext cx="4595321" cy="772374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0"/>
              </a:spcBef>
              <a:spcAft>
                <a:spcPts val="0"/>
              </a:spcAft>
              <a:buClr>
                <a:srgbClr val="232F3E"/>
              </a:buClr>
              <a:buSzPts val="1500"/>
              <a:buChar char="•"/>
              <a:defRPr sz="1500">
                <a:solidFill>
                  <a:srgbClr val="232F3E"/>
                </a:solidFill>
              </a:defRPr>
            </a:lvl2pPr>
            <a:lvl3pPr indent="-317500" lvl="2" marL="1371600" algn="l">
              <a:lnSpc>
                <a:spcPct val="100000"/>
              </a:lnSpc>
              <a:spcBef>
                <a:spcPts val="0"/>
              </a:spcBef>
              <a:spcAft>
                <a:spcPts val="0"/>
              </a:spcAft>
              <a:buClr>
                <a:srgbClr val="232F3E"/>
              </a:buClr>
              <a:buSzPts val="1400"/>
              <a:buChar char="•"/>
              <a:defRPr sz="1400">
                <a:solidFill>
                  <a:srgbClr val="232F3E"/>
                </a:solidFill>
              </a:defRPr>
            </a:lvl3pPr>
            <a:lvl4pPr indent="-304800" lvl="3" marL="1828800" algn="l">
              <a:lnSpc>
                <a:spcPct val="100000"/>
              </a:lnSpc>
              <a:spcBef>
                <a:spcPts val="0"/>
              </a:spcBef>
              <a:spcAft>
                <a:spcPts val="0"/>
              </a:spcAft>
              <a:buClr>
                <a:srgbClr val="232F3E"/>
              </a:buClr>
              <a:buSzPts val="1200"/>
              <a:buChar char="•"/>
              <a:defRPr sz="1200">
                <a:solidFill>
                  <a:srgbClr val="232F3E"/>
                </a:solidFill>
              </a:defRPr>
            </a:lvl4pPr>
            <a:lvl5pPr indent="-304800" lvl="4" marL="2286000" algn="l">
              <a:lnSpc>
                <a:spcPct val="100000"/>
              </a:lnSpc>
              <a:spcBef>
                <a:spcPts val="0"/>
              </a:spcBef>
              <a:spcAft>
                <a:spcPts val="0"/>
              </a:spcAft>
              <a:buClr>
                <a:srgbClr val="232F3E"/>
              </a:buClr>
              <a:buSzPts val="1200"/>
              <a:buChar char="•"/>
              <a:defRPr sz="1200">
                <a:solidFill>
                  <a:srgbClr val="232F3E"/>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chemeClr val="dk2"/>
        </a:solidFill>
      </p:bgPr>
    </p:bg>
    <p:spTree>
      <p:nvGrpSpPr>
        <p:cNvPr id="615" name="Shape 615"/>
        <p:cNvGrpSpPr/>
        <p:nvPr/>
      </p:nvGrpSpPr>
      <p:grpSpPr>
        <a:xfrm>
          <a:off x="0" y="0"/>
          <a:ext cx="0" cy="0"/>
          <a:chOff x="0" y="0"/>
          <a:chExt cx="0" cy="0"/>
        </a:xfrm>
      </p:grpSpPr>
      <p:sp>
        <p:nvSpPr>
          <p:cNvPr id="616" name="Google Shape;616;p72"/>
          <p:cNvSpPr txBox="1"/>
          <p:nvPr>
            <p:ph type="title"/>
          </p:nvPr>
        </p:nvSpPr>
        <p:spPr>
          <a:xfrm>
            <a:off x="274320" y="226313"/>
            <a:ext cx="4959832" cy="4676762"/>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lt1"/>
              </a:buClr>
              <a:buSzPts val="2700"/>
              <a:buFont typeface="Play"/>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7" name="Google Shape;617;p72"/>
          <p:cNvSpPr txBox="1"/>
          <p:nvPr>
            <p:ph idx="12" type="sldNum"/>
          </p:nvPr>
        </p:nvSpPr>
        <p:spPr>
          <a:xfrm>
            <a:off x="8599932" y="4834890"/>
            <a:ext cx="363474" cy="17145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
        <p:nvSpPr>
          <p:cNvPr id="618" name="Google Shape;618;p72"/>
          <p:cNvSpPr/>
          <p:nvPr/>
        </p:nvSpPr>
        <p:spPr>
          <a:xfrm>
            <a:off x="5511486" y="733985"/>
            <a:ext cx="3270183" cy="3270183"/>
          </a:xfrm>
          <a:prstGeom prst="octagon">
            <a:avLst>
              <a:gd fmla="val 29289" name="adj"/>
            </a:avLst>
          </a:prstGeom>
          <a:solidFill>
            <a:srgbClr val="FF0000"/>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6600">
                <a:solidFill>
                  <a:schemeClr val="lt1"/>
                </a:solidFill>
                <a:latin typeface="Play"/>
                <a:ea typeface="Play"/>
                <a:cs typeface="Play"/>
                <a:sym typeface="Play"/>
              </a:rPr>
              <a:t>STOP</a:t>
            </a:r>
            <a:endParaRPr sz="110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
  <p:cSld name="Service intro">
    <p:bg>
      <p:bgPr>
        <a:solidFill>
          <a:schemeClr val="lt1"/>
        </a:solidFill>
      </p:bgPr>
    </p:bg>
    <p:spTree>
      <p:nvGrpSpPr>
        <p:cNvPr id="619" name="Shape 619"/>
        <p:cNvGrpSpPr/>
        <p:nvPr/>
      </p:nvGrpSpPr>
      <p:grpSpPr>
        <a:xfrm>
          <a:off x="0" y="0"/>
          <a:ext cx="0" cy="0"/>
          <a:chOff x="0" y="0"/>
          <a:chExt cx="0" cy="0"/>
        </a:xfrm>
      </p:grpSpPr>
      <p:sp>
        <p:nvSpPr>
          <p:cNvPr id="620" name="Google Shape;620;p7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21" name="Google Shape;621;p7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22" name="Google Shape;622;p73"/>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623" name="Google Shape;623;p73"/>
          <p:cNvSpPr txBox="1"/>
          <p:nvPr>
            <p:ph idx="1" type="body"/>
          </p:nvPr>
        </p:nvSpPr>
        <p:spPr>
          <a:xfrm>
            <a:off x="274320" y="822960"/>
            <a:ext cx="5733288"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a:solidFill>
                  <a:srgbClr val="232F3E"/>
                </a:solidFill>
              </a:defRPr>
            </a:lvl1pPr>
            <a:lvl2pPr indent="-342900" lvl="1" marL="914400" algn="l">
              <a:lnSpc>
                <a:spcPct val="100000"/>
              </a:lnSpc>
              <a:spcBef>
                <a:spcPts val="900"/>
              </a:spcBef>
              <a:spcAft>
                <a:spcPts val="0"/>
              </a:spcAft>
              <a:buClr>
                <a:srgbClr val="232F3E"/>
              </a:buClr>
              <a:buSzPts val="1800"/>
              <a:buChar char="•"/>
              <a:defRPr>
                <a:solidFill>
                  <a:srgbClr val="232F3E"/>
                </a:solidFill>
              </a:defRPr>
            </a:lvl2pPr>
            <a:lvl3pPr indent="-323850" lvl="2" marL="1371600" algn="l">
              <a:lnSpc>
                <a:spcPct val="100000"/>
              </a:lnSpc>
              <a:spcBef>
                <a:spcPts val="900"/>
              </a:spcBef>
              <a:spcAft>
                <a:spcPts val="0"/>
              </a:spcAft>
              <a:buClr>
                <a:srgbClr val="232F3E"/>
              </a:buClr>
              <a:buSzPts val="1500"/>
              <a:buChar char="•"/>
              <a:defRPr>
                <a:solidFill>
                  <a:srgbClr val="232F3E"/>
                </a:solidFill>
              </a:defRPr>
            </a:lvl3pPr>
            <a:lvl4pPr indent="-317500" lvl="3" marL="1828800" algn="l">
              <a:lnSpc>
                <a:spcPct val="100000"/>
              </a:lnSpc>
              <a:spcBef>
                <a:spcPts val="900"/>
              </a:spcBef>
              <a:spcAft>
                <a:spcPts val="0"/>
              </a:spcAft>
              <a:buClr>
                <a:srgbClr val="232F3E"/>
              </a:buClr>
              <a:buSzPts val="1400"/>
              <a:buChar char="•"/>
              <a:defRPr>
                <a:solidFill>
                  <a:srgbClr val="232F3E"/>
                </a:solidFill>
              </a:defRPr>
            </a:lvl4pPr>
            <a:lvl5pPr indent="-317500" lvl="4" marL="2286000" algn="l">
              <a:lnSpc>
                <a:spcPct val="100000"/>
              </a:lnSpc>
              <a:spcBef>
                <a:spcPts val="900"/>
              </a:spcBef>
              <a:spcAft>
                <a:spcPts val="0"/>
              </a:spcAft>
              <a:buClr>
                <a:srgbClr val="232F3E"/>
              </a:buClr>
              <a:buSzPts val="1400"/>
              <a:buChar char="•"/>
              <a:defRPr>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4" name="Google Shape;624;p73"/>
          <p:cNvSpPr/>
          <p:nvPr>
            <p:ph idx="2" type="pic"/>
          </p:nvPr>
        </p:nvSpPr>
        <p:spPr>
          <a:xfrm>
            <a:off x="6713306" y="1817370"/>
            <a:ext cx="1508760" cy="1508760"/>
          </a:xfrm>
          <a:prstGeom prst="rect">
            <a:avLst/>
          </a:prstGeom>
          <a:noFill/>
          <a:ln>
            <a:noFill/>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ademyQuestion">
  <p:cSld name="AcademyQuestion">
    <p:bg>
      <p:bgPr>
        <a:solidFill>
          <a:schemeClr val="lt1"/>
        </a:solidFill>
      </p:bgPr>
    </p:bg>
    <p:spTree>
      <p:nvGrpSpPr>
        <p:cNvPr id="625" name="Shape 625"/>
        <p:cNvGrpSpPr/>
        <p:nvPr/>
      </p:nvGrpSpPr>
      <p:grpSpPr>
        <a:xfrm>
          <a:off x="0" y="0"/>
          <a:ext cx="0" cy="0"/>
          <a:chOff x="0" y="0"/>
          <a:chExt cx="0" cy="0"/>
        </a:xfrm>
      </p:grpSpPr>
      <p:sp>
        <p:nvSpPr>
          <p:cNvPr id="626" name="Google Shape;626;p7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27" name="Google Shape;627;p74"/>
          <p:cNvSpPr txBox="1"/>
          <p:nvPr>
            <p:ph type="title"/>
          </p:nvPr>
        </p:nvSpPr>
        <p:spPr>
          <a:xfrm>
            <a:off x="0" y="139496"/>
            <a:ext cx="9144000" cy="401648"/>
          </a:xfrm>
          <a:prstGeom prst="rect">
            <a:avLst/>
          </a:prstGeom>
          <a:noFill/>
          <a:ln>
            <a:noFill/>
          </a:ln>
        </p:spPr>
        <p:txBody>
          <a:bodyPr anchorCtr="0" anchor="ctr" bIns="34275" lIns="137150" spcFirstLastPara="1" rIns="137150" wrap="square" tIns="34275">
            <a:spAutoFit/>
          </a:bodyPr>
          <a:lstStyle>
            <a:lvl1pPr lvl="0" algn="l">
              <a:lnSpc>
                <a:spcPct val="90000"/>
              </a:lnSpc>
              <a:spcBef>
                <a:spcPts val="0"/>
              </a:spcBef>
              <a:spcAft>
                <a:spcPts val="0"/>
              </a:spcAft>
              <a:buClr>
                <a:srgbClr val="232F3E"/>
              </a:buClr>
              <a:buSzPts val="2400"/>
              <a:buFont typeface="Play"/>
              <a:buNone/>
              <a:defRPr sz="2400">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8" name="Google Shape;628;p74"/>
          <p:cNvSpPr txBox="1"/>
          <p:nvPr>
            <p:ph idx="1" type="body"/>
          </p:nvPr>
        </p:nvSpPr>
        <p:spPr>
          <a:xfrm>
            <a:off x="0" y="541145"/>
            <a:ext cx="9144000" cy="1097280"/>
          </a:xfrm>
          <a:prstGeom prst="rect">
            <a:avLst/>
          </a:prstGeom>
          <a:solidFill>
            <a:schemeClr val="accent1"/>
          </a:solidFill>
          <a:ln>
            <a:noFill/>
          </a:ln>
        </p:spPr>
        <p:txBody>
          <a:bodyPr anchorCtr="0" anchor="t" bIns="68575" lIns="137150" spcFirstLastPara="1" rIns="137150" wrap="square" tIns="68575">
            <a:no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vl2pPr indent="-228600" lvl="1" marL="914400" algn="l">
              <a:lnSpc>
                <a:spcPct val="90000"/>
              </a:lnSpc>
              <a:spcBef>
                <a:spcPts val="500"/>
              </a:spcBef>
              <a:spcAft>
                <a:spcPts val="0"/>
              </a:spcAft>
              <a:buClr>
                <a:schemeClr val="lt1"/>
              </a:buClr>
              <a:buSzPts val="1200"/>
              <a:buNone/>
              <a:defRPr sz="1200">
                <a:solidFill>
                  <a:schemeClr val="lt1"/>
                </a:solidFill>
              </a:defRPr>
            </a:lvl2pPr>
            <a:lvl3pPr indent="-228600" lvl="2" marL="1371600" algn="l">
              <a:lnSpc>
                <a:spcPct val="90000"/>
              </a:lnSpc>
              <a:spcBef>
                <a:spcPts val="900"/>
              </a:spcBef>
              <a:spcAft>
                <a:spcPts val="0"/>
              </a:spcAft>
              <a:buClr>
                <a:schemeClr val="lt1"/>
              </a:buClr>
              <a:buSzPts val="1200"/>
              <a:buNone/>
              <a:defRPr sz="1200">
                <a:solidFill>
                  <a:schemeClr val="lt1"/>
                </a:solidFill>
              </a:defRPr>
            </a:lvl3pPr>
            <a:lvl4pPr indent="-228600" lvl="3" marL="1828800" algn="l">
              <a:lnSpc>
                <a:spcPct val="90000"/>
              </a:lnSpc>
              <a:spcBef>
                <a:spcPts val="900"/>
              </a:spcBef>
              <a:spcAft>
                <a:spcPts val="0"/>
              </a:spcAft>
              <a:buClr>
                <a:schemeClr val="lt1"/>
              </a:buClr>
              <a:buSzPts val="1200"/>
              <a:buNone/>
              <a:defRPr sz="1200">
                <a:solidFill>
                  <a:schemeClr val="lt1"/>
                </a:solidFill>
              </a:defRPr>
            </a:lvl4pPr>
            <a:lvl5pPr indent="-228600" lvl="4" marL="2286000" algn="l">
              <a:lnSpc>
                <a:spcPct val="90000"/>
              </a:lnSpc>
              <a:spcBef>
                <a:spcPts val="900"/>
              </a:spcBef>
              <a:spcAft>
                <a:spcPts val="0"/>
              </a:spcAft>
              <a:buClr>
                <a:schemeClr val="lt1"/>
              </a:buClr>
              <a:buSzPts val="1200"/>
              <a:buNone/>
              <a:defRPr sz="1200">
                <a:solidFill>
                  <a:schemeClr val="lt1"/>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ype="obj">
  <p:cSld name="OBJECT">
    <p:spTree>
      <p:nvGrpSpPr>
        <p:cNvPr id="629" name="Shape 629"/>
        <p:cNvGrpSpPr/>
        <p:nvPr/>
      </p:nvGrpSpPr>
      <p:grpSpPr>
        <a:xfrm>
          <a:off x="0" y="0"/>
          <a:ext cx="0" cy="0"/>
          <a:chOff x="0" y="0"/>
          <a:chExt cx="0" cy="0"/>
        </a:xfrm>
      </p:grpSpPr>
      <p:pic>
        <p:nvPicPr>
          <p:cNvPr id="630" name="Google Shape;630;p75"/>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631" name="Google Shape;631;p75"/>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Play"/>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32" name="Google Shape;632;p75"/>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633" name="Google Shape;633;p75"/>
          <p:cNvSpPr txBox="1"/>
          <p:nvPr>
            <p:ph idx="1" type="body"/>
          </p:nvPr>
        </p:nvSpPr>
        <p:spPr>
          <a:xfrm>
            <a:off x="314325" y="1146131"/>
            <a:ext cx="8515350" cy="3486591"/>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0"/>
              </a:spcBef>
              <a:spcAft>
                <a:spcPts val="0"/>
              </a:spcAft>
              <a:buClr>
                <a:schemeClr val="dk1"/>
              </a:buClr>
              <a:buSzPts val="2100"/>
              <a:buChar char="•"/>
              <a:defRPr>
                <a:solidFill>
                  <a:schemeClr val="dk1"/>
                </a:solidFill>
              </a:defRPr>
            </a:lvl1pPr>
            <a:lvl2pPr indent="-342900" lvl="1" marL="914400" algn="l">
              <a:lnSpc>
                <a:spcPct val="90000"/>
              </a:lnSpc>
              <a:spcBef>
                <a:spcPts val="900"/>
              </a:spcBef>
              <a:spcAft>
                <a:spcPts val="0"/>
              </a:spcAft>
              <a:buClr>
                <a:schemeClr val="dk1"/>
              </a:buClr>
              <a:buSzPts val="1800"/>
              <a:buChar char="•"/>
              <a:defRPr>
                <a:solidFill>
                  <a:schemeClr val="dk1"/>
                </a:solidFill>
              </a:defRPr>
            </a:lvl2pPr>
            <a:lvl3pPr indent="-323850" lvl="2" marL="1371600" algn="l">
              <a:lnSpc>
                <a:spcPct val="90000"/>
              </a:lnSpc>
              <a:spcBef>
                <a:spcPts val="900"/>
              </a:spcBef>
              <a:spcAft>
                <a:spcPts val="0"/>
              </a:spcAft>
              <a:buClr>
                <a:schemeClr val="dk1"/>
              </a:buClr>
              <a:buSzPts val="1500"/>
              <a:buChar char="•"/>
              <a:defRPr>
                <a:solidFill>
                  <a:schemeClr val="dk1"/>
                </a:solidFill>
              </a:defRPr>
            </a:lvl3pPr>
            <a:lvl4pPr indent="-317500" lvl="3" marL="1828800" algn="l">
              <a:lnSpc>
                <a:spcPct val="90000"/>
              </a:lnSpc>
              <a:spcBef>
                <a:spcPts val="900"/>
              </a:spcBef>
              <a:spcAft>
                <a:spcPts val="0"/>
              </a:spcAft>
              <a:buClr>
                <a:schemeClr val="dk1"/>
              </a:buClr>
              <a:buSzPts val="1400"/>
              <a:buChar char="•"/>
              <a:defRPr>
                <a:solidFill>
                  <a:schemeClr val="dk1"/>
                </a:solidFill>
              </a:defRPr>
            </a:lvl4pPr>
            <a:lvl5pPr indent="-317500" lvl="4" marL="2286000" algn="l">
              <a:lnSpc>
                <a:spcPct val="90000"/>
              </a:lnSpc>
              <a:spcBef>
                <a:spcPts val="900"/>
              </a:spcBef>
              <a:spcAft>
                <a:spcPts val="0"/>
              </a:spcAft>
              <a:buClr>
                <a:schemeClr val="dk1"/>
              </a:buClr>
              <a:buSzPts val="1400"/>
              <a:buChar char="•"/>
              <a:defRPr>
                <a:solidFill>
                  <a:schemeClr val="dk1"/>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4" name="Google Shape;634;p75"/>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700">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Play"/>
                <a:ea typeface="Play"/>
                <a:cs typeface="Play"/>
                <a:sym typeface="Play"/>
              </a:defRPr>
            </a:lvl2pPr>
            <a:lvl3pPr lvl="2" marR="0" rtl="0" algn="l">
              <a:spcBef>
                <a:spcPts val="0"/>
              </a:spcBef>
              <a:spcAft>
                <a:spcPts val="0"/>
              </a:spcAft>
              <a:buSzPts val="1100"/>
              <a:buNone/>
              <a:defRPr b="0" i="0" sz="1400" u="none" cap="none" strike="noStrike">
                <a:solidFill>
                  <a:schemeClr val="dk1"/>
                </a:solidFill>
                <a:latin typeface="Play"/>
                <a:ea typeface="Play"/>
                <a:cs typeface="Play"/>
                <a:sym typeface="Play"/>
              </a:defRPr>
            </a:lvl3pPr>
            <a:lvl4pPr lvl="3" marR="0" rtl="0" algn="l">
              <a:spcBef>
                <a:spcPts val="0"/>
              </a:spcBef>
              <a:spcAft>
                <a:spcPts val="0"/>
              </a:spcAft>
              <a:buSzPts val="1100"/>
              <a:buNone/>
              <a:defRPr b="0" i="0" sz="1400" u="none" cap="none" strike="noStrike">
                <a:solidFill>
                  <a:schemeClr val="dk1"/>
                </a:solidFill>
                <a:latin typeface="Play"/>
                <a:ea typeface="Play"/>
                <a:cs typeface="Play"/>
                <a:sym typeface="Play"/>
              </a:defRPr>
            </a:lvl4pPr>
            <a:lvl5pPr lvl="4" marR="0" rtl="0" algn="l">
              <a:spcBef>
                <a:spcPts val="0"/>
              </a:spcBef>
              <a:spcAft>
                <a:spcPts val="0"/>
              </a:spcAft>
              <a:buSzPts val="1100"/>
              <a:buNone/>
              <a:defRPr b="0" i="0" sz="1400" u="none" cap="none" strike="noStrike">
                <a:solidFill>
                  <a:schemeClr val="dk1"/>
                </a:solidFill>
                <a:latin typeface="Play"/>
                <a:ea typeface="Play"/>
                <a:cs typeface="Play"/>
                <a:sym typeface="Play"/>
              </a:defRPr>
            </a:lvl5pPr>
            <a:lvl6pPr lvl="5" marR="0" rtl="0" algn="l">
              <a:spcBef>
                <a:spcPts val="0"/>
              </a:spcBef>
              <a:spcAft>
                <a:spcPts val="0"/>
              </a:spcAft>
              <a:buSzPts val="1100"/>
              <a:buNone/>
              <a:defRPr b="0" i="0" sz="1400" u="none" cap="none" strike="noStrike">
                <a:solidFill>
                  <a:schemeClr val="dk1"/>
                </a:solidFill>
                <a:latin typeface="Play"/>
                <a:ea typeface="Play"/>
                <a:cs typeface="Play"/>
                <a:sym typeface="Play"/>
              </a:defRPr>
            </a:lvl6pPr>
            <a:lvl7pPr lvl="6" marR="0" rtl="0" algn="l">
              <a:spcBef>
                <a:spcPts val="0"/>
              </a:spcBef>
              <a:spcAft>
                <a:spcPts val="0"/>
              </a:spcAft>
              <a:buSzPts val="1100"/>
              <a:buNone/>
              <a:defRPr b="0" i="0" sz="1400" u="none" cap="none" strike="noStrike">
                <a:solidFill>
                  <a:schemeClr val="dk1"/>
                </a:solidFill>
                <a:latin typeface="Play"/>
                <a:ea typeface="Play"/>
                <a:cs typeface="Play"/>
                <a:sym typeface="Play"/>
              </a:defRPr>
            </a:lvl7pPr>
            <a:lvl8pPr lvl="7" marR="0" rtl="0" algn="l">
              <a:spcBef>
                <a:spcPts val="0"/>
              </a:spcBef>
              <a:spcAft>
                <a:spcPts val="0"/>
              </a:spcAft>
              <a:buSzPts val="1100"/>
              <a:buNone/>
              <a:defRPr b="0" i="0" sz="1400" u="none" cap="none" strike="noStrike">
                <a:solidFill>
                  <a:schemeClr val="dk1"/>
                </a:solidFill>
                <a:latin typeface="Play"/>
                <a:ea typeface="Play"/>
                <a:cs typeface="Play"/>
                <a:sym typeface="Play"/>
              </a:defRPr>
            </a:lvl8pPr>
            <a:lvl9pPr lvl="8" marR="0" rtl="0" algn="l">
              <a:spcBef>
                <a:spcPts val="0"/>
              </a:spcBef>
              <a:spcAft>
                <a:spcPts val="0"/>
              </a:spcAft>
              <a:buSzPts val="1100"/>
              <a:buNone/>
              <a:defRPr b="0" i="0" sz="1400" u="none" cap="none" strike="noStrike">
                <a:solidFill>
                  <a:schemeClr val="dk1"/>
                </a:solidFill>
                <a:latin typeface="Play"/>
                <a:ea typeface="Play"/>
                <a:cs typeface="Play"/>
                <a:sym typeface="Play"/>
              </a:defRPr>
            </a:lvl9pPr>
          </a:lstStyle>
          <a:p/>
        </p:txBody>
      </p:sp>
      <p:sp>
        <p:nvSpPr>
          <p:cNvPr id="635" name="Google Shape;635;p75"/>
          <p:cNvSpPr txBox="1"/>
          <p:nvPr>
            <p:ph idx="12" type="sldNum"/>
          </p:nvPr>
        </p:nvSpPr>
        <p:spPr>
          <a:xfrm>
            <a:off x="6772275" y="4767263"/>
            <a:ext cx="2057400" cy="273844"/>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49.xml"/><Relationship Id="rId42" Type="http://schemas.openxmlformats.org/officeDocument/2006/relationships/slideLayout" Target="../slideLayouts/slideLayout51.xml"/><Relationship Id="rId41" Type="http://schemas.openxmlformats.org/officeDocument/2006/relationships/slideLayout" Target="../slideLayouts/slideLayout50.xml"/><Relationship Id="rId44" Type="http://schemas.openxmlformats.org/officeDocument/2006/relationships/slideLayout" Target="../slideLayouts/slideLayout53.xml"/><Relationship Id="rId43" Type="http://schemas.openxmlformats.org/officeDocument/2006/relationships/slideLayout" Target="../slideLayouts/slideLayout52.xml"/><Relationship Id="rId46" Type="http://schemas.openxmlformats.org/officeDocument/2006/relationships/slideLayout" Target="../slideLayouts/slideLayout55.xml"/><Relationship Id="rId45" Type="http://schemas.openxmlformats.org/officeDocument/2006/relationships/slideLayout" Target="../slideLayouts/slideLayout54.xml"/><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48" Type="http://schemas.openxmlformats.org/officeDocument/2006/relationships/slideLayout" Target="../slideLayouts/slideLayout57.xml"/><Relationship Id="rId47" Type="http://schemas.openxmlformats.org/officeDocument/2006/relationships/slideLayout" Target="../slideLayouts/slideLayout56.xml"/><Relationship Id="rId49" Type="http://schemas.openxmlformats.org/officeDocument/2006/relationships/slideLayout" Target="../slideLayouts/slideLayout5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31" Type="http://schemas.openxmlformats.org/officeDocument/2006/relationships/slideLayout" Target="../slideLayouts/slideLayout40.xml"/><Relationship Id="rId30" Type="http://schemas.openxmlformats.org/officeDocument/2006/relationships/slideLayout" Target="../slideLayouts/slideLayout39.xml"/><Relationship Id="rId33" Type="http://schemas.openxmlformats.org/officeDocument/2006/relationships/slideLayout" Target="../slideLayouts/slideLayout42.xml"/><Relationship Id="rId32" Type="http://schemas.openxmlformats.org/officeDocument/2006/relationships/slideLayout" Target="../slideLayouts/slideLayout41.xml"/><Relationship Id="rId35" Type="http://schemas.openxmlformats.org/officeDocument/2006/relationships/slideLayout" Target="../slideLayouts/slideLayout44.xml"/><Relationship Id="rId34" Type="http://schemas.openxmlformats.org/officeDocument/2006/relationships/slideLayout" Target="../slideLayouts/slideLayout43.xml"/><Relationship Id="rId37" Type="http://schemas.openxmlformats.org/officeDocument/2006/relationships/slideLayout" Target="../slideLayouts/slideLayout46.xml"/><Relationship Id="rId36" Type="http://schemas.openxmlformats.org/officeDocument/2006/relationships/slideLayout" Target="../slideLayouts/slideLayout45.xml"/><Relationship Id="rId39" Type="http://schemas.openxmlformats.org/officeDocument/2006/relationships/slideLayout" Target="../slideLayouts/slideLayout48.xml"/><Relationship Id="rId38" Type="http://schemas.openxmlformats.org/officeDocument/2006/relationships/slideLayout" Target="../slideLayouts/slideLayout47.xml"/><Relationship Id="rId62" Type="http://schemas.openxmlformats.org/officeDocument/2006/relationships/slideLayout" Target="../slideLayouts/slideLayout71.xml"/><Relationship Id="rId61" Type="http://schemas.openxmlformats.org/officeDocument/2006/relationships/slideLayout" Target="../slideLayouts/slideLayout70.xml"/><Relationship Id="rId20" Type="http://schemas.openxmlformats.org/officeDocument/2006/relationships/slideLayout" Target="../slideLayouts/slideLayout29.xml"/><Relationship Id="rId64" Type="http://schemas.openxmlformats.org/officeDocument/2006/relationships/slideLayout" Target="../slideLayouts/slideLayout73.xml"/><Relationship Id="rId63" Type="http://schemas.openxmlformats.org/officeDocument/2006/relationships/slideLayout" Target="../slideLayouts/slideLayout72.xml"/><Relationship Id="rId22" Type="http://schemas.openxmlformats.org/officeDocument/2006/relationships/slideLayout" Target="../slideLayouts/slideLayout31.xml"/><Relationship Id="rId21" Type="http://schemas.openxmlformats.org/officeDocument/2006/relationships/slideLayout" Target="../slideLayouts/slideLayout30.xml"/><Relationship Id="rId65" Type="http://schemas.openxmlformats.org/officeDocument/2006/relationships/theme" Target="../theme/theme3.xml"/><Relationship Id="rId24" Type="http://schemas.openxmlformats.org/officeDocument/2006/relationships/slideLayout" Target="../slideLayouts/slideLayout33.xml"/><Relationship Id="rId23" Type="http://schemas.openxmlformats.org/officeDocument/2006/relationships/slideLayout" Target="../slideLayouts/slideLayout32.xml"/><Relationship Id="rId60" Type="http://schemas.openxmlformats.org/officeDocument/2006/relationships/slideLayout" Target="../slideLayouts/slideLayout69.xml"/><Relationship Id="rId26" Type="http://schemas.openxmlformats.org/officeDocument/2006/relationships/slideLayout" Target="../slideLayouts/slideLayout35.xml"/><Relationship Id="rId25" Type="http://schemas.openxmlformats.org/officeDocument/2006/relationships/slideLayout" Target="../slideLayouts/slideLayout34.xml"/><Relationship Id="rId28" Type="http://schemas.openxmlformats.org/officeDocument/2006/relationships/slideLayout" Target="../slideLayouts/slideLayout37.xml"/><Relationship Id="rId27" Type="http://schemas.openxmlformats.org/officeDocument/2006/relationships/slideLayout" Target="../slideLayouts/slideLayout36.xml"/><Relationship Id="rId29" Type="http://schemas.openxmlformats.org/officeDocument/2006/relationships/slideLayout" Target="../slideLayouts/slideLayout38.xml"/><Relationship Id="rId51" Type="http://schemas.openxmlformats.org/officeDocument/2006/relationships/slideLayout" Target="../slideLayouts/slideLayout60.xml"/><Relationship Id="rId50" Type="http://schemas.openxmlformats.org/officeDocument/2006/relationships/slideLayout" Target="../slideLayouts/slideLayout59.xml"/><Relationship Id="rId53" Type="http://schemas.openxmlformats.org/officeDocument/2006/relationships/slideLayout" Target="../slideLayouts/slideLayout62.xml"/><Relationship Id="rId52" Type="http://schemas.openxmlformats.org/officeDocument/2006/relationships/slideLayout" Target="../slideLayouts/slideLayout61.xml"/><Relationship Id="rId11" Type="http://schemas.openxmlformats.org/officeDocument/2006/relationships/slideLayout" Target="../slideLayouts/slideLayout20.xml"/><Relationship Id="rId55" Type="http://schemas.openxmlformats.org/officeDocument/2006/relationships/slideLayout" Target="../slideLayouts/slideLayout64.xml"/><Relationship Id="rId10" Type="http://schemas.openxmlformats.org/officeDocument/2006/relationships/slideLayout" Target="../slideLayouts/slideLayout19.xml"/><Relationship Id="rId54" Type="http://schemas.openxmlformats.org/officeDocument/2006/relationships/slideLayout" Target="../slideLayouts/slideLayout63.xml"/><Relationship Id="rId13" Type="http://schemas.openxmlformats.org/officeDocument/2006/relationships/slideLayout" Target="../slideLayouts/slideLayout22.xml"/><Relationship Id="rId57" Type="http://schemas.openxmlformats.org/officeDocument/2006/relationships/slideLayout" Target="../slideLayouts/slideLayout66.xml"/><Relationship Id="rId12" Type="http://schemas.openxmlformats.org/officeDocument/2006/relationships/slideLayout" Target="../slideLayouts/slideLayout21.xml"/><Relationship Id="rId56" Type="http://schemas.openxmlformats.org/officeDocument/2006/relationships/slideLayout" Target="../slideLayouts/slideLayout65.xml"/><Relationship Id="rId15" Type="http://schemas.openxmlformats.org/officeDocument/2006/relationships/slideLayout" Target="../slideLayouts/slideLayout24.xml"/><Relationship Id="rId59" Type="http://schemas.openxmlformats.org/officeDocument/2006/relationships/slideLayout" Target="../slideLayouts/slideLayout68.xml"/><Relationship Id="rId14" Type="http://schemas.openxmlformats.org/officeDocument/2006/relationships/slideLayout" Target="../slideLayouts/slideLayout23.xml"/><Relationship Id="rId58" Type="http://schemas.openxmlformats.org/officeDocument/2006/relationships/slideLayout" Target="../slideLayouts/slideLayout67.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19" Type="http://schemas.openxmlformats.org/officeDocument/2006/relationships/slideLayout" Target="../slideLayouts/slideLayout28.xml"/><Relationship Id="rId1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99932" y="4834890"/>
            <a:ext cx="363474" cy="17145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900" u="none" cap="none" strike="noStrike">
                <a:solidFill>
                  <a:srgbClr val="232F3E"/>
                </a:solidFill>
                <a:latin typeface="Play"/>
                <a:ea typeface="Play"/>
                <a:cs typeface="Play"/>
                <a:sym typeface="Play"/>
              </a:defRPr>
            </a:lvl1pPr>
            <a:lvl2pPr indent="0" lvl="1" marL="0" marR="0" rtl="0" algn="r">
              <a:spcBef>
                <a:spcPts val="0"/>
              </a:spcBef>
              <a:buNone/>
              <a:defRPr b="0" i="0" sz="900" u="none" cap="none" strike="noStrike">
                <a:solidFill>
                  <a:srgbClr val="232F3E"/>
                </a:solidFill>
                <a:latin typeface="Play"/>
                <a:ea typeface="Play"/>
                <a:cs typeface="Play"/>
                <a:sym typeface="Play"/>
              </a:defRPr>
            </a:lvl2pPr>
            <a:lvl3pPr indent="0" lvl="2" marL="0" marR="0" rtl="0" algn="r">
              <a:spcBef>
                <a:spcPts val="0"/>
              </a:spcBef>
              <a:buNone/>
              <a:defRPr b="0" i="0" sz="900" u="none" cap="none" strike="noStrike">
                <a:solidFill>
                  <a:srgbClr val="232F3E"/>
                </a:solidFill>
                <a:latin typeface="Play"/>
                <a:ea typeface="Play"/>
                <a:cs typeface="Play"/>
                <a:sym typeface="Play"/>
              </a:defRPr>
            </a:lvl3pPr>
            <a:lvl4pPr indent="0" lvl="3" marL="0" marR="0" rtl="0" algn="r">
              <a:spcBef>
                <a:spcPts val="0"/>
              </a:spcBef>
              <a:buNone/>
              <a:defRPr b="0" i="0" sz="900" u="none" cap="none" strike="noStrike">
                <a:solidFill>
                  <a:srgbClr val="232F3E"/>
                </a:solidFill>
                <a:latin typeface="Play"/>
                <a:ea typeface="Play"/>
                <a:cs typeface="Play"/>
                <a:sym typeface="Play"/>
              </a:defRPr>
            </a:lvl4pPr>
            <a:lvl5pPr indent="0" lvl="4" marL="0" marR="0" rtl="0" algn="r">
              <a:spcBef>
                <a:spcPts val="0"/>
              </a:spcBef>
              <a:buNone/>
              <a:defRPr b="0" i="0" sz="900" u="none" cap="none" strike="noStrike">
                <a:solidFill>
                  <a:srgbClr val="232F3E"/>
                </a:solidFill>
                <a:latin typeface="Play"/>
                <a:ea typeface="Play"/>
                <a:cs typeface="Play"/>
                <a:sym typeface="Play"/>
              </a:defRPr>
            </a:lvl5pPr>
            <a:lvl6pPr indent="0" lvl="5" marL="0" marR="0" rtl="0" algn="r">
              <a:spcBef>
                <a:spcPts val="0"/>
              </a:spcBef>
              <a:buNone/>
              <a:defRPr b="0" i="0" sz="900" u="none" cap="none" strike="noStrike">
                <a:solidFill>
                  <a:srgbClr val="232F3E"/>
                </a:solidFill>
                <a:latin typeface="Play"/>
                <a:ea typeface="Play"/>
                <a:cs typeface="Play"/>
                <a:sym typeface="Play"/>
              </a:defRPr>
            </a:lvl6pPr>
            <a:lvl7pPr indent="0" lvl="6" marL="0" marR="0" rtl="0" algn="r">
              <a:spcBef>
                <a:spcPts val="0"/>
              </a:spcBef>
              <a:buNone/>
              <a:defRPr b="0" i="0" sz="900" u="none" cap="none" strike="noStrike">
                <a:solidFill>
                  <a:srgbClr val="232F3E"/>
                </a:solidFill>
                <a:latin typeface="Play"/>
                <a:ea typeface="Play"/>
                <a:cs typeface="Play"/>
                <a:sym typeface="Play"/>
              </a:defRPr>
            </a:lvl7pPr>
            <a:lvl8pPr indent="0" lvl="7" marL="0" marR="0" rtl="0" algn="r">
              <a:spcBef>
                <a:spcPts val="0"/>
              </a:spcBef>
              <a:buNone/>
              <a:defRPr b="0" i="0" sz="900" u="none" cap="none" strike="noStrike">
                <a:solidFill>
                  <a:srgbClr val="232F3E"/>
                </a:solidFill>
                <a:latin typeface="Play"/>
                <a:ea typeface="Play"/>
                <a:cs typeface="Play"/>
                <a:sym typeface="Play"/>
              </a:defRPr>
            </a:lvl8pPr>
            <a:lvl9pPr indent="0" lvl="8" marL="0" marR="0" rtl="0" algn="r">
              <a:spcBef>
                <a:spcPts val="0"/>
              </a:spcBef>
              <a:buNone/>
              <a:defRPr b="0" i="0" sz="9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2" name="Google Shape;52;p13"/>
          <p:cNvSpPr txBox="1"/>
          <p:nvPr>
            <p:ph type="title"/>
          </p:nvPr>
        </p:nvSpPr>
        <p:spPr>
          <a:xfrm>
            <a:off x="274320" y="226314"/>
            <a:ext cx="8675370" cy="54864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232F3E"/>
              </a:buClr>
              <a:buSzPts val="2700"/>
              <a:buFont typeface="Play"/>
              <a:buNone/>
              <a:defRPr b="0" i="0" sz="2700" u="none" cap="none" strike="noStrike">
                <a:solidFill>
                  <a:srgbClr val="232F3E"/>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3"/>
          <p:cNvSpPr txBox="1"/>
          <p:nvPr>
            <p:ph idx="1" type="body"/>
          </p:nvPr>
        </p:nvSpPr>
        <p:spPr>
          <a:xfrm>
            <a:off x="274320" y="857250"/>
            <a:ext cx="8675370" cy="3970782"/>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0"/>
              </a:spcBef>
              <a:spcAft>
                <a:spcPts val="0"/>
              </a:spcAft>
              <a:buClr>
                <a:srgbClr val="232F3E"/>
              </a:buClr>
              <a:buSzPts val="2100"/>
              <a:buFont typeface="Play"/>
              <a:buChar char="•"/>
              <a:defRPr b="0" i="0" sz="2100" u="none" cap="none" strike="noStrike">
                <a:solidFill>
                  <a:srgbClr val="232F3E"/>
                </a:solidFill>
                <a:latin typeface="Play"/>
                <a:ea typeface="Play"/>
                <a:cs typeface="Play"/>
                <a:sym typeface="Play"/>
              </a:defRPr>
            </a:lvl1pPr>
            <a:lvl2pPr indent="-342900" lvl="1" marL="914400" marR="0" rtl="0" algn="l">
              <a:lnSpc>
                <a:spcPct val="90000"/>
              </a:lnSpc>
              <a:spcBef>
                <a:spcPts val="9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2pPr>
            <a:lvl3pPr indent="-323850" lvl="2" marL="1371600" marR="0" rtl="0" algn="l">
              <a:lnSpc>
                <a:spcPct val="90000"/>
              </a:lnSpc>
              <a:spcBef>
                <a:spcPts val="900"/>
              </a:spcBef>
              <a:spcAft>
                <a:spcPts val="0"/>
              </a:spcAft>
              <a:buClr>
                <a:srgbClr val="232F3E"/>
              </a:buClr>
              <a:buSzPts val="1500"/>
              <a:buFont typeface="Play"/>
              <a:buChar char="•"/>
              <a:defRPr b="0" i="0" sz="1500" u="none" cap="none" strike="noStrike">
                <a:solidFill>
                  <a:srgbClr val="232F3E"/>
                </a:solidFill>
                <a:latin typeface="Play"/>
                <a:ea typeface="Play"/>
                <a:cs typeface="Play"/>
                <a:sym typeface="Play"/>
              </a:defRPr>
            </a:lvl3pPr>
            <a:lvl4pPr indent="-317500" lvl="3" marL="1828800" marR="0" rtl="0" algn="l">
              <a:lnSpc>
                <a:spcPct val="90000"/>
              </a:lnSpc>
              <a:spcBef>
                <a:spcPts val="900"/>
              </a:spcBef>
              <a:spcAft>
                <a:spcPts val="0"/>
              </a:spcAft>
              <a:buClr>
                <a:srgbClr val="232F3E"/>
              </a:buClr>
              <a:buSzPts val="1400"/>
              <a:buFont typeface="Play"/>
              <a:buChar char="•"/>
              <a:defRPr b="0" i="0" sz="1400" u="none" cap="none" strike="noStrike">
                <a:solidFill>
                  <a:srgbClr val="232F3E"/>
                </a:solidFill>
                <a:latin typeface="Play"/>
                <a:ea typeface="Play"/>
                <a:cs typeface="Play"/>
                <a:sym typeface="Play"/>
              </a:defRPr>
            </a:lvl4pPr>
            <a:lvl5pPr indent="-317500" lvl="4" marL="2286000" marR="0" rtl="0" algn="l">
              <a:lnSpc>
                <a:spcPct val="90000"/>
              </a:lnSpc>
              <a:spcBef>
                <a:spcPts val="900"/>
              </a:spcBef>
              <a:spcAft>
                <a:spcPts val="0"/>
              </a:spcAft>
              <a:buClr>
                <a:srgbClr val="232F3E"/>
              </a:buClr>
              <a:buSzPts val="1400"/>
              <a:buFont typeface="Play"/>
              <a:buChar char="•"/>
              <a:defRPr b="0" i="0" sz="1400" u="none" cap="none" strike="noStrike">
                <a:solidFill>
                  <a:srgbClr val="232F3E"/>
                </a:solidFill>
                <a:latin typeface="Play"/>
                <a:ea typeface="Play"/>
                <a:cs typeface="Play"/>
                <a:sym typeface="Play"/>
              </a:defRPr>
            </a:lvl5pPr>
            <a:lvl6pPr indent="-317500" lvl="5" marL="2743200" marR="0" rtl="0" algn="l">
              <a:lnSpc>
                <a:spcPct val="90000"/>
              </a:lnSpc>
              <a:spcBef>
                <a:spcPts val="9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6pPr>
            <a:lvl7pPr indent="-317500" lvl="6" marL="3200400" marR="0" rtl="0" algn="l">
              <a:lnSpc>
                <a:spcPct val="90000"/>
              </a:lnSpc>
              <a:spcBef>
                <a:spcPts val="4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7pPr>
            <a:lvl8pPr indent="-317500" lvl="7" marL="3657600" marR="0" rtl="0" algn="l">
              <a:lnSpc>
                <a:spcPct val="90000"/>
              </a:lnSpc>
              <a:spcBef>
                <a:spcPts val="4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8pPr>
            <a:lvl9pPr indent="-317500" lvl="8" marL="4114800" marR="0" rtl="0" algn="l">
              <a:lnSpc>
                <a:spcPct val="90000"/>
              </a:lnSpc>
              <a:spcBef>
                <a:spcPts val="4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9pPr>
          </a:lstStyle>
          <a:p/>
        </p:txBody>
      </p:sp>
      <p:pic>
        <p:nvPicPr>
          <p:cNvPr id="54" name="Google Shape;54;p13"/>
          <p:cNvPicPr preferRelativeResize="0"/>
          <p:nvPr/>
        </p:nvPicPr>
        <p:blipFill rotWithShape="1">
          <a:blip r:embed="rId2">
            <a:alphaModFix/>
          </a:blip>
          <a:srcRect b="0" l="0" r="0" t="0"/>
          <a:stretch/>
        </p:blipFill>
        <p:spPr>
          <a:xfrm>
            <a:off x="182699" y="4834291"/>
            <a:ext cx="275234" cy="16459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90" r:id="rId34"/>
    <p:sldLayoutId id="2147483691" r:id="rId35"/>
    <p:sldLayoutId id="2147483692" r:id="rId36"/>
    <p:sldLayoutId id="2147483693" r:id="rId37"/>
    <p:sldLayoutId id="2147483694" r:id="rId38"/>
    <p:sldLayoutId id="2147483695" r:id="rId39"/>
    <p:sldLayoutId id="2147483696" r:id="rId40"/>
    <p:sldLayoutId id="2147483697" r:id="rId41"/>
    <p:sldLayoutId id="2147483698" r:id="rId42"/>
    <p:sldLayoutId id="2147483699" r:id="rId43"/>
    <p:sldLayoutId id="2147483700" r:id="rId44"/>
    <p:sldLayoutId id="2147483701" r:id="rId45"/>
    <p:sldLayoutId id="2147483702" r:id="rId46"/>
    <p:sldLayoutId id="2147483703" r:id="rId47"/>
    <p:sldLayoutId id="2147483704" r:id="rId48"/>
    <p:sldLayoutId id="2147483705" r:id="rId49"/>
    <p:sldLayoutId id="2147483706" r:id="rId50"/>
    <p:sldLayoutId id="2147483707" r:id="rId51"/>
    <p:sldLayoutId id="2147483708" r:id="rId52"/>
    <p:sldLayoutId id="2147483709" r:id="rId53"/>
    <p:sldLayoutId id="2147483710" r:id="rId54"/>
    <p:sldLayoutId id="2147483711" r:id="rId55"/>
    <p:sldLayoutId id="2147483712" r:id="rId56"/>
    <p:sldLayoutId id="2147483713" r:id="rId57"/>
    <p:sldLayoutId id="2147483714" r:id="rId58"/>
    <p:sldLayoutId id="2147483715" r:id="rId59"/>
    <p:sldLayoutId id="2147483716" r:id="rId60"/>
    <p:sldLayoutId id="2147483717" r:id="rId61"/>
    <p:sldLayoutId id="2147483718" r:id="rId62"/>
    <p:sldLayoutId id="2147483719" r:id="rId63"/>
    <p:sldLayoutId id="2147483720" r:id="rId6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4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hyperlink" Target="https://aws.amazon.com/machine-learning/?nc2=h_ql_sol_use_ml" TargetMode="External"/><Relationship Id="rId4" Type="http://schemas.openxmlformats.org/officeDocument/2006/relationships/hyperlink" Target="https://aws.amazon.com/blogs/machine-learning/classify-a-large-number-of-images-with-amazon-rekognition-and-aws-batch/" TargetMode="External"/><Relationship Id="rId9" Type="http://schemas.openxmlformats.org/officeDocument/2006/relationships/hyperlink" Target="https://docs.aws.amazon.com/codewhisperer/latest/userguide/getting-started.html" TargetMode="External"/><Relationship Id="rId5" Type="http://schemas.openxmlformats.org/officeDocument/2006/relationships/hyperlink" Target="https://aws.amazon.com/marketplace/solutions/machine-learning" TargetMode="External"/><Relationship Id="rId6" Type="http://schemas.openxmlformats.org/officeDocument/2006/relationships/hyperlink" Target="https://aws.amazon.com/machine-learning/?nc2=h_ql_sol_use_ml" TargetMode="External"/><Relationship Id="rId7" Type="http://schemas.openxmlformats.org/officeDocument/2006/relationships/hyperlink" Target="https://docs.aws.amazon.com/machine-learning/?id=docs_gateway" TargetMode="External"/><Relationship Id="rId8" Type="http://schemas.openxmlformats.org/officeDocument/2006/relationships/hyperlink" Target="https://aws.amazon.com/partners/featured/machine-learning/foundations/" TargetMode="External"/><Relationship Id="rId11" Type="http://schemas.openxmlformats.org/officeDocument/2006/relationships/hyperlink" Target="https://aws.amazon.com/codewhisperer/resources/" TargetMode="External"/><Relationship Id="rId10" Type="http://schemas.openxmlformats.org/officeDocument/2006/relationships/hyperlink" Target="https://aws.amazon.com/codewhisperer/resources/" TargetMode="External"/><Relationship Id="rId13" Type="http://schemas.openxmlformats.org/officeDocument/2006/relationships/hyperlink" Target="https://catalog.us-east-1.prod.workshops.aws/workshops/a33a5d69-1417-4d5f-acc9-ae5c7fba665b/en-US/" TargetMode="External"/><Relationship Id="rId12" Type="http://schemas.openxmlformats.org/officeDocument/2006/relationships/hyperlink" Target="https://explore.skillbuilder.aws/learn/course/external/view/elearning/16405/amazon-codewhisperer-getting-starte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 Id="rId3" Type="http://schemas.openxmlformats.org/officeDocument/2006/relationships/image" Target="../media/image40.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hyperlink" Target="https://support.aws.amazon.com/#/contacts/aws-academ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641" name="Google Shape;641;p76"/>
          <p:cNvSpPr txBox="1"/>
          <p:nvPr>
            <p:ph type="title"/>
          </p:nvPr>
        </p:nvSpPr>
        <p:spPr>
          <a:xfrm>
            <a:off x="342900" y="788670"/>
            <a:ext cx="8531352" cy="1255014"/>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3300"/>
              <a:buFont typeface="Play"/>
              <a:buNone/>
            </a:pPr>
            <a:r>
              <a:rPr lang="es-419" sz="3300"/>
              <a:t>Módulo 1: Le damos la bienvenida a AWS Academy Machine Learning Foundations</a:t>
            </a:r>
            <a:endParaRPr sz="3300"/>
          </a:p>
        </p:txBody>
      </p:sp>
      <p:sp>
        <p:nvSpPr>
          <p:cNvPr id="642" name="Google Shape;642;p76"/>
          <p:cNvSpPr txBox="1"/>
          <p:nvPr>
            <p:ph idx="1" type="body"/>
          </p:nvPr>
        </p:nvSpPr>
        <p:spPr>
          <a:xfrm>
            <a:off x="342900" y="2079690"/>
            <a:ext cx="4125191" cy="1316736"/>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AWS Academy Machine Learning Foundations</a:t>
            </a:r>
            <a:endParaRPr/>
          </a:p>
        </p:txBody>
      </p:sp>
      <p:sp>
        <p:nvSpPr>
          <p:cNvPr id="643" name="Google Shape;643;p76"/>
          <p:cNvSpPr txBox="1"/>
          <p:nvPr/>
        </p:nvSpPr>
        <p:spPr>
          <a:xfrm>
            <a:off x="3060471" y="4859890"/>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chemeClr val="lt1"/>
                </a:solidFill>
                <a:latin typeface="Arial"/>
                <a:ea typeface="Arial"/>
                <a:cs typeface="Arial"/>
                <a:sym typeface="Arial"/>
              </a:rPr>
              <a:t>© 2024, Amazon Web Services, Inc. o sus filiales. Todos los derechos reservados.</a:t>
            </a:r>
            <a:endParaRPr sz="800">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649" name="Google Shape;649;p77"/>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Play"/>
              <a:buNone/>
            </a:pPr>
            <a:r>
              <a:rPr lang="es-419"/>
              <a:t>Objetivos del módulo</a:t>
            </a:r>
            <a:endParaRPr/>
          </a:p>
        </p:txBody>
      </p:sp>
      <p:sp>
        <p:nvSpPr>
          <p:cNvPr id="650" name="Google Shape;650;p77"/>
          <p:cNvSpPr txBox="1"/>
          <p:nvPr>
            <p:ph idx="1" type="body"/>
          </p:nvPr>
        </p:nvSpPr>
        <p:spPr>
          <a:xfrm>
            <a:off x="3444476" y="219074"/>
            <a:ext cx="5429776" cy="4606988"/>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Tras completar este módulo, será capaz de hacer lo siguiente:</a:t>
            </a:r>
            <a:endParaRPr/>
          </a:p>
          <a:p>
            <a:pPr indent="-165100" lvl="1" marL="342900" rtl="0" algn="l">
              <a:lnSpc>
                <a:spcPct val="100000"/>
              </a:lnSpc>
              <a:spcBef>
                <a:spcPts val="900"/>
              </a:spcBef>
              <a:spcAft>
                <a:spcPts val="0"/>
              </a:spcAft>
              <a:buClr>
                <a:srgbClr val="232F3E"/>
              </a:buClr>
              <a:buSzPts val="1800"/>
              <a:buChar char="•"/>
            </a:pPr>
            <a:r>
              <a:rPr lang="es-419"/>
              <a:t>Identificar los requisitos previos y los objetivos del curso</a:t>
            </a:r>
            <a:endParaRPr/>
          </a:p>
          <a:p>
            <a:pPr indent="-165100" lvl="1" marL="342900" rtl="0" algn="l">
              <a:lnSpc>
                <a:spcPct val="100000"/>
              </a:lnSpc>
              <a:spcBef>
                <a:spcPts val="900"/>
              </a:spcBef>
              <a:spcAft>
                <a:spcPts val="0"/>
              </a:spcAft>
              <a:buClr>
                <a:srgbClr val="232F3E"/>
              </a:buClr>
              <a:buSzPts val="1800"/>
              <a:buChar char="•"/>
            </a:pPr>
            <a:r>
              <a:rPr lang="es-419"/>
              <a:t>Describir los diversos roles que requieren conocimientos de machine learning</a:t>
            </a:r>
            <a:endParaRPr/>
          </a:p>
          <a:p>
            <a:pPr indent="-165100" lvl="1" marL="342900" rtl="0" algn="l">
              <a:lnSpc>
                <a:spcPct val="100000"/>
              </a:lnSpc>
              <a:spcBef>
                <a:spcPts val="900"/>
              </a:spcBef>
              <a:spcAft>
                <a:spcPts val="0"/>
              </a:spcAft>
              <a:buClr>
                <a:srgbClr val="232F3E"/>
              </a:buClr>
              <a:buSzPts val="1800"/>
              <a:buChar char="•"/>
            </a:pPr>
            <a:r>
              <a:rPr lang="es-419"/>
              <a:t>Identificar recursos para seguir aprendiendo</a:t>
            </a:r>
            <a:endParaRPr/>
          </a:p>
          <a:p>
            <a:pPr indent="-165100" lvl="1" marL="342900" rtl="0" algn="l">
              <a:lnSpc>
                <a:spcPct val="100000"/>
              </a:lnSpc>
              <a:spcBef>
                <a:spcPts val="900"/>
              </a:spcBef>
              <a:spcAft>
                <a:spcPts val="0"/>
              </a:spcAft>
              <a:buClr>
                <a:srgbClr val="232F3E"/>
              </a:buClr>
              <a:buSzPts val="1800"/>
              <a:buChar char="•"/>
            </a:pPr>
            <a:r>
              <a:rPr lang="es-419"/>
              <a:t>Explorar nuevas tecnologías en AWS</a:t>
            </a:r>
            <a:endParaRPr/>
          </a:p>
          <a:p>
            <a:pPr indent="0" lvl="1" marL="177800" rtl="0" algn="l">
              <a:lnSpc>
                <a:spcPct val="100000"/>
              </a:lnSpc>
              <a:spcBef>
                <a:spcPts val="900"/>
              </a:spcBef>
              <a:spcAft>
                <a:spcPts val="0"/>
              </a:spcAft>
              <a:buClr>
                <a:srgbClr val="232F3E"/>
              </a:buClr>
              <a:buSzPts val="1800"/>
              <a:buNone/>
            </a:pPr>
            <a:r>
              <a:t/>
            </a:r>
            <a:endParaRPr/>
          </a:p>
          <a:p>
            <a:pPr indent="-50800" lvl="1" marL="342900" rtl="0" algn="l">
              <a:lnSpc>
                <a:spcPct val="100000"/>
              </a:lnSpc>
              <a:spcBef>
                <a:spcPts val="900"/>
              </a:spcBef>
              <a:spcAft>
                <a:spcPts val="0"/>
              </a:spcAft>
              <a:buClr>
                <a:srgbClr val="232F3E"/>
              </a:buClr>
              <a:buSzPts val="1800"/>
              <a:buNone/>
            </a:pPr>
            <a:r>
              <a:t/>
            </a:r>
            <a:endParaRPr/>
          </a:p>
        </p:txBody>
      </p:sp>
      <p:sp>
        <p:nvSpPr>
          <p:cNvPr id="651" name="Google Shape;651;p77"/>
          <p:cNvSpPr txBox="1"/>
          <p:nvPr/>
        </p:nvSpPr>
        <p:spPr>
          <a:xfrm>
            <a:off x="4715691"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7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657" name="Google Shape;657;p78"/>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Sección 1: Requisitos previos </a:t>
            </a:r>
            <a:br>
              <a:rPr lang="es-419"/>
            </a:br>
            <a:r>
              <a:rPr lang="es-419"/>
              <a:t>y objetivos del curso</a:t>
            </a:r>
            <a:endParaRPr/>
          </a:p>
        </p:txBody>
      </p:sp>
      <p:sp>
        <p:nvSpPr>
          <p:cNvPr id="658" name="Google Shape;658;p78"/>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1: Le damos la bienvenida a AWS Academy Machine Learning Foundations</a:t>
            </a:r>
            <a:endParaRPr/>
          </a:p>
        </p:txBody>
      </p:sp>
      <p:sp>
        <p:nvSpPr>
          <p:cNvPr id="659" name="Google Shape;659;p78"/>
          <p:cNvSpPr txBox="1"/>
          <p:nvPr/>
        </p:nvSpPr>
        <p:spPr>
          <a:xfrm>
            <a:off x="3063240" y="4853360"/>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7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665" name="Google Shape;665;p7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Requisitos previos</a:t>
            </a:r>
            <a:endParaRPr/>
          </a:p>
        </p:txBody>
      </p:sp>
      <p:sp>
        <p:nvSpPr>
          <p:cNvPr id="666" name="Google Shape;666;p79"/>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Conocimientos generales requeridos</a:t>
            </a:r>
            <a:endParaRPr/>
          </a:p>
          <a:p>
            <a:pPr indent="-165100" lvl="1" marL="342900" rtl="0" algn="l">
              <a:lnSpc>
                <a:spcPct val="100000"/>
              </a:lnSpc>
              <a:spcBef>
                <a:spcPts val="900"/>
              </a:spcBef>
              <a:spcAft>
                <a:spcPts val="0"/>
              </a:spcAft>
              <a:buClr>
                <a:srgbClr val="232F3E"/>
              </a:buClr>
              <a:buSzPts val="1800"/>
              <a:buChar char="•"/>
            </a:pPr>
            <a:r>
              <a:rPr lang="es-419"/>
              <a:t>Conocimientos técnicos de TI</a:t>
            </a:r>
            <a:endParaRPr/>
          </a:p>
          <a:p>
            <a:pPr indent="-165100" lvl="1" marL="342900" rtl="0" algn="l">
              <a:lnSpc>
                <a:spcPct val="100000"/>
              </a:lnSpc>
              <a:spcBef>
                <a:spcPts val="900"/>
              </a:spcBef>
              <a:spcAft>
                <a:spcPts val="0"/>
              </a:spcAft>
              <a:buClr>
                <a:srgbClr val="232F3E"/>
              </a:buClr>
              <a:buSzPts val="1800"/>
              <a:buChar char="•"/>
            </a:pPr>
            <a:r>
              <a:rPr lang="es-419"/>
              <a:t>Finalización de AWS Academy Cloud Foundations</a:t>
            </a:r>
            <a:endParaRPr/>
          </a:p>
          <a:p>
            <a:pPr indent="-165100" lvl="1" marL="342900" rtl="0" algn="l">
              <a:lnSpc>
                <a:spcPct val="100000"/>
              </a:lnSpc>
              <a:spcBef>
                <a:spcPts val="900"/>
              </a:spcBef>
              <a:spcAft>
                <a:spcPts val="0"/>
              </a:spcAft>
              <a:buClr>
                <a:srgbClr val="232F3E"/>
              </a:buClr>
              <a:buSzPts val="1800"/>
              <a:buChar char="•"/>
            </a:pPr>
            <a:r>
              <a:rPr lang="es-419"/>
              <a:t>Conocimientos intermedios de programación en Python</a:t>
            </a:r>
            <a:endParaRPr/>
          </a:p>
          <a:p>
            <a:pPr indent="-165100" lvl="1" marL="342900" rtl="0" algn="l">
              <a:lnSpc>
                <a:spcPct val="100000"/>
              </a:lnSpc>
              <a:spcBef>
                <a:spcPts val="900"/>
              </a:spcBef>
              <a:spcAft>
                <a:spcPts val="0"/>
              </a:spcAft>
              <a:buClr>
                <a:srgbClr val="232F3E"/>
              </a:buClr>
              <a:buSzPts val="1800"/>
              <a:buChar char="•"/>
            </a:pPr>
            <a:r>
              <a:rPr lang="es-419"/>
              <a:t>Conocimientos generales de estadística aplicada</a:t>
            </a:r>
            <a:endParaRPr/>
          </a:p>
        </p:txBody>
      </p:sp>
      <p:sp>
        <p:nvSpPr>
          <p:cNvPr id="667" name="Google Shape;667;p79"/>
          <p:cNvSpPr txBox="1"/>
          <p:nvPr>
            <p:ph idx="2" type="body"/>
          </p:nvPr>
        </p:nvSpPr>
        <p:spPr>
          <a:xfrm>
            <a:off x="4622292" y="822960"/>
            <a:ext cx="4251960" cy="372531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32F3E"/>
              </a:buClr>
              <a:buSzPts val="2100"/>
              <a:buNone/>
            </a:pPr>
            <a:r>
              <a:rPr b="1" lang="es-419"/>
              <a:t>Conocimientos de preferencia</a:t>
            </a:r>
            <a:endParaRPr/>
          </a:p>
          <a:p>
            <a:pPr indent="-165100" lvl="1" marL="342900" rtl="0" algn="l">
              <a:lnSpc>
                <a:spcPct val="100000"/>
              </a:lnSpc>
              <a:spcBef>
                <a:spcPts val="900"/>
              </a:spcBef>
              <a:spcAft>
                <a:spcPts val="0"/>
              </a:spcAft>
              <a:buClr>
                <a:srgbClr val="232F3E"/>
              </a:buClr>
              <a:buSzPts val="1800"/>
              <a:buChar char="•"/>
            </a:pPr>
            <a:r>
              <a:rPr lang="es-419"/>
              <a:t>Estar familiarizados con los conceptos de computación en </a:t>
            </a:r>
            <a:br>
              <a:rPr lang="es-419"/>
            </a:br>
            <a:r>
              <a:rPr lang="es-419"/>
              <a:t>la nube</a:t>
            </a:r>
            <a:endParaRPr/>
          </a:p>
          <a:p>
            <a:pPr indent="-165100" lvl="1" marL="342900" rtl="0" algn="l">
              <a:lnSpc>
                <a:spcPct val="100000"/>
              </a:lnSpc>
              <a:spcBef>
                <a:spcPts val="900"/>
              </a:spcBef>
              <a:spcAft>
                <a:spcPts val="0"/>
              </a:spcAft>
              <a:buClr>
                <a:srgbClr val="232F3E"/>
              </a:buClr>
              <a:buSzPts val="1800"/>
              <a:buChar char="•"/>
            </a:pPr>
            <a:r>
              <a:rPr lang="es-419"/>
              <a:t>Tener conocimientos prácticos sobre los sistemas distribuidos</a:t>
            </a:r>
            <a:endParaRPr/>
          </a:p>
          <a:p>
            <a:pPr indent="-165100" lvl="1" marL="342900" rtl="0" algn="l">
              <a:lnSpc>
                <a:spcPct val="100000"/>
              </a:lnSpc>
              <a:spcBef>
                <a:spcPts val="900"/>
              </a:spcBef>
              <a:spcAft>
                <a:spcPts val="0"/>
              </a:spcAft>
              <a:buClr>
                <a:srgbClr val="232F3E"/>
              </a:buClr>
              <a:buSzPts val="1800"/>
              <a:buChar char="•"/>
            </a:pPr>
            <a:r>
              <a:rPr lang="es-419"/>
              <a:t>Estar familiarizado con los conceptos generales sobre redes</a:t>
            </a:r>
            <a:endParaRPr/>
          </a:p>
          <a:p>
            <a:pPr indent="-165100" lvl="1" marL="342900" rtl="0" algn="l">
              <a:lnSpc>
                <a:spcPct val="100000"/>
              </a:lnSpc>
              <a:spcBef>
                <a:spcPts val="900"/>
              </a:spcBef>
              <a:spcAft>
                <a:spcPts val="0"/>
              </a:spcAft>
              <a:buClr>
                <a:srgbClr val="232F3E"/>
              </a:buClr>
              <a:buSzPts val="1800"/>
              <a:buChar char="•"/>
            </a:pPr>
            <a:r>
              <a:rPr lang="es-419"/>
              <a:t>Conocimientos prácticos sobre arquitecturas de varios niveles</a:t>
            </a:r>
            <a:endParaRPr/>
          </a:p>
        </p:txBody>
      </p:sp>
      <p:sp>
        <p:nvSpPr>
          <p:cNvPr id="668" name="Google Shape;668;p79"/>
          <p:cNvSpPr txBox="1"/>
          <p:nvPr/>
        </p:nvSpPr>
        <p:spPr>
          <a:xfrm>
            <a:off x="3050175"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674" name="Google Shape;674;p8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Objetivos del curso</a:t>
            </a:r>
            <a:endParaRPr/>
          </a:p>
        </p:txBody>
      </p:sp>
      <p:sp>
        <p:nvSpPr>
          <p:cNvPr id="675" name="Google Shape;675;p80"/>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177800" lvl="0" marL="177800" rtl="0" algn="l">
              <a:lnSpc>
                <a:spcPct val="100000"/>
              </a:lnSpc>
              <a:spcBef>
                <a:spcPts val="0"/>
              </a:spcBef>
              <a:spcAft>
                <a:spcPts val="0"/>
              </a:spcAft>
              <a:buClr>
                <a:srgbClr val="232F3E"/>
              </a:buClr>
              <a:buSzPts val="2000"/>
              <a:buChar char="•"/>
            </a:pPr>
            <a:r>
              <a:rPr lang="es-419" sz="2000"/>
              <a:t>Describir el machine learning (ML)</a:t>
            </a:r>
            <a:endParaRPr sz="2000"/>
          </a:p>
          <a:p>
            <a:pPr indent="-177800" lvl="0" marL="177800" rtl="0" algn="l">
              <a:lnSpc>
                <a:spcPct val="100000"/>
              </a:lnSpc>
              <a:spcBef>
                <a:spcPts val="900"/>
              </a:spcBef>
              <a:spcAft>
                <a:spcPts val="0"/>
              </a:spcAft>
              <a:buClr>
                <a:srgbClr val="232F3E"/>
              </a:buClr>
              <a:buSzPts val="2000"/>
              <a:buChar char="•"/>
            </a:pPr>
            <a:r>
              <a:rPr lang="es-419" sz="2000"/>
              <a:t>Implementar una canalización de machine learning con Amazon SageMaker</a:t>
            </a:r>
            <a:endParaRPr sz="2000"/>
          </a:p>
          <a:p>
            <a:pPr indent="-177800" lvl="0" marL="177800" rtl="0" algn="l">
              <a:lnSpc>
                <a:spcPct val="100000"/>
              </a:lnSpc>
              <a:spcBef>
                <a:spcPts val="900"/>
              </a:spcBef>
              <a:spcAft>
                <a:spcPts val="0"/>
              </a:spcAft>
              <a:buClr>
                <a:srgbClr val="232F3E"/>
              </a:buClr>
              <a:buSzPts val="2000"/>
              <a:buChar char="•"/>
            </a:pPr>
            <a:r>
              <a:rPr lang="es-419" sz="2000"/>
              <a:t>Utilizar los servicios administrados de Amazon ML para realizar previsiones </a:t>
            </a:r>
            <a:endParaRPr/>
          </a:p>
          <a:p>
            <a:pPr indent="-177800" lvl="0" marL="177800" rtl="0" algn="l">
              <a:lnSpc>
                <a:spcPct val="100000"/>
              </a:lnSpc>
              <a:spcBef>
                <a:spcPts val="900"/>
              </a:spcBef>
              <a:spcAft>
                <a:spcPts val="0"/>
              </a:spcAft>
              <a:buClr>
                <a:srgbClr val="232F3E"/>
              </a:buClr>
              <a:buSzPts val="2000"/>
              <a:buChar char="•"/>
            </a:pPr>
            <a:r>
              <a:rPr lang="es-419" sz="2000"/>
              <a:t>Utilizar los servicios administrados de Amazon ML para visión artificial</a:t>
            </a:r>
            <a:endParaRPr/>
          </a:p>
          <a:p>
            <a:pPr indent="-177800" lvl="0" marL="177800" rtl="0" algn="l">
              <a:lnSpc>
                <a:spcPct val="100000"/>
              </a:lnSpc>
              <a:spcBef>
                <a:spcPts val="900"/>
              </a:spcBef>
              <a:spcAft>
                <a:spcPts val="0"/>
              </a:spcAft>
              <a:buClr>
                <a:srgbClr val="232F3E"/>
              </a:buClr>
              <a:buSzPts val="2000"/>
              <a:buChar char="•"/>
            </a:pPr>
            <a:r>
              <a:rPr lang="es-419" sz="2000"/>
              <a:t>Utilizar los servicios administrados de Amazon ML para procesamiento del lenguaje natural (NLP)</a:t>
            </a:r>
            <a:endParaRPr/>
          </a:p>
          <a:p>
            <a:pPr indent="-177800" lvl="0" marL="177800" rtl="0" algn="l">
              <a:lnSpc>
                <a:spcPct val="100000"/>
              </a:lnSpc>
              <a:spcBef>
                <a:spcPts val="900"/>
              </a:spcBef>
              <a:spcAft>
                <a:spcPts val="0"/>
              </a:spcAft>
              <a:buClr>
                <a:srgbClr val="232F3E"/>
              </a:buClr>
              <a:buSzPts val="2000"/>
              <a:buChar char="•"/>
            </a:pPr>
            <a:r>
              <a:rPr lang="es-419" sz="2000"/>
              <a:t>Identificar cómo se utilizan los servicios de Amazon ML para inteligencia artificial generativa (IA generativa)</a:t>
            </a:r>
            <a:endParaRPr/>
          </a:p>
        </p:txBody>
      </p:sp>
      <p:pic>
        <p:nvPicPr>
          <p:cNvPr id="676" name="Google Shape;676;p80"/>
          <p:cNvPicPr preferRelativeResize="0"/>
          <p:nvPr/>
        </p:nvPicPr>
        <p:blipFill rotWithShape="1">
          <a:blip r:embed="rId3">
            <a:alphaModFix/>
          </a:blip>
          <a:srcRect b="3517" l="14285" r="15487" t="3704"/>
          <a:stretch/>
        </p:blipFill>
        <p:spPr>
          <a:xfrm>
            <a:off x="7674674" y="3495246"/>
            <a:ext cx="1025255" cy="1354466"/>
          </a:xfrm>
          <a:prstGeom prst="rect">
            <a:avLst/>
          </a:prstGeom>
          <a:noFill/>
          <a:ln>
            <a:noFill/>
          </a:ln>
        </p:spPr>
      </p:pic>
      <p:sp>
        <p:nvSpPr>
          <p:cNvPr id="677" name="Google Shape;677;p80"/>
          <p:cNvSpPr txBox="1"/>
          <p:nvPr/>
        </p:nvSpPr>
        <p:spPr>
          <a:xfrm>
            <a:off x="3050168"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8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683" name="Google Shape;683;p8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Esquema del curso</a:t>
            </a:r>
            <a:endParaRPr/>
          </a:p>
        </p:txBody>
      </p:sp>
      <p:sp>
        <p:nvSpPr>
          <p:cNvPr id="684" name="Google Shape;684;p81"/>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1308100" lvl="0" marL="1308100" rtl="0" algn="l">
              <a:lnSpc>
                <a:spcPct val="100000"/>
              </a:lnSpc>
              <a:spcBef>
                <a:spcPts val="0"/>
              </a:spcBef>
              <a:spcAft>
                <a:spcPts val="0"/>
              </a:spcAft>
              <a:buClr>
                <a:srgbClr val="232F3E"/>
              </a:buClr>
              <a:buSzPts val="2000"/>
              <a:buNone/>
            </a:pPr>
            <a:r>
              <a:rPr b="1" lang="es-419" sz="2000"/>
              <a:t>Módulo 1: </a:t>
            </a:r>
            <a:r>
              <a:rPr lang="es-419" sz="2000"/>
              <a:t>Le damos la bienvenida a Machine learning de AWS Academy</a:t>
            </a:r>
            <a:endParaRPr sz="2000"/>
          </a:p>
          <a:p>
            <a:pPr indent="-1308100" lvl="0" marL="1308100" rtl="0" algn="l">
              <a:lnSpc>
                <a:spcPct val="100000"/>
              </a:lnSpc>
              <a:spcBef>
                <a:spcPts val="900"/>
              </a:spcBef>
              <a:spcAft>
                <a:spcPts val="0"/>
              </a:spcAft>
              <a:buClr>
                <a:srgbClr val="232F3E"/>
              </a:buClr>
              <a:buSzPts val="2000"/>
              <a:buNone/>
            </a:pPr>
            <a:r>
              <a:rPr b="1" lang="es-419" sz="2000"/>
              <a:t>Módulo 2:</a:t>
            </a:r>
            <a:r>
              <a:rPr lang="es-419" sz="2000"/>
              <a:t> Introducción al machine learning</a:t>
            </a:r>
            <a:endParaRPr sz="2000"/>
          </a:p>
          <a:p>
            <a:pPr indent="-1308100" lvl="0" marL="1308100" rtl="0" algn="l">
              <a:lnSpc>
                <a:spcPct val="100000"/>
              </a:lnSpc>
              <a:spcBef>
                <a:spcPts val="900"/>
              </a:spcBef>
              <a:spcAft>
                <a:spcPts val="0"/>
              </a:spcAft>
              <a:buClr>
                <a:srgbClr val="232F3E"/>
              </a:buClr>
              <a:buSzPts val="2000"/>
              <a:buNone/>
            </a:pPr>
            <a:r>
              <a:rPr b="1" lang="es-419" sz="2000"/>
              <a:t>Módulo 3:</a:t>
            </a:r>
            <a:r>
              <a:rPr lang="es-419" sz="2000"/>
              <a:t> Implementación de una canalización de machine learning con Amazon SageMaker</a:t>
            </a:r>
            <a:endParaRPr sz="2000"/>
          </a:p>
          <a:p>
            <a:pPr indent="-1308100" lvl="0" marL="1308100" rtl="0" algn="l">
              <a:lnSpc>
                <a:spcPct val="100000"/>
              </a:lnSpc>
              <a:spcBef>
                <a:spcPts val="900"/>
              </a:spcBef>
              <a:spcAft>
                <a:spcPts val="0"/>
              </a:spcAft>
              <a:buClr>
                <a:srgbClr val="232F3E"/>
              </a:buClr>
              <a:buSzPts val="2000"/>
              <a:buNone/>
            </a:pPr>
            <a:r>
              <a:rPr b="1" lang="es-419" sz="2000"/>
              <a:t>Módulo 4:</a:t>
            </a:r>
            <a:r>
              <a:rPr lang="es-419" sz="2000"/>
              <a:t> Introducción a las previsiones</a:t>
            </a:r>
            <a:endParaRPr/>
          </a:p>
          <a:p>
            <a:pPr indent="-1308100" lvl="0" marL="1308100" rtl="0" algn="l">
              <a:lnSpc>
                <a:spcPct val="100000"/>
              </a:lnSpc>
              <a:spcBef>
                <a:spcPts val="900"/>
              </a:spcBef>
              <a:spcAft>
                <a:spcPts val="0"/>
              </a:spcAft>
              <a:buClr>
                <a:srgbClr val="232F3E"/>
              </a:buClr>
              <a:buSzPts val="2000"/>
              <a:buNone/>
            </a:pPr>
            <a:r>
              <a:rPr b="1" lang="es-419" sz="2000"/>
              <a:t>Módulo 5:</a:t>
            </a:r>
            <a:r>
              <a:rPr lang="es-419" sz="2000"/>
              <a:t> Introducción a la visión artificial</a:t>
            </a:r>
            <a:endParaRPr/>
          </a:p>
          <a:p>
            <a:pPr indent="-1308100" lvl="0" marL="1308100" rtl="0" algn="l">
              <a:lnSpc>
                <a:spcPct val="100000"/>
              </a:lnSpc>
              <a:spcBef>
                <a:spcPts val="900"/>
              </a:spcBef>
              <a:spcAft>
                <a:spcPts val="0"/>
              </a:spcAft>
              <a:buClr>
                <a:srgbClr val="232F3E"/>
              </a:buClr>
              <a:buSzPts val="2000"/>
              <a:buNone/>
            </a:pPr>
            <a:r>
              <a:rPr b="1" lang="es-419" sz="2000"/>
              <a:t>Módulo 6:</a:t>
            </a:r>
            <a:r>
              <a:rPr lang="es-419" sz="2000"/>
              <a:t> Introducción al procesamiento de lenguaje natural</a:t>
            </a:r>
            <a:endParaRPr/>
          </a:p>
          <a:p>
            <a:pPr indent="-1308100" lvl="0" marL="1308100" rtl="0" algn="l">
              <a:lnSpc>
                <a:spcPct val="100000"/>
              </a:lnSpc>
              <a:spcBef>
                <a:spcPts val="900"/>
              </a:spcBef>
              <a:spcAft>
                <a:spcPts val="0"/>
              </a:spcAft>
              <a:buClr>
                <a:srgbClr val="232F3E"/>
              </a:buClr>
              <a:buSzPts val="2000"/>
              <a:buNone/>
            </a:pPr>
            <a:r>
              <a:rPr b="1" lang="es-419" sz="2000"/>
              <a:t>Módulo 7:</a:t>
            </a:r>
            <a:r>
              <a:rPr lang="es-419" sz="2000"/>
              <a:t> Introducción a la IA generativa</a:t>
            </a:r>
            <a:endParaRPr b="1" sz="2000"/>
          </a:p>
          <a:p>
            <a:pPr indent="-1308100" lvl="0" marL="1308100" rtl="0" algn="l">
              <a:lnSpc>
                <a:spcPct val="100000"/>
              </a:lnSpc>
              <a:spcBef>
                <a:spcPts val="900"/>
              </a:spcBef>
              <a:spcAft>
                <a:spcPts val="0"/>
              </a:spcAft>
              <a:buClr>
                <a:srgbClr val="232F3E"/>
              </a:buClr>
              <a:buSzPts val="2000"/>
              <a:buNone/>
            </a:pPr>
            <a:r>
              <a:rPr b="1" lang="es-419" sz="2000"/>
              <a:t>Módulo 8:</a:t>
            </a:r>
            <a:r>
              <a:rPr lang="es-419" sz="2000"/>
              <a:t> Resumen del curso</a:t>
            </a:r>
            <a:endParaRPr/>
          </a:p>
        </p:txBody>
      </p:sp>
      <p:pic>
        <p:nvPicPr>
          <p:cNvPr id="685" name="Google Shape;685;p81"/>
          <p:cNvPicPr preferRelativeResize="0"/>
          <p:nvPr/>
        </p:nvPicPr>
        <p:blipFill rotWithShape="1">
          <a:blip r:embed="rId3">
            <a:alphaModFix/>
          </a:blip>
          <a:srcRect b="12692" l="8676" r="8994" t="12752"/>
          <a:stretch/>
        </p:blipFill>
        <p:spPr>
          <a:xfrm>
            <a:off x="7270200" y="3689412"/>
            <a:ext cx="1262174" cy="1142999"/>
          </a:xfrm>
          <a:prstGeom prst="rect">
            <a:avLst/>
          </a:prstGeom>
          <a:noFill/>
          <a:ln>
            <a:noFill/>
          </a:ln>
        </p:spPr>
      </p:pic>
      <p:sp>
        <p:nvSpPr>
          <p:cNvPr id="686" name="Google Shape;686;p81"/>
          <p:cNvSpPr txBox="1"/>
          <p:nvPr/>
        </p:nvSpPr>
        <p:spPr>
          <a:xfrm>
            <a:off x="3050174"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692" name="Google Shape;692;p8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Módulo 2: Introducción al Machine Learning</a:t>
            </a:r>
            <a:endParaRPr/>
          </a:p>
        </p:txBody>
      </p:sp>
      <p:sp>
        <p:nvSpPr>
          <p:cNvPr id="693" name="Google Shape;693;p82"/>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Secciones del módulo: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¿Qué es machine learning?</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Problemas empresariales que se resuelven con </a:t>
            </a:r>
            <a:br>
              <a:rPr lang="es-419"/>
            </a:br>
            <a:r>
              <a:rPr lang="es-419"/>
              <a:t>machine learning</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Proceso de machine learning</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Información general de herramientas de machine learning</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Desafíos de machine learning</a:t>
            </a:r>
            <a:endParaRPr/>
          </a:p>
        </p:txBody>
      </p:sp>
      <p:pic>
        <p:nvPicPr>
          <p:cNvPr id="694" name="Google Shape;694;p82"/>
          <p:cNvPicPr preferRelativeResize="0"/>
          <p:nvPr/>
        </p:nvPicPr>
        <p:blipFill rotWithShape="1">
          <a:blip r:embed="rId3">
            <a:alphaModFix/>
          </a:blip>
          <a:srcRect b="0" l="0" r="0" t="0"/>
          <a:stretch/>
        </p:blipFill>
        <p:spPr>
          <a:xfrm>
            <a:off x="7886700" y="1165860"/>
            <a:ext cx="822960" cy="822960"/>
          </a:xfrm>
          <a:prstGeom prst="rect">
            <a:avLst/>
          </a:prstGeom>
          <a:noFill/>
          <a:ln>
            <a:noFill/>
          </a:ln>
        </p:spPr>
      </p:pic>
      <p:sp>
        <p:nvSpPr>
          <p:cNvPr id="695" name="Google Shape;695;p82"/>
          <p:cNvSpPr txBox="1"/>
          <p:nvPr/>
        </p:nvSpPr>
        <p:spPr>
          <a:xfrm>
            <a:off x="3050174"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8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01" name="Google Shape;701;p83"/>
          <p:cNvSpPr txBox="1"/>
          <p:nvPr>
            <p:ph type="title"/>
          </p:nvPr>
        </p:nvSpPr>
        <p:spPr>
          <a:xfrm>
            <a:off x="274320" y="165354"/>
            <a:ext cx="8599932" cy="5484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Módulo 3: Implementación de una canalización </a:t>
            </a:r>
            <a:br>
              <a:rPr lang="es-419"/>
            </a:br>
            <a:r>
              <a:rPr lang="es-419"/>
              <a:t>de machine learning con Amazon SageMaker</a:t>
            </a:r>
            <a:endParaRPr/>
          </a:p>
        </p:txBody>
      </p:sp>
      <p:sp>
        <p:nvSpPr>
          <p:cNvPr id="702" name="Google Shape;702;p83"/>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Secciones del módulo: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Introducción al escenario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Recopilación y protección de datos</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Evaluación de sus datos</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Ingeniería de características</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Entrenamiento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Alojamiento y uso del modelo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Evaluación de la exactitud del modelo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Ajuste de hiperparámetros y modelos</a:t>
            </a:r>
            <a:endParaRPr/>
          </a:p>
        </p:txBody>
      </p:sp>
      <p:pic>
        <p:nvPicPr>
          <p:cNvPr id="703" name="Google Shape;703;p83"/>
          <p:cNvPicPr preferRelativeResize="0"/>
          <p:nvPr/>
        </p:nvPicPr>
        <p:blipFill rotWithShape="1">
          <a:blip r:embed="rId3">
            <a:alphaModFix/>
          </a:blip>
          <a:srcRect b="0" l="0" r="0" t="0"/>
          <a:stretch/>
        </p:blipFill>
        <p:spPr>
          <a:xfrm>
            <a:off x="7886700" y="1165860"/>
            <a:ext cx="822960" cy="822960"/>
          </a:xfrm>
          <a:prstGeom prst="rect">
            <a:avLst/>
          </a:prstGeom>
          <a:noFill/>
          <a:ln>
            <a:noFill/>
          </a:ln>
        </p:spPr>
      </p:pic>
      <p:sp>
        <p:nvSpPr>
          <p:cNvPr id="704" name="Google Shape;704;p83"/>
          <p:cNvSpPr txBox="1"/>
          <p:nvPr/>
        </p:nvSpPr>
        <p:spPr>
          <a:xfrm>
            <a:off x="3050170"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8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10" name="Google Shape;710;p8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Módulo 4: Introducción a las previsiones</a:t>
            </a:r>
            <a:endParaRPr/>
          </a:p>
        </p:txBody>
      </p:sp>
      <p:sp>
        <p:nvSpPr>
          <p:cNvPr id="711" name="Google Shape;711;p84"/>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Secciones del módulo: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Información general de previsiones</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Procesamiento de datos de serie temporal</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Utilización de Amazon Forecast</a:t>
            </a:r>
            <a:endParaRPr/>
          </a:p>
        </p:txBody>
      </p:sp>
      <p:pic>
        <p:nvPicPr>
          <p:cNvPr id="712" name="Google Shape;712;p84"/>
          <p:cNvPicPr preferRelativeResize="0"/>
          <p:nvPr/>
        </p:nvPicPr>
        <p:blipFill rotWithShape="1">
          <a:blip r:embed="rId3">
            <a:alphaModFix/>
          </a:blip>
          <a:srcRect b="0" l="0" r="0" t="0"/>
          <a:stretch/>
        </p:blipFill>
        <p:spPr>
          <a:xfrm>
            <a:off x="7886700" y="1165860"/>
            <a:ext cx="822960" cy="822960"/>
          </a:xfrm>
          <a:prstGeom prst="rect">
            <a:avLst/>
          </a:prstGeom>
          <a:noFill/>
          <a:ln>
            <a:noFill/>
          </a:ln>
        </p:spPr>
      </p:pic>
      <p:sp>
        <p:nvSpPr>
          <p:cNvPr id="713" name="Google Shape;713;p84"/>
          <p:cNvSpPr txBox="1"/>
          <p:nvPr/>
        </p:nvSpPr>
        <p:spPr>
          <a:xfrm>
            <a:off x="3050173"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8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19" name="Google Shape;719;p8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Módulo 5: Introducción a la visión artificial</a:t>
            </a:r>
            <a:endParaRPr/>
          </a:p>
        </p:txBody>
      </p:sp>
      <p:sp>
        <p:nvSpPr>
          <p:cNvPr id="720" name="Google Shape;720;p85"/>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Secciones del módulo: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Introducción a la visión artificial</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Análisis de imagen y video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Preparación de conjuntos de datos personalizados </a:t>
            </a:r>
            <a:br>
              <a:rPr lang="es-419"/>
            </a:br>
            <a:r>
              <a:rPr lang="es-419"/>
              <a:t>para visión artificial</a:t>
            </a:r>
            <a:endParaRPr/>
          </a:p>
        </p:txBody>
      </p:sp>
      <p:pic>
        <p:nvPicPr>
          <p:cNvPr id="721" name="Google Shape;721;p85"/>
          <p:cNvPicPr preferRelativeResize="0"/>
          <p:nvPr/>
        </p:nvPicPr>
        <p:blipFill rotWithShape="1">
          <a:blip r:embed="rId3">
            <a:alphaModFix/>
          </a:blip>
          <a:srcRect b="0" l="0" r="0" t="0"/>
          <a:stretch/>
        </p:blipFill>
        <p:spPr>
          <a:xfrm>
            <a:off x="7886700" y="1165860"/>
            <a:ext cx="822960" cy="822960"/>
          </a:xfrm>
          <a:prstGeom prst="rect">
            <a:avLst/>
          </a:prstGeom>
          <a:noFill/>
          <a:ln>
            <a:noFill/>
          </a:ln>
        </p:spPr>
      </p:pic>
      <p:sp>
        <p:nvSpPr>
          <p:cNvPr id="722" name="Google Shape;722;p85"/>
          <p:cNvSpPr txBox="1"/>
          <p:nvPr/>
        </p:nvSpPr>
        <p:spPr>
          <a:xfrm>
            <a:off x="3050171"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8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28" name="Google Shape;728;p86"/>
          <p:cNvSpPr txBox="1"/>
          <p:nvPr>
            <p:ph type="title"/>
          </p:nvPr>
        </p:nvSpPr>
        <p:spPr>
          <a:xfrm>
            <a:off x="274320" y="195834"/>
            <a:ext cx="8599932" cy="5484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Módulo 6: Introducción al procesamiento de lenguaje natural</a:t>
            </a:r>
            <a:endParaRPr/>
          </a:p>
        </p:txBody>
      </p:sp>
      <p:sp>
        <p:nvSpPr>
          <p:cNvPr id="729" name="Google Shape;729;p86"/>
          <p:cNvSpPr txBox="1"/>
          <p:nvPr>
            <p:ph idx="1" type="body"/>
          </p:nvPr>
        </p:nvSpPr>
        <p:spPr>
          <a:xfrm>
            <a:off x="274320" y="822960"/>
            <a:ext cx="7513320"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Secciones del módulo: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Información general del procesamiento de lenguaje natural (NLP)</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Servicios administrados de procesamiento de lenguaje natural</a:t>
            </a:r>
            <a:endParaRPr/>
          </a:p>
        </p:txBody>
      </p:sp>
      <p:pic>
        <p:nvPicPr>
          <p:cNvPr id="730" name="Google Shape;730;p86"/>
          <p:cNvPicPr preferRelativeResize="0"/>
          <p:nvPr/>
        </p:nvPicPr>
        <p:blipFill rotWithShape="1">
          <a:blip r:embed="rId3">
            <a:alphaModFix/>
          </a:blip>
          <a:srcRect b="0" l="0" r="0" t="0"/>
          <a:stretch/>
        </p:blipFill>
        <p:spPr>
          <a:xfrm>
            <a:off x="7886700" y="1165860"/>
            <a:ext cx="822960" cy="822960"/>
          </a:xfrm>
          <a:prstGeom prst="rect">
            <a:avLst/>
          </a:prstGeom>
          <a:noFill/>
          <a:ln>
            <a:noFill/>
          </a:ln>
        </p:spPr>
      </p:pic>
      <p:sp>
        <p:nvSpPr>
          <p:cNvPr id="731" name="Google Shape;731;p86"/>
          <p:cNvSpPr txBox="1"/>
          <p:nvPr/>
        </p:nvSpPr>
        <p:spPr>
          <a:xfrm>
            <a:off x="3043641"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8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37" name="Google Shape;737;p8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Módulo 7: Introducción a la IA generativa</a:t>
            </a:r>
            <a:endParaRPr/>
          </a:p>
        </p:txBody>
      </p:sp>
      <p:sp>
        <p:nvSpPr>
          <p:cNvPr id="738" name="Google Shape;738;p87"/>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Secciones del módulo: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¿Qué es la IA generativa?</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¿Cómo funciona la IA generativa?</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Ofertas de IA generativa de AWS</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Amazon CodeWhisperer</a:t>
            </a:r>
            <a:endParaRPr/>
          </a:p>
        </p:txBody>
      </p:sp>
      <p:pic>
        <p:nvPicPr>
          <p:cNvPr id="739" name="Google Shape;739;p87"/>
          <p:cNvPicPr preferRelativeResize="0"/>
          <p:nvPr/>
        </p:nvPicPr>
        <p:blipFill rotWithShape="1">
          <a:blip r:embed="rId3">
            <a:alphaModFix/>
          </a:blip>
          <a:srcRect b="0" l="0" r="0" t="0"/>
          <a:stretch/>
        </p:blipFill>
        <p:spPr>
          <a:xfrm>
            <a:off x="7886700" y="1165860"/>
            <a:ext cx="822960" cy="822960"/>
          </a:xfrm>
          <a:prstGeom prst="rect">
            <a:avLst/>
          </a:prstGeom>
          <a:noFill/>
          <a:ln>
            <a:noFill/>
          </a:ln>
        </p:spPr>
      </p:pic>
      <p:sp>
        <p:nvSpPr>
          <p:cNvPr id="740" name="Google Shape;740;p87"/>
          <p:cNvSpPr txBox="1"/>
          <p:nvPr/>
        </p:nvSpPr>
        <p:spPr>
          <a:xfrm>
            <a:off x="3043642"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8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46" name="Google Shape;746;p8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Módulo 8: Resumen del curso</a:t>
            </a:r>
            <a:endParaRPr/>
          </a:p>
        </p:txBody>
      </p:sp>
      <p:sp>
        <p:nvSpPr>
          <p:cNvPr id="747" name="Google Shape;747;p88"/>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b="1" lang="es-419"/>
              <a:t>Secciones del módulo: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Resumen del curso</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Documentación de Amazon</a:t>
            </a:r>
            <a:endParaRPr/>
          </a:p>
          <a:p>
            <a:pPr indent="-374650" lvl="0" marL="381000" rtl="0" algn="l">
              <a:lnSpc>
                <a:spcPct val="100000"/>
              </a:lnSpc>
              <a:spcBef>
                <a:spcPts val="900"/>
              </a:spcBef>
              <a:spcAft>
                <a:spcPts val="0"/>
              </a:spcAft>
              <a:buClr>
                <a:srgbClr val="232F3E"/>
              </a:buClr>
              <a:buSzPts val="2100"/>
              <a:buFont typeface="Play"/>
              <a:buAutoNum type="arabicPeriod"/>
            </a:pPr>
            <a:r>
              <a:rPr lang="es-419"/>
              <a:t>Requisitos para la certificación</a:t>
            </a:r>
            <a:endParaRPr/>
          </a:p>
        </p:txBody>
      </p:sp>
      <p:pic>
        <p:nvPicPr>
          <p:cNvPr id="748" name="Google Shape;748;p88"/>
          <p:cNvPicPr preferRelativeResize="0"/>
          <p:nvPr/>
        </p:nvPicPr>
        <p:blipFill rotWithShape="1">
          <a:blip r:embed="rId3">
            <a:alphaModFix/>
          </a:blip>
          <a:srcRect b="3517" l="14285" r="15487" t="3704"/>
          <a:stretch/>
        </p:blipFill>
        <p:spPr>
          <a:xfrm>
            <a:off x="7906363" y="1011591"/>
            <a:ext cx="1025255" cy="1354466"/>
          </a:xfrm>
          <a:prstGeom prst="rect">
            <a:avLst/>
          </a:prstGeom>
          <a:noFill/>
          <a:ln>
            <a:noFill/>
          </a:ln>
        </p:spPr>
      </p:pic>
      <p:sp>
        <p:nvSpPr>
          <p:cNvPr id="749" name="Google Shape;749;p88"/>
          <p:cNvSpPr txBox="1"/>
          <p:nvPr/>
        </p:nvSpPr>
        <p:spPr>
          <a:xfrm>
            <a:off x="3043642"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8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55" name="Google Shape;755;p89"/>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Sección 2: Roles de trabajo de machine learning</a:t>
            </a:r>
            <a:endParaRPr/>
          </a:p>
        </p:txBody>
      </p:sp>
      <p:sp>
        <p:nvSpPr>
          <p:cNvPr id="756" name="Google Shape;756;p89"/>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1: Le damos la bienvenida a AWS Academy Machine Learning Foundations </a:t>
            </a:r>
            <a:endParaRPr/>
          </a:p>
        </p:txBody>
      </p:sp>
      <p:sp>
        <p:nvSpPr>
          <p:cNvPr id="757" name="Google Shape;757;p89"/>
          <p:cNvSpPr txBox="1"/>
          <p:nvPr/>
        </p:nvSpPr>
        <p:spPr>
          <a:xfrm>
            <a:off x="3056707" y="484683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9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63" name="Google Shape;763;p9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Rol de científico de datos</a:t>
            </a:r>
            <a:endParaRPr/>
          </a:p>
        </p:txBody>
      </p:sp>
      <p:sp>
        <p:nvSpPr>
          <p:cNvPr id="764" name="Google Shape;764;p90"/>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p>
            <a:pPr indent="-171450" lvl="0" marL="177800" rtl="0" algn="l">
              <a:lnSpc>
                <a:spcPct val="100000"/>
              </a:lnSpc>
              <a:spcBef>
                <a:spcPts val="0"/>
              </a:spcBef>
              <a:spcAft>
                <a:spcPts val="0"/>
              </a:spcAft>
              <a:buClr>
                <a:srgbClr val="232F3E"/>
              </a:buClr>
              <a:buSzPts val="2100"/>
              <a:buChar char="•"/>
            </a:pPr>
            <a:r>
              <a:rPr lang="es-419"/>
              <a:t>Aplicar conocimientos de estadística y habilidades analíticas para interpretar datos</a:t>
            </a:r>
            <a:endParaRPr/>
          </a:p>
          <a:p>
            <a:pPr indent="-171450" lvl="0" marL="177800" rtl="0" algn="l">
              <a:lnSpc>
                <a:spcPct val="100000"/>
              </a:lnSpc>
              <a:spcBef>
                <a:spcPts val="900"/>
              </a:spcBef>
              <a:spcAft>
                <a:spcPts val="0"/>
              </a:spcAft>
              <a:buClr>
                <a:srgbClr val="232F3E"/>
              </a:buClr>
              <a:buSzPts val="2100"/>
              <a:buChar char="•"/>
            </a:pPr>
            <a:r>
              <a:rPr lang="es-419"/>
              <a:t>Los científicos de datos suelen tener títulos en estadística, informática o economía</a:t>
            </a:r>
            <a:endParaRPr/>
          </a:p>
          <a:p>
            <a:pPr indent="-171450" lvl="0" marL="177800" rtl="0" algn="l">
              <a:lnSpc>
                <a:spcPct val="100000"/>
              </a:lnSpc>
              <a:spcBef>
                <a:spcPts val="900"/>
              </a:spcBef>
              <a:spcAft>
                <a:spcPts val="0"/>
              </a:spcAft>
              <a:buClr>
                <a:srgbClr val="232F3E"/>
              </a:buClr>
              <a:buSzPts val="2100"/>
              <a:buChar char="•"/>
            </a:pPr>
            <a:r>
              <a:rPr lang="es-419"/>
              <a:t>Se requieren algunas habilidades de programación</a:t>
            </a:r>
            <a:endParaRPr/>
          </a:p>
        </p:txBody>
      </p:sp>
      <p:pic>
        <p:nvPicPr>
          <p:cNvPr id="765" name="Google Shape;765;p90"/>
          <p:cNvPicPr preferRelativeResize="0"/>
          <p:nvPr>
            <p:ph idx="2" type="body"/>
          </p:nvPr>
        </p:nvPicPr>
        <p:blipFill rotWithShape="1">
          <a:blip r:embed="rId3">
            <a:alphaModFix/>
          </a:blip>
          <a:srcRect b="0" l="0" r="0" t="0"/>
          <a:stretch/>
        </p:blipFill>
        <p:spPr>
          <a:xfrm>
            <a:off x="4622006" y="1750296"/>
            <a:ext cx="4251722" cy="2142971"/>
          </a:xfrm>
          <a:prstGeom prst="rect">
            <a:avLst/>
          </a:prstGeom>
          <a:noFill/>
          <a:ln>
            <a:noFill/>
          </a:ln>
        </p:spPr>
      </p:pic>
      <p:sp>
        <p:nvSpPr>
          <p:cNvPr id="766" name="Google Shape;766;p90"/>
          <p:cNvSpPr txBox="1"/>
          <p:nvPr/>
        </p:nvSpPr>
        <p:spPr>
          <a:xfrm>
            <a:off x="3056702"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9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72" name="Google Shape;772;p9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Ingeniero de machine learning</a:t>
            </a:r>
            <a:endParaRPr/>
          </a:p>
        </p:txBody>
      </p:sp>
      <p:sp>
        <p:nvSpPr>
          <p:cNvPr id="773" name="Google Shape;773;p91"/>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p>
            <a:pPr indent="-171450" lvl="0" marL="177800" rtl="0" algn="l">
              <a:lnSpc>
                <a:spcPct val="100000"/>
              </a:lnSpc>
              <a:spcBef>
                <a:spcPts val="0"/>
              </a:spcBef>
              <a:spcAft>
                <a:spcPts val="0"/>
              </a:spcAft>
              <a:buClr>
                <a:srgbClr val="232F3E"/>
              </a:buClr>
              <a:buSzPts val="2100"/>
              <a:buChar char="•"/>
            </a:pPr>
            <a:r>
              <a:rPr lang="es-419"/>
              <a:t>Se enfatizan las habilidades de programación y diseño de sistemas</a:t>
            </a:r>
            <a:endParaRPr/>
          </a:p>
          <a:p>
            <a:pPr indent="-171450" lvl="0" marL="177800" rtl="0" algn="l">
              <a:lnSpc>
                <a:spcPct val="100000"/>
              </a:lnSpc>
              <a:spcBef>
                <a:spcPts val="900"/>
              </a:spcBef>
              <a:spcAft>
                <a:spcPts val="0"/>
              </a:spcAft>
              <a:buClr>
                <a:srgbClr val="232F3E"/>
              </a:buClr>
              <a:buSzPts val="2100"/>
              <a:buChar char="•"/>
            </a:pPr>
            <a:r>
              <a:rPr lang="es-419"/>
              <a:t>Suelen tener experiencia como desarrolladores o arquitectos de software</a:t>
            </a:r>
            <a:endParaRPr/>
          </a:p>
          <a:p>
            <a:pPr indent="-171450" lvl="0" marL="177800" rtl="0" algn="l">
              <a:lnSpc>
                <a:spcPct val="100000"/>
              </a:lnSpc>
              <a:spcBef>
                <a:spcPts val="900"/>
              </a:spcBef>
              <a:spcAft>
                <a:spcPts val="0"/>
              </a:spcAft>
              <a:buClr>
                <a:srgbClr val="232F3E"/>
              </a:buClr>
              <a:buSzPts val="2100"/>
              <a:buChar char="•"/>
            </a:pPr>
            <a:r>
              <a:rPr lang="es-419"/>
              <a:t>Se requieren algunos conocimientos de estadística</a:t>
            </a:r>
            <a:endParaRPr/>
          </a:p>
        </p:txBody>
      </p:sp>
      <p:pic>
        <p:nvPicPr>
          <p:cNvPr id="774" name="Google Shape;774;p91"/>
          <p:cNvPicPr preferRelativeResize="0"/>
          <p:nvPr>
            <p:ph idx="2" type="body"/>
          </p:nvPr>
        </p:nvPicPr>
        <p:blipFill rotWithShape="1">
          <a:blip r:embed="rId3">
            <a:alphaModFix/>
          </a:blip>
          <a:srcRect b="0" l="0" r="0" t="0"/>
          <a:stretch/>
        </p:blipFill>
        <p:spPr>
          <a:xfrm>
            <a:off x="4622006" y="1404541"/>
            <a:ext cx="4251722" cy="2834481"/>
          </a:xfrm>
          <a:prstGeom prst="rect">
            <a:avLst/>
          </a:prstGeom>
          <a:noFill/>
          <a:ln>
            <a:noFill/>
          </a:ln>
        </p:spPr>
      </p:pic>
      <p:sp>
        <p:nvSpPr>
          <p:cNvPr id="775" name="Google Shape;775;p91"/>
          <p:cNvSpPr txBox="1"/>
          <p:nvPr/>
        </p:nvSpPr>
        <p:spPr>
          <a:xfrm>
            <a:off x="3050173"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9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81" name="Google Shape;781;p9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Investigador de ciencias aplicadas</a:t>
            </a:r>
            <a:endParaRPr/>
          </a:p>
        </p:txBody>
      </p:sp>
      <p:sp>
        <p:nvSpPr>
          <p:cNvPr id="782" name="Google Shape;782;p92"/>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p>
            <a:pPr indent="-171450" lvl="0" marL="177800" rtl="0" algn="l">
              <a:lnSpc>
                <a:spcPct val="100000"/>
              </a:lnSpc>
              <a:spcBef>
                <a:spcPts val="0"/>
              </a:spcBef>
              <a:spcAft>
                <a:spcPts val="0"/>
              </a:spcAft>
              <a:buClr>
                <a:srgbClr val="232F3E"/>
              </a:buClr>
              <a:buSzPts val="2100"/>
              <a:buChar char="•"/>
            </a:pPr>
            <a:r>
              <a:rPr lang="es-419"/>
              <a:t>Se aplica la tecnología de machine learning a un dominio específico</a:t>
            </a:r>
            <a:endParaRPr/>
          </a:p>
          <a:p>
            <a:pPr indent="-171450" lvl="0" marL="177800" rtl="0" algn="l">
              <a:lnSpc>
                <a:spcPct val="100000"/>
              </a:lnSpc>
              <a:spcBef>
                <a:spcPts val="900"/>
              </a:spcBef>
              <a:spcAft>
                <a:spcPts val="0"/>
              </a:spcAft>
              <a:buClr>
                <a:srgbClr val="232F3E"/>
              </a:buClr>
              <a:buSzPts val="2100"/>
              <a:buChar char="•"/>
            </a:pPr>
            <a:r>
              <a:rPr lang="es-419"/>
              <a:t>Se requieren conocimientos tanto del dominio como del machine learning</a:t>
            </a:r>
            <a:endParaRPr/>
          </a:p>
        </p:txBody>
      </p:sp>
      <p:pic>
        <p:nvPicPr>
          <p:cNvPr id="783" name="Google Shape;783;p92"/>
          <p:cNvPicPr preferRelativeResize="0"/>
          <p:nvPr>
            <p:ph idx="2" type="body"/>
          </p:nvPr>
        </p:nvPicPr>
        <p:blipFill rotWithShape="1">
          <a:blip r:embed="rId3">
            <a:alphaModFix/>
          </a:blip>
          <a:srcRect b="0" l="0" r="0" t="0"/>
          <a:stretch/>
        </p:blipFill>
        <p:spPr>
          <a:xfrm>
            <a:off x="4622006" y="1468520"/>
            <a:ext cx="4251722" cy="2706524"/>
          </a:xfrm>
          <a:prstGeom prst="rect">
            <a:avLst/>
          </a:prstGeom>
          <a:noFill/>
          <a:ln>
            <a:noFill/>
          </a:ln>
        </p:spPr>
      </p:pic>
      <p:sp>
        <p:nvSpPr>
          <p:cNvPr id="784" name="Google Shape;784;p92"/>
          <p:cNvSpPr txBox="1"/>
          <p:nvPr/>
        </p:nvSpPr>
        <p:spPr>
          <a:xfrm>
            <a:off x="3050170"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9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90" name="Google Shape;790;p9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Rol del desarrollador de machine learning</a:t>
            </a:r>
            <a:endParaRPr/>
          </a:p>
        </p:txBody>
      </p:sp>
      <p:sp>
        <p:nvSpPr>
          <p:cNvPr id="791" name="Google Shape;791;p93"/>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p>
            <a:pPr indent="-171450" lvl="0" marL="177800" rtl="0" algn="l">
              <a:lnSpc>
                <a:spcPct val="100000"/>
              </a:lnSpc>
              <a:spcBef>
                <a:spcPts val="0"/>
              </a:spcBef>
              <a:spcAft>
                <a:spcPts val="0"/>
              </a:spcAft>
              <a:buClr>
                <a:srgbClr val="232F3E"/>
              </a:buClr>
              <a:buSzPts val="2100"/>
              <a:buChar char="•"/>
            </a:pPr>
            <a:r>
              <a:rPr lang="es-419"/>
              <a:t>Integración del machine learning en las aplicaciones </a:t>
            </a:r>
            <a:br>
              <a:rPr lang="es-419"/>
            </a:br>
            <a:r>
              <a:rPr lang="es-419"/>
              <a:t>de software</a:t>
            </a:r>
            <a:endParaRPr/>
          </a:p>
          <a:p>
            <a:pPr indent="-171450" lvl="0" marL="177800" rtl="0" algn="l">
              <a:lnSpc>
                <a:spcPct val="100000"/>
              </a:lnSpc>
              <a:spcBef>
                <a:spcPts val="900"/>
              </a:spcBef>
              <a:spcAft>
                <a:spcPts val="0"/>
              </a:spcAft>
              <a:buClr>
                <a:srgbClr val="232F3E"/>
              </a:buClr>
              <a:buSzPts val="2100"/>
              <a:buChar char="•"/>
            </a:pPr>
            <a:r>
              <a:rPr lang="es-419"/>
              <a:t>Se requieren habilidades avanzadas de desarrollo de aplicaciones y machine learning</a:t>
            </a:r>
            <a:endParaRPr/>
          </a:p>
        </p:txBody>
      </p:sp>
      <p:pic>
        <p:nvPicPr>
          <p:cNvPr id="792" name="Google Shape;792;p93"/>
          <p:cNvPicPr preferRelativeResize="0"/>
          <p:nvPr>
            <p:ph idx="2" type="body"/>
          </p:nvPr>
        </p:nvPicPr>
        <p:blipFill rotWithShape="1">
          <a:blip r:embed="rId3">
            <a:alphaModFix/>
          </a:blip>
          <a:srcRect b="0" l="0" r="0" t="0"/>
          <a:stretch/>
        </p:blipFill>
        <p:spPr>
          <a:xfrm>
            <a:off x="4622006" y="1350031"/>
            <a:ext cx="4251722" cy="2943500"/>
          </a:xfrm>
          <a:prstGeom prst="rect">
            <a:avLst/>
          </a:prstGeom>
          <a:noFill/>
          <a:ln>
            <a:noFill/>
          </a:ln>
        </p:spPr>
      </p:pic>
      <p:sp>
        <p:nvSpPr>
          <p:cNvPr id="793" name="Google Shape;793;p93"/>
          <p:cNvSpPr txBox="1"/>
          <p:nvPr/>
        </p:nvSpPr>
        <p:spPr>
          <a:xfrm>
            <a:off x="3056700"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9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799" name="Google Shape;799;p94"/>
          <p:cNvSpPr txBox="1"/>
          <p:nvPr>
            <p:ph type="title"/>
          </p:nvPr>
        </p:nvSpPr>
        <p:spPr>
          <a:xfrm>
            <a:off x="342900" y="1909119"/>
            <a:ext cx="8427720"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Sección 3: Recursos, documentación y documentos técnicos</a:t>
            </a:r>
            <a:endParaRPr/>
          </a:p>
        </p:txBody>
      </p:sp>
      <p:sp>
        <p:nvSpPr>
          <p:cNvPr id="800" name="Google Shape;800;p94"/>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1: Le damos la bienvenida a AWS Academy Machine Learning Foundations</a:t>
            </a:r>
            <a:endParaRPr/>
          </a:p>
        </p:txBody>
      </p:sp>
      <p:sp>
        <p:nvSpPr>
          <p:cNvPr id="801" name="Google Shape;801;p94"/>
          <p:cNvSpPr txBox="1"/>
          <p:nvPr/>
        </p:nvSpPr>
        <p:spPr>
          <a:xfrm>
            <a:off x="3050174"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9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807" name="Google Shape;807;p9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Recursos y documentación</a:t>
            </a:r>
            <a:endParaRPr/>
          </a:p>
        </p:txBody>
      </p:sp>
      <p:sp>
        <p:nvSpPr>
          <p:cNvPr id="808" name="Google Shape;808;p95"/>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171450" lvl="0" marL="177800" rtl="0" algn="l">
              <a:lnSpc>
                <a:spcPct val="100000"/>
              </a:lnSpc>
              <a:spcBef>
                <a:spcPts val="0"/>
              </a:spcBef>
              <a:spcAft>
                <a:spcPts val="0"/>
              </a:spcAft>
              <a:buClr>
                <a:schemeClr val="dk1"/>
              </a:buClr>
              <a:buSzPts val="2100"/>
              <a:buChar char="•"/>
            </a:pPr>
            <a:r>
              <a:rPr lang="es-419" u="sng">
                <a:solidFill>
                  <a:schemeClr val="hlink"/>
                </a:solidFill>
                <a:latin typeface="Play"/>
                <a:ea typeface="Play"/>
                <a:cs typeface="Play"/>
                <a:sym typeface="Play"/>
                <a:hlinkClick r:id="rId3"/>
              </a:rPr>
              <a:t>Machine learning en AWS</a:t>
            </a:r>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latin typeface="Play"/>
                <a:ea typeface="Play"/>
                <a:cs typeface="Play"/>
                <a:sym typeface="Play"/>
                <a:hlinkClick r:id="rId4"/>
              </a:rPr>
              <a:t>Blog de machine learning de AWS</a:t>
            </a:r>
            <a:r>
              <a:rPr lang="es-419">
                <a:solidFill>
                  <a:schemeClr val="accent6"/>
                </a:solidFill>
                <a:latin typeface="Play"/>
                <a:ea typeface="Play"/>
                <a:cs typeface="Play"/>
                <a:sym typeface="Play"/>
              </a:rPr>
              <a:t> </a:t>
            </a:r>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hlinkClick r:id="rId5"/>
              </a:rPr>
              <a:t>Soluciones de machine learning en AWS Marketplace</a:t>
            </a:r>
            <a:endParaRPr u="sng">
              <a:solidFill>
                <a:schemeClr val="hlink"/>
              </a:solidFill>
              <a:hlinkClick r:id="rId6"/>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hlinkClick r:id="rId7"/>
              </a:rPr>
              <a:t>Documentación del servicio de Amazon Machine Learning</a:t>
            </a:r>
            <a:endParaRPr>
              <a:solidFill>
                <a:schemeClr val="accent6"/>
              </a:solidFill>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latin typeface="Play"/>
                <a:ea typeface="Play"/>
                <a:cs typeface="Play"/>
                <a:sym typeface="Play"/>
                <a:hlinkClick r:id="rId8"/>
              </a:rPr>
              <a:t>Machine learning en la red de socios de AWS</a:t>
            </a:r>
            <a:endParaRPr>
              <a:solidFill>
                <a:schemeClr val="accent6"/>
              </a:solidFill>
              <a:latin typeface="Play"/>
              <a:ea typeface="Play"/>
              <a:cs typeface="Play"/>
              <a:sym typeface="Play"/>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hlinkClick r:id="rId9"/>
              </a:rPr>
              <a:t>Instrucciones de instalación de Code Whisperer</a:t>
            </a:r>
            <a:endParaRPr u="sng">
              <a:solidFill>
                <a:schemeClr val="hlink"/>
              </a:solidFill>
              <a:hlinkClick r:id="rId10"/>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hlinkClick r:id="rId11"/>
              </a:rPr>
              <a:t>Introducción: Amazon CodeWhisperer</a:t>
            </a:r>
            <a:endParaRPr>
              <a:solidFill>
                <a:srgbClr val="197956"/>
              </a:solidFill>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hlinkClick r:id="rId12"/>
              </a:rPr>
              <a:t>Amazon CodeWhisper: Introducción a AWS Skill Builder</a:t>
            </a:r>
            <a:endParaRPr>
              <a:solidFill>
                <a:srgbClr val="197956"/>
              </a:solidFill>
            </a:endParaRPr>
          </a:p>
          <a:p>
            <a:pPr indent="-171450" lvl="0" marL="177800" rtl="0" algn="l">
              <a:lnSpc>
                <a:spcPct val="100000"/>
              </a:lnSpc>
              <a:spcBef>
                <a:spcPts val="900"/>
              </a:spcBef>
              <a:spcAft>
                <a:spcPts val="0"/>
              </a:spcAft>
              <a:buClr>
                <a:schemeClr val="dk1"/>
              </a:buClr>
              <a:buSzPts val="2100"/>
              <a:buChar char="•"/>
            </a:pPr>
            <a:r>
              <a:rPr lang="es-419" u="sng">
                <a:solidFill>
                  <a:schemeClr val="hlink"/>
                </a:solidFill>
                <a:hlinkClick r:id="rId13"/>
              </a:rPr>
              <a:t>Aprenda a crear una aplicación sin servidor controlada por eventos</a:t>
            </a:r>
            <a:endParaRPr>
              <a:solidFill>
                <a:srgbClr val="197956"/>
              </a:solidFill>
            </a:endParaRPr>
          </a:p>
          <a:p>
            <a:pPr indent="-38100" lvl="0" marL="177800" rtl="0" algn="l">
              <a:lnSpc>
                <a:spcPct val="100000"/>
              </a:lnSpc>
              <a:spcBef>
                <a:spcPts val="900"/>
              </a:spcBef>
              <a:spcAft>
                <a:spcPts val="0"/>
              </a:spcAft>
              <a:buClr>
                <a:schemeClr val="dk1"/>
              </a:buClr>
              <a:buSzPts val="2100"/>
              <a:buNone/>
            </a:pPr>
            <a:r>
              <a:t/>
            </a:r>
            <a:endParaRPr>
              <a:solidFill>
                <a:schemeClr val="accent6"/>
              </a:solidFill>
              <a:latin typeface="Play"/>
              <a:ea typeface="Play"/>
              <a:cs typeface="Play"/>
              <a:sym typeface="Play"/>
            </a:endParaRPr>
          </a:p>
        </p:txBody>
      </p:sp>
      <p:sp>
        <p:nvSpPr>
          <p:cNvPr id="809" name="Google Shape;809;p95"/>
          <p:cNvSpPr txBox="1"/>
          <p:nvPr/>
        </p:nvSpPr>
        <p:spPr>
          <a:xfrm>
            <a:off x="3050171"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96"/>
          <p:cNvSpPr txBox="1"/>
          <p:nvPr>
            <p:ph type="title"/>
          </p:nvPr>
        </p:nvSpPr>
        <p:spPr>
          <a:xfrm>
            <a:off x="342900" y="1906524"/>
            <a:ext cx="8531352" cy="1837944"/>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sz="3600"/>
              <a:t>Sección 4: Qué hay de nuevo en AWS</a:t>
            </a:r>
            <a:endParaRPr/>
          </a:p>
        </p:txBody>
      </p:sp>
      <p:sp>
        <p:nvSpPr>
          <p:cNvPr id="815" name="Google Shape;815;p96"/>
          <p:cNvSpPr txBox="1"/>
          <p:nvPr>
            <p:ph idx="1" type="body"/>
          </p:nvPr>
        </p:nvSpPr>
        <p:spPr>
          <a:xfrm>
            <a:off x="342900" y="3778758"/>
            <a:ext cx="8531352" cy="747522"/>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sz="2400"/>
              <a:t>Módulo 1: Le damos la bienvenida a AWS Academy Machine Learning Foundations </a:t>
            </a:r>
            <a:endParaRPr/>
          </a:p>
        </p:txBody>
      </p:sp>
      <p:sp>
        <p:nvSpPr>
          <p:cNvPr id="816" name="Google Shape;816;p96"/>
          <p:cNvSpPr txBox="1"/>
          <p:nvPr/>
        </p:nvSpPr>
        <p:spPr>
          <a:xfrm>
            <a:off x="3056702" y="4859895"/>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lt1"/>
                </a:solidFill>
                <a:latin typeface="Arial"/>
                <a:ea typeface="Arial"/>
                <a:cs typeface="Arial"/>
                <a:sym typeface="Arial"/>
              </a:rPr>
              <a:t>© 2024, Amazon Web Services, Inc. o sus filiales. Todos los derechos reservados.</a:t>
            </a:r>
            <a:endParaRPr sz="800">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900"/>
              <a:buFont typeface="Play"/>
              <a:buNone/>
            </a:pPr>
            <a:fld id="{00000000-1234-1234-1234-123412341234}" type="slidenum">
              <a:rPr b="0" i="0" lang="es-419" sz="900" u="none" cap="none" strike="noStrike">
                <a:solidFill>
                  <a:srgbClr val="232F3E"/>
                </a:solidFill>
                <a:latin typeface="Play"/>
                <a:ea typeface="Play"/>
                <a:cs typeface="Play"/>
                <a:sym typeface="Play"/>
              </a:rPr>
              <a:t>‹#›</a:t>
            </a:fld>
            <a:endParaRPr b="0" i="0" sz="900" u="none" cap="none" strike="noStrike">
              <a:solidFill>
                <a:srgbClr val="232F3E"/>
              </a:solidFill>
              <a:latin typeface="Play"/>
              <a:ea typeface="Play"/>
              <a:cs typeface="Play"/>
              <a:sym typeface="Play"/>
            </a:endParaRPr>
          </a:p>
        </p:txBody>
      </p:sp>
      <p:sp>
        <p:nvSpPr>
          <p:cNvPr id="822" name="Google Shape;822;p9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¿Qué es Amazon CodeWhisperer?</a:t>
            </a:r>
            <a:endParaRPr/>
          </a:p>
        </p:txBody>
      </p:sp>
      <p:pic>
        <p:nvPicPr>
          <p:cNvPr id="823" name="Google Shape;823;p97"/>
          <p:cNvPicPr preferRelativeResize="0"/>
          <p:nvPr>
            <p:ph idx="2" type="pic"/>
          </p:nvPr>
        </p:nvPicPr>
        <p:blipFill rotWithShape="1">
          <a:blip r:embed="rId3">
            <a:alphaModFix/>
          </a:blip>
          <a:srcRect b="0" l="0" r="0" t="0"/>
          <a:stretch/>
        </p:blipFill>
        <p:spPr>
          <a:xfrm>
            <a:off x="398913" y="1637105"/>
            <a:ext cx="1714500" cy="1714500"/>
          </a:xfrm>
          <a:prstGeom prst="rect">
            <a:avLst/>
          </a:prstGeom>
          <a:noFill/>
          <a:ln>
            <a:noFill/>
          </a:ln>
        </p:spPr>
      </p:pic>
      <p:sp>
        <p:nvSpPr>
          <p:cNvPr id="824" name="Google Shape;824;p97"/>
          <p:cNvSpPr txBox="1"/>
          <p:nvPr>
            <p:ph idx="1" type="body"/>
          </p:nvPr>
        </p:nvSpPr>
        <p:spPr>
          <a:xfrm>
            <a:off x="398913" y="3381196"/>
            <a:ext cx="1714501" cy="6858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rgbClr val="232F3E"/>
              </a:buClr>
              <a:buSzPts val="1500"/>
              <a:buNone/>
            </a:pPr>
            <a:r>
              <a:rPr lang="es-419"/>
              <a:t>CodeWhisperer</a:t>
            </a:r>
            <a:endParaRPr/>
          </a:p>
        </p:txBody>
      </p:sp>
      <p:sp>
        <p:nvSpPr>
          <p:cNvPr id="825" name="Google Shape;825;p97"/>
          <p:cNvSpPr txBox="1"/>
          <p:nvPr/>
        </p:nvSpPr>
        <p:spPr>
          <a:xfrm>
            <a:off x="2215180" y="800772"/>
            <a:ext cx="6671645" cy="389525"/>
          </a:xfrm>
          <a:prstGeom prst="rect">
            <a:avLst/>
          </a:prstGeom>
          <a:blipFill rotWithShape="1">
            <a:blip r:embed="rId4">
              <a:alphaModFix/>
            </a:blip>
            <a:stretch>
              <a:fillRect b="0" l="0" r="0" t="0"/>
            </a:stretch>
          </a:blipFill>
          <a:ln>
            <a:noFill/>
          </a:ln>
        </p:spPr>
        <p:txBody>
          <a:bodyPr anchorCtr="0" anchor="ctr" bIns="34275" lIns="68575" spcFirstLastPara="1" rIns="68575" wrap="square" tIns="34275">
            <a:noAutofit/>
          </a:bodyPr>
          <a:lstStyle/>
          <a:p>
            <a:pPr indent="0" lvl="0" marL="50800" marR="0" rtl="0" algn="l">
              <a:lnSpc>
                <a:spcPct val="90000"/>
              </a:lnSpc>
              <a:spcBef>
                <a:spcPts val="0"/>
              </a:spcBef>
              <a:spcAft>
                <a:spcPts val="0"/>
              </a:spcAft>
              <a:buClr>
                <a:srgbClr val="FFFFFF"/>
              </a:buClr>
              <a:buSzPts val="1600"/>
              <a:buFont typeface="Play"/>
              <a:buNone/>
            </a:pPr>
            <a:r>
              <a:rPr b="0" i="0" lang="es-419" sz="1600" u="none" cap="none" strike="noStrike">
                <a:solidFill>
                  <a:srgbClr val="FFFFFF"/>
                </a:solidFill>
                <a:latin typeface="Play"/>
                <a:ea typeface="Play"/>
                <a:cs typeface="Play"/>
                <a:sym typeface="Play"/>
              </a:rPr>
              <a:t>Un generador de código impulsado por IA para IDE y editores de código</a:t>
            </a:r>
            <a:endParaRPr sz="1100"/>
          </a:p>
        </p:txBody>
      </p:sp>
      <p:sp>
        <p:nvSpPr>
          <p:cNvPr id="826" name="Google Shape;826;p97"/>
          <p:cNvSpPr txBox="1"/>
          <p:nvPr>
            <p:ph idx="3" type="body"/>
          </p:nvPr>
        </p:nvSpPr>
        <p:spPr>
          <a:xfrm>
            <a:off x="2338578" y="855619"/>
            <a:ext cx="6535674" cy="3998214"/>
          </a:xfrm>
          <a:prstGeom prst="rect">
            <a:avLst/>
          </a:prstGeom>
          <a:noFill/>
          <a:ln>
            <a:noFill/>
          </a:ln>
        </p:spPr>
        <p:txBody>
          <a:bodyPr anchorCtr="0" anchor="ctr" bIns="34275" lIns="68575" spcFirstLastPara="1" rIns="68575" wrap="square" tIns="34275">
            <a:normAutofit fontScale="85000" lnSpcReduction="20000"/>
          </a:bodyPr>
          <a:lstStyle/>
          <a:p>
            <a:pPr indent="-50800" lvl="0" marL="177800" rtl="0" algn="l">
              <a:lnSpc>
                <a:spcPct val="100000"/>
              </a:lnSpc>
              <a:spcBef>
                <a:spcPts val="0"/>
              </a:spcBef>
              <a:spcAft>
                <a:spcPts val="0"/>
              </a:spcAft>
              <a:buClr>
                <a:srgbClr val="232F3E"/>
              </a:buClr>
              <a:buSzPct val="100000"/>
              <a:buNone/>
            </a:pPr>
            <a:r>
              <a:t/>
            </a:r>
            <a:endParaRPr/>
          </a:p>
          <a:p>
            <a:pPr indent="0" lvl="0" marL="0" rtl="0" algn="l">
              <a:lnSpc>
                <a:spcPct val="100000"/>
              </a:lnSpc>
              <a:spcBef>
                <a:spcPts val="900"/>
              </a:spcBef>
              <a:spcAft>
                <a:spcPts val="0"/>
              </a:spcAft>
              <a:buClr>
                <a:srgbClr val="232F3E"/>
              </a:buClr>
              <a:buSzPct val="100000"/>
              <a:buNone/>
            </a:pPr>
            <a:r>
              <a:t/>
            </a:r>
            <a:endParaRPr/>
          </a:p>
          <a:p>
            <a:pPr indent="-180340" lvl="0" marL="177800" rtl="0" algn="l">
              <a:lnSpc>
                <a:spcPct val="100000"/>
              </a:lnSpc>
              <a:spcBef>
                <a:spcPts val="900"/>
              </a:spcBef>
              <a:spcAft>
                <a:spcPts val="0"/>
              </a:spcAft>
              <a:buClr>
                <a:srgbClr val="232F3E"/>
              </a:buClr>
              <a:buSzPct val="100000"/>
              <a:buChar char="•"/>
            </a:pPr>
            <a:r>
              <a:rPr lang="es-419"/>
              <a:t>Compañero de codificación de IA:</a:t>
            </a:r>
            <a:endParaRPr/>
          </a:p>
          <a:p>
            <a:pPr indent="-176847" lvl="1" marL="342900" rtl="0" algn="l">
              <a:lnSpc>
                <a:spcPct val="100000"/>
              </a:lnSpc>
              <a:spcBef>
                <a:spcPts val="900"/>
              </a:spcBef>
              <a:spcAft>
                <a:spcPts val="0"/>
              </a:spcAft>
              <a:buClr>
                <a:srgbClr val="232F3E"/>
              </a:buClr>
              <a:buSzPct val="100000"/>
              <a:buChar char="•"/>
            </a:pPr>
            <a:r>
              <a:rPr lang="es-419"/>
              <a:t>Genera sugerencias de código basadas en comentarios </a:t>
            </a:r>
            <a:br>
              <a:rPr lang="es-419"/>
            </a:br>
            <a:r>
              <a:rPr lang="es-419"/>
              <a:t>y código existente</a:t>
            </a:r>
            <a:endParaRPr/>
          </a:p>
          <a:p>
            <a:pPr indent="-176847" lvl="1" marL="342900" rtl="0" algn="l">
              <a:lnSpc>
                <a:spcPct val="100000"/>
              </a:lnSpc>
              <a:spcBef>
                <a:spcPts val="900"/>
              </a:spcBef>
              <a:spcAft>
                <a:spcPts val="0"/>
              </a:spcAft>
              <a:buClr>
                <a:srgbClr val="232F3E"/>
              </a:buClr>
              <a:buSzPct val="100000"/>
              <a:buChar char="•"/>
            </a:pPr>
            <a:r>
              <a:rPr lang="es-419"/>
              <a:t>Ofrece soporte en tiempo real para la creación de códigos directamente desde el entorno de desarrollo integrado (IDE).</a:t>
            </a:r>
            <a:endParaRPr/>
          </a:p>
          <a:p>
            <a:pPr indent="-180340" lvl="0" marL="177800" rtl="0" algn="l">
              <a:lnSpc>
                <a:spcPct val="100000"/>
              </a:lnSpc>
              <a:spcBef>
                <a:spcPts val="900"/>
              </a:spcBef>
              <a:spcAft>
                <a:spcPts val="0"/>
              </a:spcAft>
              <a:buClr>
                <a:srgbClr val="232F3E"/>
              </a:buClr>
              <a:buSzPct val="100000"/>
              <a:buChar char="•"/>
            </a:pPr>
            <a:r>
              <a:rPr lang="es-419"/>
              <a:t>Escáner de seguridad de IA:</a:t>
            </a:r>
            <a:endParaRPr/>
          </a:p>
          <a:p>
            <a:pPr indent="-176847" lvl="1" marL="342900" rtl="0" algn="l">
              <a:lnSpc>
                <a:spcPct val="100000"/>
              </a:lnSpc>
              <a:spcBef>
                <a:spcPts val="900"/>
              </a:spcBef>
              <a:spcAft>
                <a:spcPts val="0"/>
              </a:spcAft>
              <a:buClr>
                <a:srgbClr val="232F3E"/>
              </a:buClr>
              <a:buSzPct val="100000"/>
              <a:buChar char="•"/>
            </a:pPr>
            <a:r>
              <a:rPr lang="es-419"/>
              <a:t>Ayuda a identificar vulnerabilidades difíciles de encontrar</a:t>
            </a:r>
            <a:endParaRPr/>
          </a:p>
          <a:p>
            <a:pPr indent="-176847" lvl="1" marL="342900" rtl="0" algn="l">
              <a:lnSpc>
                <a:spcPct val="100000"/>
              </a:lnSpc>
              <a:spcBef>
                <a:spcPts val="900"/>
              </a:spcBef>
              <a:spcAft>
                <a:spcPts val="0"/>
              </a:spcAft>
              <a:buClr>
                <a:srgbClr val="232F3E"/>
              </a:buClr>
              <a:buSzPct val="100000"/>
              <a:buChar char="•"/>
            </a:pPr>
            <a:r>
              <a:rPr lang="es-419"/>
              <a:t>Hace referencia a varios estándares y prácticas recomendadas</a:t>
            </a:r>
            <a:endParaRPr/>
          </a:p>
          <a:p>
            <a:pPr indent="-63500" lvl="1" marL="342900" rtl="0" algn="l">
              <a:lnSpc>
                <a:spcPct val="100000"/>
              </a:lnSpc>
              <a:spcBef>
                <a:spcPts val="900"/>
              </a:spcBef>
              <a:spcAft>
                <a:spcPts val="0"/>
              </a:spcAft>
              <a:buClr>
                <a:srgbClr val="232F3E"/>
              </a:buClr>
              <a:buSzPct val="100000"/>
              <a:buNone/>
            </a:pPr>
            <a:r>
              <a:t/>
            </a:r>
            <a:endParaRPr/>
          </a:p>
          <a:p>
            <a:pPr indent="-63500" lvl="1" marL="342900" rtl="0" algn="l">
              <a:lnSpc>
                <a:spcPct val="100000"/>
              </a:lnSpc>
              <a:spcBef>
                <a:spcPts val="900"/>
              </a:spcBef>
              <a:spcAft>
                <a:spcPts val="0"/>
              </a:spcAft>
              <a:buClr>
                <a:srgbClr val="232F3E"/>
              </a:buClr>
              <a:buSzPct val="100000"/>
              <a:buNone/>
            </a:pPr>
            <a:r>
              <a:t/>
            </a:r>
            <a:endParaRPr/>
          </a:p>
          <a:p>
            <a:pPr indent="-63500" lvl="1" marL="342900" rtl="0" algn="l">
              <a:lnSpc>
                <a:spcPct val="100000"/>
              </a:lnSpc>
              <a:spcBef>
                <a:spcPts val="900"/>
              </a:spcBef>
              <a:spcAft>
                <a:spcPts val="0"/>
              </a:spcAft>
              <a:buClr>
                <a:srgbClr val="232F3E"/>
              </a:buClr>
              <a:buSzPct val="100000"/>
              <a:buNone/>
            </a:pPr>
            <a:r>
              <a:t/>
            </a:r>
            <a:endParaRPr/>
          </a:p>
        </p:txBody>
      </p:sp>
      <p:sp>
        <p:nvSpPr>
          <p:cNvPr id="827" name="Google Shape;827;p97"/>
          <p:cNvSpPr/>
          <p:nvPr/>
        </p:nvSpPr>
        <p:spPr>
          <a:xfrm>
            <a:off x="2244923" y="4341282"/>
            <a:ext cx="6629329" cy="479892"/>
          </a:xfrm>
          <a:prstGeom prst="rect">
            <a:avLst/>
          </a:prstGeom>
          <a:solidFill>
            <a:srgbClr val="ADF9C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sp>
        <p:nvSpPr>
          <p:cNvPr id="828" name="Google Shape;828;p97"/>
          <p:cNvSpPr txBox="1"/>
          <p:nvPr/>
        </p:nvSpPr>
        <p:spPr>
          <a:xfrm>
            <a:off x="2559788" y="4348614"/>
            <a:ext cx="5884787" cy="484748"/>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Play"/>
              <a:buNone/>
            </a:pPr>
            <a:r>
              <a:rPr b="0" i="0" lang="es-419" sz="1400" u="none" cap="none" strike="noStrike">
                <a:solidFill>
                  <a:srgbClr val="000000"/>
                </a:solidFill>
                <a:latin typeface="Play"/>
                <a:ea typeface="Play"/>
                <a:cs typeface="Play"/>
                <a:sym typeface="Play"/>
              </a:rPr>
              <a:t>El contenido procesado por CodeWhisperer Professional no se almacena ni se utiliza para mejorar el servicio.</a:t>
            </a:r>
            <a:endParaRPr sz="1100"/>
          </a:p>
        </p:txBody>
      </p:sp>
      <p:sp>
        <p:nvSpPr>
          <p:cNvPr id="829" name="Google Shape;829;p97"/>
          <p:cNvSpPr txBox="1"/>
          <p:nvPr/>
        </p:nvSpPr>
        <p:spPr>
          <a:xfrm>
            <a:off x="3050169"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9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900"/>
              <a:buFont typeface="Play"/>
              <a:buNone/>
            </a:pPr>
            <a:fld id="{00000000-1234-1234-1234-123412341234}" type="slidenum">
              <a:rPr b="0" i="0" lang="es-419" sz="900" u="none" cap="none" strike="noStrike">
                <a:solidFill>
                  <a:srgbClr val="232F3E"/>
                </a:solidFill>
                <a:latin typeface="Play"/>
                <a:ea typeface="Play"/>
                <a:cs typeface="Play"/>
                <a:sym typeface="Play"/>
              </a:rPr>
              <a:t>‹#›</a:t>
            </a:fld>
            <a:endParaRPr b="0" i="0" sz="900" u="none" cap="none" strike="noStrike">
              <a:solidFill>
                <a:srgbClr val="232F3E"/>
              </a:solidFill>
              <a:latin typeface="Play"/>
              <a:ea typeface="Play"/>
              <a:cs typeface="Play"/>
              <a:sym typeface="Play"/>
            </a:endParaRPr>
          </a:p>
        </p:txBody>
      </p:sp>
      <p:sp>
        <p:nvSpPr>
          <p:cNvPr id="835" name="Google Shape;835;p9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Generación de códigos</a:t>
            </a:r>
            <a:endParaRPr/>
          </a:p>
        </p:txBody>
      </p:sp>
      <p:sp>
        <p:nvSpPr>
          <p:cNvPr id="836" name="Google Shape;836;p98"/>
          <p:cNvSpPr txBox="1"/>
          <p:nvPr>
            <p:ph idx="1" type="body"/>
          </p:nvPr>
        </p:nvSpPr>
        <p:spPr>
          <a:xfrm>
            <a:off x="274320" y="822960"/>
            <a:ext cx="2743200" cy="3998214"/>
          </a:xfrm>
          <a:prstGeom prst="rect">
            <a:avLst/>
          </a:prstGeom>
          <a:noFill/>
          <a:ln>
            <a:noFill/>
          </a:ln>
        </p:spPr>
        <p:txBody>
          <a:bodyPr anchorCtr="0" anchor="t" bIns="34275" lIns="68575" spcFirstLastPara="1" rIns="68575" wrap="square" tIns="34275">
            <a:noAutofit/>
          </a:bodyPr>
          <a:lstStyle/>
          <a:p>
            <a:pPr indent="-184150" lvl="0" marL="177800" rtl="0" algn="l">
              <a:lnSpc>
                <a:spcPct val="100000"/>
              </a:lnSpc>
              <a:spcBef>
                <a:spcPts val="0"/>
              </a:spcBef>
              <a:spcAft>
                <a:spcPts val="0"/>
              </a:spcAft>
              <a:buClr>
                <a:srgbClr val="232F3E"/>
              </a:buClr>
              <a:buSzPts val="1700"/>
              <a:buChar char="•"/>
            </a:pPr>
            <a:r>
              <a:rPr lang="es-419" sz="1700"/>
              <a:t>Sugerencias de códigos</a:t>
            </a:r>
            <a:endParaRPr/>
          </a:p>
          <a:p>
            <a:pPr indent="-184150" lvl="0" marL="177800" rtl="0" algn="l">
              <a:lnSpc>
                <a:spcPct val="100000"/>
              </a:lnSpc>
              <a:spcBef>
                <a:spcPts val="900"/>
              </a:spcBef>
              <a:spcAft>
                <a:spcPts val="0"/>
              </a:spcAft>
              <a:buClr>
                <a:srgbClr val="232F3E"/>
              </a:buClr>
              <a:buSzPts val="1700"/>
              <a:buChar char="•"/>
            </a:pPr>
            <a:r>
              <a:rPr lang="es-419" sz="1700"/>
              <a:t>Finalización de códigos</a:t>
            </a:r>
            <a:endParaRPr/>
          </a:p>
          <a:p>
            <a:pPr indent="-184150" lvl="0" marL="177800" rtl="0" algn="l">
              <a:lnSpc>
                <a:spcPct val="100000"/>
              </a:lnSpc>
              <a:spcBef>
                <a:spcPts val="900"/>
              </a:spcBef>
              <a:spcAft>
                <a:spcPts val="0"/>
              </a:spcAft>
              <a:buClr>
                <a:srgbClr val="232F3E"/>
              </a:buClr>
              <a:buSzPts val="1700"/>
              <a:buChar char="•"/>
            </a:pPr>
            <a:r>
              <a:rPr lang="es-419" sz="1700"/>
              <a:t>Generación de código </a:t>
            </a:r>
            <a:br>
              <a:rPr lang="es-419" sz="1700"/>
            </a:br>
            <a:r>
              <a:rPr lang="es-419" sz="1700"/>
              <a:t>a partir de comentarios</a:t>
            </a:r>
            <a:endParaRPr/>
          </a:p>
          <a:p>
            <a:pPr indent="-184150" lvl="0" marL="177800" rtl="0" algn="l">
              <a:lnSpc>
                <a:spcPct val="100000"/>
              </a:lnSpc>
              <a:spcBef>
                <a:spcPts val="900"/>
              </a:spcBef>
              <a:spcAft>
                <a:spcPts val="0"/>
              </a:spcAft>
              <a:buClr>
                <a:srgbClr val="232F3E"/>
              </a:buClr>
              <a:buSzPts val="1700"/>
              <a:buChar char="•"/>
            </a:pPr>
            <a:r>
              <a:rPr lang="es-419" sz="1700"/>
              <a:t>Sugerencias de códigos alternativos</a:t>
            </a:r>
            <a:endParaRPr/>
          </a:p>
          <a:p>
            <a:pPr indent="-184150" lvl="0" marL="177800" rtl="0" algn="l">
              <a:lnSpc>
                <a:spcPct val="100000"/>
              </a:lnSpc>
              <a:spcBef>
                <a:spcPts val="900"/>
              </a:spcBef>
              <a:spcAft>
                <a:spcPts val="0"/>
              </a:spcAft>
              <a:buClr>
                <a:srgbClr val="232F3E"/>
              </a:buClr>
              <a:buSzPts val="1700"/>
              <a:buChar char="•"/>
            </a:pPr>
            <a:r>
              <a:rPr lang="es-419" sz="1700"/>
              <a:t>Opción de aceptar </a:t>
            </a:r>
            <a:br>
              <a:rPr lang="es-419" sz="1700"/>
            </a:br>
            <a:r>
              <a:rPr lang="es-419" sz="1700"/>
              <a:t>o rechazar</a:t>
            </a:r>
            <a:endParaRPr/>
          </a:p>
          <a:p>
            <a:pPr indent="-184150" lvl="0" marL="177800" rtl="0" algn="l">
              <a:lnSpc>
                <a:spcPct val="100000"/>
              </a:lnSpc>
              <a:spcBef>
                <a:spcPts val="900"/>
              </a:spcBef>
              <a:spcAft>
                <a:spcPts val="0"/>
              </a:spcAft>
              <a:buClr>
                <a:srgbClr val="232F3E"/>
              </a:buClr>
              <a:buSzPts val="1700"/>
              <a:buChar char="•"/>
            </a:pPr>
            <a:r>
              <a:rPr lang="es-419" sz="1700"/>
              <a:t>Seguimiento de referencia para el código que se asemeja a los datos de entrenamiento de código abierto</a:t>
            </a:r>
            <a:endParaRPr/>
          </a:p>
        </p:txBody>
      </p:sp>
      <p:sp>
        <p:nvSpPr>
          <p:cNvPr descr="Beginning of a code example of CodeWhisperer suggesting code to create an S3 bucket." id="837" name="Google Shape;837;p98"/>
          <p:cNvSpPr/>
          <p:nvPr/>
        </p:nvSpPr>
        <p:spPr>
          <a:xfrm>
            <a:off x="3629370" y="966315"/>
            <a:ext cx="4661116" cy="723047"/>
          </a:xfrm>
          <a:prstGeom prst="rect">
            <a:avLst/>
          </a:prstGeom>
          <a:noFill/>
          <a:ln cap="flat" cmpd="sng" w="38100">
            <a:solidFill>
              <a:srgbClr val="563377"/>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sp>
        <p:nvSpPr>
          <p:cNvPr id="838" name="Google Shape;838;p98"/>
          <p:cNvSpPr txBox="1"/>
          <p:nvPr/>
        </p:nvSpPr>
        <p:spPr>
          <a:xfrm>
            <a:off x="3933413" y="1079980"/>
            <a:ext cx="1619674" cy="300083"/>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1 </a:t>
            </a:r>
            <a:r>
              <a:rPr b="1" i="0" lang="es-419" sz="1500" u="none" cap="none" strike="noStrike">
                <a:solidFill>
                  <a:srgbClr val="BE4E2E"/>
                </a:solidFill>
                <a:latin typeface="Consolas"/>
                <a:ea typeface="Consolas"/>
                <a:cs typeface="Consolas"/>
                <a:sym typeface="Consolas"/>
              </a:rPr>
              <a:t>import</a:t>
            </a:r>
            <a:r>
              <a:rPr b="0" i="0" lang="es-419" sz="1500" u="none" cap="none" strike="noStrike">
                <a:solidFill>
                  <a:srgbClr val="BE4E2E"/>
                </a:solidFill>
                <a:latin typeface="Consolas"/>
                <a:ea typeface="Consolas"/>
                <a:cs typeface="Consolas"/>
                <a:sym typeface="Consolas"/>
              </a:rPr>
              <a:t> boto3</a:t>
            </a:r>
            <a:endParaRPr sz="1100"/>
          </a:p>
        </p:txBody>
      </p:sp>
      <p:sp>
        <p:nvSpPr>
          <p:cNvPr descr="Progression of code showing developer comment." id="839" name="Google Shape;839;p98"/>
          <p:cNvSpPr/>
          <p:nvPr/>
        </p:nvSpPr>
        <p:spPr>
          <a:xfrm>
            <a:off x="3629371" y="1812227"/>
            <a:ext cx="4661116" cy="723047"/>
          </a:xfrm>
          <a:prstGeom prst="rect">
            <a:avLst/>
          </a:prstGeom>
          <a:noFill/>
          <a:ln cap="flat" cmpd="sng" w="38100">
            <a:solidFill>
              <a:srgbClr val="563377"/>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sp>
        <p:nvSpPr>
          <p:cNvPr id="840" name="Google Shape;840;p98"/>
          <p:cNvSpPr txBox="1"/>
          <p:nvPr/>
        </p:nvSpPr>
        <p:spPr>
          <a:xfrm>
            <a:off x="3933413" y="1798346"/>
            <a:ext cx="4357073" cy="761747"/>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1 </a:t>
            </a:r>
            <a:r>
              <a:rPr b="1" i="0" lang="es-419" sz="1500" u="none" cap="none" strike="noStrike">
                <a:solidFill>
                  <a:srgbClr val="BE4E2E"/>
                </a:solidFill>
                <a:latin typeface="Consolas"/>
                <a:ea typeface="Consolas"/>
                <a:cs typeface="Consolas"/>
                <a:sym typeface="Consolas"/>
              </a:rPr>
              <a:t>import</a:t>
            </a:r>
            <a:r>
              <a:rPr b="0" i="0" lang="es-419" sz="1500" u="none" cap="none" strike="noStrike">
                <a:solidFill>
                  <a:srgbClr val="BE4E2E"/>
                </a:solidFill>
                <a:latin typeface="Consolas"/>
                <a:ea typeface="Consolas"/>
                <a:cs typeface="Consolas"/>
                <a:sym typeface="Consolas"/>
              </a:rPr>
              <a:t> boto3</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2 </a:t>
            </a:r>
            <a:r>
              <a:rPr b="0" i="0" lang="es-419" sz="1500" u="none" cap="none" strike="noStrike">
                <a:solidFill>
                  <a:srgbClr val="005F7F"/>
                </a:solidFill>
                <a:latin typeface="Consolas"/>
                <a:ea typeface="Consolas"/>
                <a:cs typeface="Consolas"/>
                <a:sym typeface="Consolas"/>
              </a:rPr>
              <a:t># crear un bucket de s3 denominado </a:t>
            </a:r>
            <a:br>
              <a:rPr b="0" i="0" lang="es-419" sz="1500" u="none" cap="none" strike="noStrike">
                <a:solidFill>
                  <a:srgbClr val="005F7F"/>
                </a:solidFill>
                <a:latin typeface="Consolas"/>
                <a:ea typeface="Consolas"/>
                <a:cs typeface="Consolas"/>
                <a:sym typeface="Consolas"/>
              </a:rPr>
            </a:br>
            <a:r>
              <a:rPr b="0" i="0" lang="es-419" sz="1500" u="none" cap="none" strike="noStrike">
                <a:solidFill>
                  <a:srgbClr val="005F7F"/>
                </a:solidFill>
                <a:latin typeface="Consolas"/>
                <a:ea typeface="Consolas"/>
                <a:cs typeface="Consolas"/>
                <a:sym typeface="Consolas"/>
              </a:rPr>
              <a:t>  cw95323</a:t>
            </a:r>
            <a:endParaRPr sz="1100"/>
          </a:p>
        </p:txBody>
      </p:sp>
      <p:sp>
        <p:nvSpPr>
          <p:cNvPr descr="Completion of a code example with CodeWhisperer suggested code for creating an S3 bucket." id="841" name="Google Shape;841;p98"/>
          <p:cNvSpPr/>
          <p:nvPr/>
        </p:nvSpPr>
        <p:spPr>
          <a:xfrm>
            <a:off x="3629372" y="2658140"/>
            <a:ext cx="4661116" cy="1801271"/>
          </a:xfrm>
          <a:prstGeom prst="rect">
            <a:avLst/>
          </a:prstGeom>
          <a:noFill/>
          <a:ln cap="flat" cmpd="sng" w="38100">
            <a:solidFill>
              <a:srgbClr val="563377"/>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pic>
        <p:nvPicPr>
          <p:cNvPr descr="User actions bar. Detail provided in notes." id="842" name="Google Shape;842;p98"/>
          <p:cNvPicPr preferRelativeResize="0"/>
          <p:nvPr/>
        </p:nvPicPr>
        <p:blipFill rotWithShape="1">
          <a:blip r:embed="rId3">
            <a:alphaModFix/>
          </a:blip>
          <a:srcRect b="0" l="0" r="0" t="0"/>
          <a:stretch/>
        </p:blipFill>
        <p:spPr>
          <a:xfrm>
            <a:off x="4385662" y="2686721"/>
            <a:ext cx="3904826" cy="425233"/>
          </a:xfrm>
          <a:prstGeom prst="rect">
            <a:avLst/>
          </a:prstGeom>
          <a:noFill/>
          <a:ln>
            <a:noFill/>
          </a:ln>
        </p:spPr>
      </p:pic>
      <p:sp>
        <p:nvSpPr>
          <p:cNvPr id="843" name="Google Shape;843;p98"/>
          <p:cNvSpPr txBox="1"/>
          <p:nvPr/>
        </p:nvSpPr>
        <p:spPr>
          <a:xfrm>
            <a:off x="3954997" y="3248159"/>
            <a:ext cx="4053032" cy="1223412"/>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2 </a:t>
            </a:r>
            <a:r>
              <a:rPr b="0" i="0" lang="es-419" sz="1500" u="none" cap="none" strike="noStrike">
                <a:solidFill>
                  <a:srgbClr val="005F7F"/>
                </a:solidFill>
                <a:latin typeface="Consolas"/>
                <a:ea typeface="Consolas"/>
                <a:cs typeface="Consolas"/>
                <a:sym typeface="Consolas"/>
              </a:rPr>
              <a:t># crear un bucket de s3 denominado </a:t>
            </a:r>
            <a:endParaRPr sz="1100"/>
          </a:p>
          <a:p>
            <a:pPr indent="0" lvl="0" marL="0" marR="0" rtl="0" algn="l">
              <a:lnSpc>
                <a:spcPct val="100000"/>
              </a:lnSpc>
              <a:spcBef>
                <a:spcPts val="0"/>
              </a:spcBef>
              <a:spcAft>
                <a:spcPts val="0"/>
              </a:spcAft>
              <a:buClr>
                <a:srgbClr val="005F7F"/>
              </a:buClr>
              <a:buSzPts val="1500"/>
              <a:buFont typeface="Consolas"/>
              <a:buNone/>
            </a:pPr>
            <a:r>
              <a:rPr lang="es-419" sz="1500">
                <a:solidFill>
                  <a:srgbClr val="005F7F"/>
                </a:solidFill>
                <a:latin typeface="Consolas"/>
                <a:ea typeface="Consolas"/>
                <a:cs typeface="Consolas"/>
                <a:sym typeface="Consolas"/>
              </a:rPr>
              <a:t>  </a:t>
            </a:r>
            <a:r>
              <a:rPr b="0" i="0" lang="es-419" sz="1500" u="none" cap="none" strike="noStrike">
                <a:solidFill>
                  <a:srgbClr val="005F7F"/>
                </a:solidFill>
                <a:latin typeface="Consolas"/>
                <a:ea typeface="Consolas"/>
                <a:cs typeface="Consolas"/>
                <a:sym typeface="Consolas"/>
              </a:rPr>
              <a:t>cw95323</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  </a:t>
            </a:r>
            <a:r>
              <a:rPr b="0" i="1" lang="es-419" sz="1500" u="none" cap="none" strike="noStrike">
                <a:solidFill>
                  <a:srgbClr val="232F3E"/>
                </a:solidFill>
                <a:latin typeface="Consolas"/>
                <a:ea typeface="Consolas"/>
                <a:cs typeface="Consolas"/>
                <a:sym typeface="Consolas"/>
              </a:rPr>
              <a:t>s3 = boto3.resource('s3')</a:t>
            </a:r>
            <a:endParaRPr sz="1100"/>
          </a:p>
          <a:p>
            <a:pPr indent="0" lvl="0" marL="0" marR="0" rtl="0" algn="l">
              <a:lnSpc>
                <a:spcPct val="100000"/>
              </a:lnSpc>
              <a:spcBef>
                <a:spcPts val="0"/>
              </a:spcBef>
              <a:spcAft>
                <a:spcPts val="0"/>
              </a:spcAft>
              <a:buClr>
                <a:srgbClr val="232F3E"/>
              </a:buClr>
              <a:buSzPts val="1500"/>
              <a:buFont typeface="Consolas"/>
              <a:buNone/>
            </a:pPr>
            <a:r>
              <a:rPr b="0" i="1" lang="es-419" sz="1500" u="none" cap="none" strike="noStrike">
                <a:solidFill>
                  <a:srgbClr val="232F3E"/>
                </a:solidFill>
                <a:latin typeface="Consolas"/>
                <a:ea typeface="Consolas"/>
                <a:cs typeface="Consolas"/>
                <a:sym typeface="Consolas"/>
              </a:rPr>
              <a:t>  s3.create_bucket(Bucket='cw59323')</a:t>
            </a:r>
            <a:endParaRPr sz="1100"/>
          </a:p>
          <a:p>
            <a:pPr indent="0" lvl="0" marL="0" marR="0" rtl="0" algn="l">
              <a:lnSpc>
                <a:spcPct val="100000"/>
              </a:lnSpc>
              <a:spcBef>
                <a:spcPts val="0"/>
              </a:spcBef>
              <a:spcAft>
                <a:spcPts val="0"/>
              </a:spcAft>
              <a:buClr>
                <a:srgbClr val="000000"/>
              </a:buClr>
              <a:buSzPts val="1500"/>
              <a:buFont typeface="Consolas"/>
              <a:buNone/>
            </a:pPr>
            <a:r>
              <a:rPr b="0" i="1" lang="es-419" sz="1500" u="none" cap="none" strike="noStrike">
                <a:solidFill>
                  <a:srgbClr val="000000"/>
                </a:solidFill>
                <a:latin typeface="Consolas"/>
                <a:ea typeface="Consolas"/>
                <a:cs typeface="Consolas"/>
                <a:sym typeface="Consolas"/>
              </a:rPr>
              <a:t>  </a:t>
            </a:r>
            <a:r>
              <a:rPr b="0" i="1" lang="es-419" sz="1500" u="none" cap="none" strike="noStrike">
                <a:solidFill>
                  <a:srgbClr val="005F7F"/>
                </a:solidFill>
                <a:latin typeface="Consolas"/>
                <a:ea typeface="Consolas"/>
                <a:cs typeface="Consolas"/>
                <a:sym typeface="Consolas"/>
              </a:rPr>
              <a:t># cargar un archivo al bucket</a:t>
            </a:r>
            <a:endParaRPr b="0" i="1" sz="1500" u="none" cap="none" strike="noStrike">
              <a:solidFill>
                <a:srgbClr val="005F7F"/>
              </a:solidFill>
              <a:latin typeface="Consolas"/>
              <a:ea typeface="Consolas"/>
              <a:cs typeface="Consolas"/>
              <a:sym typeface="Consolas"/>
            </a:endParaRPr>
          </a:p>
        </p:txBody>
      </p:sp>
      <p:sp>
        <p:nvSpPr>
          <p:cNvPr id="844" name="Google Shape;844;p98"/>
          <p:cNvSpPr txBox="1"/>
          <p:nvPr/>
        </p:nvSpPr>
        <p:spPr>
          <a:xfrm>
            <a:off x="3050174"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9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900"/>
              <a:buFont typeface="Play"/>
              <a:buNone/>
            </a:pPr>
            <a:fld id="{00000000-1234-1234-1234-123412341234}" type="slidenum">
              <a:rPr b="0" i="0" lang="es-419" sz="900" u="none" cap="none" strike="noStrike">
                <a:solidFill>
                  <a:srgbClr val="232F3E"/>
                </a:solidFill>
                <a:latin typeface="Play"/>
                <a:ea typeface="Play"/>
                <a:cs typeface="Play"/>
                <a:sym typeface="Play"/>
              </a:rPr>
              <a:t>‹#›</a:t>
            </a:fld>
            <a:endParaRPr b="0" i="0" sz="900" u="none" cap="none" strike="noStrike">
              <a:solidFill>
                <a:srgbClr val="232F3E"/>
              </a:solidFill>
              <a:latin typeface="Play"/>
              <a:ea typeface="Play"/>
              <a:cs typeface="Play"/>
              <a:sym typeface="Play"/>
            </a:endParaRPr>
          </a:p>
        </p:txBody>
      </p:sp>
      <p:sp>
        <p:nvSpPr>
          <p:cNvPr id="850" name="Google Shape;850;p99"/>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Escaneo de seguridad</a:t>
            </a:r>
            <a:endParaRPr/>
          </a:p>
        </p:txBody>
      </p:sp>
      <p:sp>
        <p:nvSpPr>
          <p:cNvPr id="851" name="Google Shape;851;p99"/>
          <p:cNvSpPr/>
          <p:nvPr/>
        </p:nvSpPr>
        <p:spPr>
          <a:xfrm>
            <a:off x="1318986" y="880683"/>
            <a:ext cx="6845300" cy="2954803"/>
          </a:xfrm>
          <a:prstGeom prst="rect">
            <a:avLst/>
          </a:prstGeom>
          <a:noFill/>
          <a:ln cap="flat" cmpd="sng" w="38100">
            <a:solidFill>
              <a:srgbClr val="563377"/>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sp>
        <p:nvSpPr>
          <p:cNvPr id="852" name="Google Shape;852;p99"/>
          <p:cNvSpPr/>
          <p:nvPr/>
        </p:nvSpPr>
        <p:spPr>
          <a:xfrm>
            <a:off x="1377792" y="1917702"/>
            <a:ext cx="6668111" cy="248556"/>
          </a:xfrm>
          <a:prstGeom prst="rect">
            <a:avLst/>
          </a:prstGeom>
          <a:solidFill>
            <a:srgbClr val="FFFF99"/>
          </a:solidFill>
          <a:ln cap="flat" cmpd="sng" w="107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sp>
        <p:nvSpPr>
          <p:cNvPr id="853" name="Google Shape;853;p99"/>
          <p:cNvSpPr/>
          <p:nvPr/>
        </p:nvSpPr>
        <p:spPr>
          <a:xfrm>
            <a:off x="458897" y="4237755"/>
            <a:ext cx="8142182" cy="548640"/>
          </a:xfrm>
          <a:prstGeom prst="rect">
            <a:avLst/>
          </a:prstGeom>
          <a:noFill/>
          <a:ln cap="flat" cmpd="sng" w="28575">
            <a:solidFill>
              <a:srgbClr val="2074D5"/>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sp>
        <p:nvSpPr>
          <p:cNvPr descr="An example of code with an error in line 5." id="854" name="Google Shape;854;p99"/>
          <p:cNvSpPr txBox="1"/>
          <p:nvPr/>
        </p:nvSpPr>
        <p:spPr>
          <a:xfrm>
            <a:off x="1483589" y="1003719"/>
            <a:ext cx="6380593" cy="2608406"/>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1  </a:t>
            </a:r>
            <a:r>
              <a:rPr b="1" i="0" lang="es-419" sz="1500" u="none" cap="none" strike="noStrike">
                <a:solidFill>
                  <a:srgbClr val="BE4E2E"/>
                </a:solidFill>
                <a:latin typeface="Consolas"/>
                <a:ea typeface="Consolas"/>
                <a:cs typeface="Consolas"/>
                <a:sym typeface="Consolas"/>
              </a:rPr>
              <a:t>import</a:t>
            </a:r>
            <a:r>
              <a:rPr b="0" i="0" lang="es-419" sz="1500" u="none" cap="none" strike="noStrike">
                <a:solidFill>
                  <a:srgbClr val="BE4E2E"/>
                </a:solidFill>
                <a:latin typeface="Consolas"/>
                <a:ea typeface="Consolas"/>
                <a:cs typeface="Consolas"/>
                <a:sym typeface="Consolas"/>
              </a:rPr>
              <a:t> boto3</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2</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3  </a:t>
            </a:r>
            <a:r>
              <a:rPr b="0" i="0" lang="es-419" sz="1500" u="none" cap="none" strike="noStrike">
                <a:solidFill>
                  <a:srgbClr val="BE4E2E"/>
                </a:solidFill>
                <a:latin typeface="Consolas"/>
                <a:ea typeface="Consolas"/>
                <a:cs typeface="Consolas"/>
                <a:sym typeface="Consolas"/>
              </a:rPr>
              <a:t>def</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563377"/>
                </a:solidFill>
                <a:latin typeface="Consolas"/>
                <a:ea typeface="Consolas"/>
                <a:cs typeface="Consolas"/>
                <a:sym typeface="Consolas"/>
              </a:rPr>
              <a:t>upload_file</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BE4E2E"/>
                </a:solidFill>
                <a:latin typeface="Consolas"/>
                <a:ea typeface="Consolas"/>
                <a:cs typeface="Consolas"/>
                <a:sym typeface="Consolas"/>
              </a:rPr>
              <a:t>bucket_name</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BE4E2E"/>
                </a:solidFill>
                <a:latin typeface="Consolas"/>
                <a:ea typeface="Consolas"/>
                <a:cs typeface="Consolas"/>
                <a:sym typeface="Consolas"/>
              </a:rPr>
              <a:t>file_path</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000000"/>
                </a:solidFill>
                <a:latin typeface="Consolas"/>
                <a:ea typeface="Consolas"/>
                <a:cs typeface="Consolas"/>
                <a:sym typeface="Consolas"/>
              </a:rPr>
              <a:t>:</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4      s3 </a:t>
            </a:r>
            <a:r>
              <a:rPr b="0" i="0" lang="es-419" sz="1500" u="none" cap="none" strike="noStrike">
                <a:solidFill>
                  <a:srgbClr val="BE4E2E"/>
                </a:solidFill>
                <a:latin typeface="Consolas"/>
                <a:ea typeface="Consolas"/>
                <a:cs typeface="Consolas"/>
                <a:sym typeface="Consolas"/>
              </a:rPr>
              <a:t>= boto3</a:t>
            </a:r>
            <a:r>
              <a:rPr b="0" i="0" lang="es-419" sz="1500" u="none" cap="none" strike="noStrike">
                <a:solidFill>
                  <a:srgbClr val="000000"/>
                </a:solidFill>
                <a:latin typeface="Consolas"/>
                <a:ea typeface="Consolas"/>
                <a:cs typeface="Consolas"/>
                <a:sym typeface="Consolas"/>
              </a:rPr>
              <a:t>.</a:t>
            </a:r>
            <a:r>
              <a:rPr b="0" i="0" lang="es-419" sz="1500" u="none" cap="none" strike="noStrike">
                <a:solidFill>
                  <a:srgbClr val="563377"/>
                </a:solidFill>
                <a:latin typeface="Consolas"/>
                <a:ea typeface="Consolas"/>
                <a:cs typeface="Consolas"/>
                <a:sym typeface="Consolas"/>
              </a:rPr>
              <a:t>client</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2074D5"/>
                </a:solidFill>
                <a:latin typeface="Consolas"/>
                <a:ea typeface="Consolas"/>
                <a:cs typeface="Consolas"/>
                <a:sym typeface="Consolas"/>
              </a:rPr>
              <a:t>'s3'</a:t>
            </a:r>
            <a:r>
              <a:rPr b="0" i="0" lang="es-419" sz="1500" u="none" cap="none" strike="noStrike">
                <a:solidFill>
                  <a:srgbClr val="005F7F"/>
                </a:solidFill>
                <a:latin typeface="Consolas"/>
                <a:ea typeface="Consolas"/>
                <a:cs typeface="Consolas"/>
                <a:sym typeface="Consolas"/>
              </a:rPr>
              <a:t>)</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5      </a:t>
            </a:r>
            <a:r>
              <a:rPr b="0" i="0" lang="es-419" sz="1500" u="none" cap="none" strike="noStrike">
                <a:solidFill>
                  <a:srgbClr val="BE4E2E"/>
                </a:solidFill>
                <a:latin typeface="Consolas"/>
                <a:ea typeface="Consolas"/>
                <a:cs typeface="Consolas"/>
                <a:sym typeface="Consolas"/>
              </a:rPr>
              <a:t>with</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563377"/>
                </a:solidFill>
                <a:latin typeface="Consolas"/>
                <a:ea typeface="Consolas"/>
                <a:cs typeface="Consolas"/>
                <a:sym typeface="Consolas"/>
              </a:rPr>
              <a:t>open</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BE4E2E"/>
                </a:solidFill>
                <a:latin typeface="Consolas"/>
                <a:ea typeface="Consolas"/>
                <a:cs typeface="Consolas"/>
                <a:sym typeface="Consolas"/>
              </a:rPr>
              <a:t>file_path</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2074D5"/>
                </a:solidFill>
                <a:latin typeface="Consolas"/>
                <a:ea typeface="Consolas"/>
                <a:cs typeface="Consolas"/>
                <a:sym typeface="Consolas"/>
              </a:rPr>
              <a:t>'rb'</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BE4E2E"/>
                </a:solidFill>
                <a:latin typeface="Consolas"/>
                <a:ea typeface="Consolas"/>
                <a:cs typeface="Consolas"/>
                <a:sym typeface="Consolas"/>
              </a:rPr>
              <a:t>as </a:t>
            </a:r>
            <a:r>
              <a:rPr b="0" i="0" lang="es-419" sz="1500" u="none" cap="none" strike="noStrike">
                <a:solidFill>
                  <a:srgbClr val="000000"/>
                </a:solidFill>
                <a:latin typeface="Consolas"/>
                <a:ea typeface="Consolas"/>
                <a:cs typeface="Consolas"/>
                <a:sym typeface="Consolas"/>
              </a:rPr>
              <a:t>file:</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6           s3.upload_fileobj</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BE4E2E"/>
                </a:solidFill>
                <a:latin typeface="Consolas"/>
                <a:ea typeface="Consolas"/>
                <a:cs typeface="Consolas"/>
                <a:sym typeface="Consolas"/>
              </a:rPr>
              <a:t>file</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BE4E2E"/>
                </a:solidFill>
                <a:latin typeface="Consolas"/>
                <a:ea typeface="Consolas"/>
                <a:cs typeface="Consolas"/>
                <a:sym typeface="Consolas"/>
              </a:rPr>
              <a:t>bucket_name</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BE4E2E"/>
                </a:solidFill>
                <a:latin typeface="Consolas"/>
                <a:ea typeface="Consolas"/>
                <a:cs typeface="Consolas"/>
                <a:sym typeface="Consolas"/>
              </a:rPr>
              <a:t>file_path</a:t>
            </a:r>
            <a:r>
              <a:rPr b="0" i="0" lang="es-419" sz="1500" u="none" cap="none" strike="noStrike">
                <a:solidFill>
                  <a:srgbClr val="005F7F"/>
                </a:solidFill>
                <a:latin typeface="Consolas"/>
                <a:ea typeface="Consolas"/>
                <a:cs typeface="Consolas"/>
                <a:sym typeface="Consolas"/>
              </a:rPr>
              <a:t>)</a:t>
            </a:r>
            <a:br>
              <a:rPr b="0" i="0" lang="es-419" sz="1500" u="none" cap="none" strike="noStrike">
                <a:solidFill>
                  <a:srgbClr val="000000"/>
                </a:solidFill>
                <a:latin typeface="Consolas"/>
                <a:ea typeface="Consolas"/>
                <a:cs typeface="Consolas"/>
                <a:sym typeface="Consolas"/>
              </a:rPr>
            </a:br>
            <a:r>
              <a:rPr b="0" i="0" lang="es-419" sz="1500" u="none" cap="none" strike="noStrike">
                <a:solidFill>
                  <a:srgbClr val="000000"/>
                </a:solidFill>
                <a:latin typeface="Consolas"/>
                <a:ea typeface="Consolas"/>
                <a:cs typeface="Consolas"/>
                <a:sym typeface="Consolas"/>
              </a:rPr>
              <a:t>7       </a:t>
            </a:r>
            <a:r>
              <a:rPr b="0" i="0" lang="es-419" sz="1500" u="none" cap="none" strike="noStrike">
                <a:solidFill>
                  <a:srgbClr val="563377"/>
                </a:solidFill>
                <a:latin typeface="Consolas"/>
                <a:ea typeface="Consolas"/>
                <a:cs typeface="Consolas"/>
                <a:sym typeface="Consolas"/>
              </a:rPr>
              <a:t>print</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2074D5"/>
                </a:solidFill>
                <a:latin typeface="Consolas"/>
                <a:ea typeface="Consolas"/>
                <a:cs typeface="Consolas"/>
                <a:sym typeface="Consolas"/>
              </a:rPr>
              <a:t>"File uploaded."</a:t>
            </a:r>
            <a:r>
              <a:rPr b="0" i="0" lang="es-419" sz="1500" u="none" cap="none" strike="noStrike">
                <a:solidFill>
                  <a:srgbClr val="005F7F"/>
                </a:solidFill>
                <a:latin typeface="Consolas"/>
                <a:ea typeface="Consolas"/>
                <a:cs typeface="Consolas"/>
                <a:sym typeface="Consolas"/>
              </a:rPr>
              <a:t>)</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8 </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9  bucket_name </a:t>
            </a:r>
            <a:r>
              <a:rPr b="0" i="0" lang="es-419" sz="1500" u="none" cap="none" strike="noStrike">
                <a:solidFill>
                  <a:srgbClr val="BE4E2E"/>
                </a:solidFill>
                <a:latin typeface="Consolas"/>
                <a:ea typeface="Consolas"/>
                <a:cs typeface="Consolas"/>
                <a:sym typeface="Consolas"/>
              </a:rPr>
              <a:t>=</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563377"/>
                </a:solidFill>
                <a:latin typeface="Consolas"/>
                <a:ea typeface="Consolas"/>
                <a:cs typeface="Consolas"/>
                <a:sym typeface="Consolas"/>
              </a:rPr>
              <a:t>input</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2074D5"/>
                </a:solidFill>
                <a:latin typeface="Consolas"/>
                <a:ea typeface="Consolas"/>
                <a:cs typeface="Consolas"/>
                <a:sym typeface="Consolas"/>
              </a:rPr>
              <a:t>"Enter bucket name: "</a:t>
            </a:r>
            <a:r>
              <a:rPr b="0" i="0" lang="es-419" sz="1500" u="none" cap="none" strike="noStrike">
                <a:solidFill>
                  <a:srgbClr val="005F7F"/>
                </a:solidFill>
                <a:latin typeface="Consolas"/>
                <a:ea typeface="Consolas"/>
                <a:cs typeface="Consolas"/>
                <a:sym typeface="Consolas"/>
              </a:rPr>
              <a:t>)</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10 file_path </a:t>
            </a:r>
            <a:r>
              <a:rPr b="0" i="0" lang="es-419" sz="1500" u="none" cap="none" strike="noStrike">
                <a:solidFill>
                  <a:srgbClr val="BE4E2E"/>
                </a:solidFill>
                <a:latin typeface="Consolas"/>
                <a:ea typeface="Consolas"/>
                <a:cs typeface="Consolas"/>
                <a:sym typeface="Consolas"/>
              </a:rPr>
              <a:t>=</a:t>
            </a:r>
            <a:r>
              <a:rPr b="0" i="0" lang="es-419" sz="1500" u="none" cap="none" strike="noStrike">
                <a:solidFill>
                  <a:srgbClr val="000000"/>
                </a:solidFill>
                <a:latin typeface="Consolas"/>
                <a:ea typeface="Consolas"/>
                <a:cs typeface="Consolas"/>
                <a:sym typeface="Consolas"/>
              </a:rPr>
              <a:t> </a:t>
            </a:r>
            <a:r>
              <a:rPr b="0" i="0" lang="es-419" sz="1500" u="none" cap="none" strike="noStrike">
                <a:solidFill>
                  <a:srgbClr val="563377"/>
                </a:solidFill>
                <a:latin typeface="Consolas"/>
                <a:ea typeface="Consolas"/>
                <a:cs typeface="Consolas"/>
                <a:sym typeface="Consolas"/>
              </a:rPr>
              <a:t>input</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2074D5"/>
                </a:solidFill>
                <a:latin typeface="Consolas"/>
                <a:ea typeface="Consolas"/>
                <a:cs typeface="Consolas"/>
                <a:sym typeface="Consolas"/>
              </a:rPr>
              <a:t>"Enter file path to upload: "</a:t>
            </a:r>
            <a:r>
              <a:rPr b="0" i="0" lang="es-419" sz="1500" u="none" cap="none" strike="noStrike">
                <a:solidFill>
                  <a:srgbClr val="005F7F"/>
                </a:solidFill>
                <a:latin typeface="Consolas"/>
                <a:ea typeface="Consolas"/>
                <a:cs typeface="Consolas"/>
                <a:sym typeface="Consolas"/>
              </a:rPr>
              <a:t>)</a:t>
            </a:r>
            <a:endParaRPr sz="1100"/>
          </a:p>
          <a:p>
            <a:pPr indent="0" lvl="0" marL="0" marR="0" rtl="0" algn="l">
              <a:lnSpc>
                <a:spcPct val="100000"/>
              </a:lnSpc>
              <a:spcBef>
                <a:spcPts val="0"/>
              </a:spcBef>
              <a:spcAft>
                <a:spcPts val="0"/>
              </a:spcAft>
              <a:buClr>
                <a:srgbClr val="000000"/>
              </a:buClr>
              <a:buSzPts val="1500"/>
              <a:buFont typeface="Consolas"/>
              <a:buNone/>
            </a:pPr>
            <a:r>
              <a:rPr b="0" i="0" lang="es-419" sz="1500" u="none" cap="none" strike="noStrike">
                <a:solidFill>
                  <a:srgbClr val="000000"/>
                </a:solidFill>
                <a:latin typeface="Consolas"/>
                <a:ea typeface="Consolas"/>
                <a:cs typeface="Consolas"/>
                <a:sym typeface="Consolas"/>
              </a:rPr>
              <a:t>11 </a:t>
            </a:r>
            <a:r>
              <a:rPr b="0" i="0" lang="es-419" sz="1500" u="none" cap="none" strike="noStrike">
                <a:solidFill>
                  <a:srgbClr val="563377"/>
                </a:solidFill>
                <a:latin typeface="Consolas"/>
                <a:ea typeface="Consolas"/>
                <a:cs typeface="Consolas"/>
                <a:sym typeface="Consolas"/>
              </a:rPr>
              <a:t>upload_file</a:t>
            </a:r>
            <a:r>
              <a:rPr b="0" i="0" lang="es-419" sz="1500" u="none" cap="none" strike="noStrike">
                <a:solidFill>
                  <a:srgbClr val="005F7F"/>
                </a:solidFill>
                <a:latin typeface="Consolas"/>
                <a:ea typeface="Consolas"/>
                <a:cs typeface="Consolas"/>
                <a:sym typeface="Consolas"/>
              </a:rPr>
              <a:t>(</a:t>
            </a:r>
            <a:r>
              <a:rPr b="0" i="0" lang="es-419" sz="1500" u="none" cap="none" strike="noStrike">
                <a:solidFill>
                  <a:srgbClr val="000000"/>
                </a:solidFill>
                <a:latin typeface="Consolas"/>
                <a:ea typeface="Consolas"/>
                <a:cs typeface="Consolas"/>
                <a:sym typeface="Consolas"/>
              </a:rPr>
              <a:t>bucket_name, file_path</a:t>
            </a:r>
            <a:r>
              <a:rPr b="0" i="0" lang="es-419" sz="1500" u="none" cap="none" strike="noStrike">
                <a:solidFill>
                  <a:srgbClr val="005F7F"/>
                </a:solidFill>
                <a:latin typeface="Consolas"/>
                <a:ea typeface="Consolas"/>
                <a:cs typeface="Consolas"/>
                <a:sym typeface="Consolas"/>
              </a:rPr>
              <a:t>)</a:t>
            </a:r>
            <a:endParaRPr sz="1100"/>
          </a:p>
        </p:txBody>
      </p:sp>
      <p:sp>
        <p:nvSpPr>
          <p:cNvPr descr="Problems callout points to line 5 in the code example.&#10;" id="855" name="Google Shape;855;p99"/>
          <p:cNvSpPr/>
          <p:nvPr/>
        </p:nvSpPr>
        <p:spPr>
          <a:xfrm>
            <a:off x="458896" y="3892229"/>
            <a:ext cx="1047403" cy="345526"/>
          </a:xfrm>
          <a:custGeom>
            <a:rect b="b" l="l" r="r" t="t"/>
            <a:pathLst>
              <a:path extrusionOk="0" h="120000" w="120000">
                <a:moveTo>
                  <a:pt x="0" y="0"/>
                </a:moveTo>
                <a:lnTo>
                  <a:pt x="120000" y="0"/>
                </a:lnTo>
                <a:lnTo>
                  <a:pt x="120000" y="120000"/>
                </a:lnTo>
                <a:lnTo>
                  <a:pt x="0" y="120000"/>
                </a:lnTo>
                <a:close/>
              </a:path>
              <a:path extrusionOk="0" fill="none" h="120000" w="120000">
                <a:moveTo>
                  <a:pt x="69655" y="347"/>
                </a:moveTo>
                <a:lnTo>
                  <a:pt x="116101" y="-638069"/>
                </a:lnTo>
              </a:path>
            </a:pathLst>
          </a:custGeom>
          <a:noFill/>
          <a:ln cap="flat" cmpd="sng" w="285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Play"/>
              <a:buNone/>
            </a:pPr>
            <a:r>
              <a:t/>
            </a:r>
            <a:endParaRPr b="0" i="0" sz="1400" u="none" cap="none" strike="noStrike">
              <a:solidFill>
                <a:srgbClr val="FFFFFF"/>
              </a:solidFill>
              <a:latin typeface="Play"/>
              <a:ea typeface="Play"/>
              <a:cs typeface="Play"/>
              <a:sym typeface="Play"/>
            </a:endParaRPr>
          </a:p>
        </p:txBody>
      </p:sp>
      <p:sp>
        <p:nvSpPr>
          <p:cNvPr id="856" name="Google Shape;856;p99"/>
          <p:cNvSpPr txBox="1"/>
          <p:nvPr/>
        </p:nvSpPr>
        <p:spPr>
          <a:xfrm>
            <a:off x="419708" y="3945080"/>
            <a:ext cx="1133964" cy="27122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300"/>
              <a:buFont typeface="Play"/>
              <a:buNone/>
            </a:pPr>
            <a:r>
              <a:rPr b="1" i="0" lang="es-419" sz="1300" u="none" cap="none" strike="noStrike">
                <a:solidFill>
                  <a:srgbClr val="000000"/>
                </a:solidFill>
                <a:latin typeface="Play"/>
                <a:ea typeface="Play"/>
                <a:cs typeface="Play"/>
                <a:sym typeface="Play"/>
              </a:rPr>
              <a:t>PROBLEMAS</a:t>
            </a:r>
            <a:endParaRPr sz="1100"/>
          </a:p>
        </p:txBody>
      </p:sp>
      <p:pic>
        <p:nvPicPr>
          <p:cNvPr id="857" name="Google Shape;857;p99"/>
          <p:cNvPicPr preferRelativeResize="0"/>
          <p:nvPr/>
        </p:nvPicPr>
        <p:blipFill rotWithShape="1">
          <a:blip r:embed="rId3">
            <a:alphaModFix/>
          </a:blip>
          <a:srcRect b="0" l="0" r="0" t="0"/>
          <a:stretch/>
        </p:blipFill>
        <p:spPr>
          <a:xfrm>
            <a:off x="542921" y="4297337"/>
            <a:ext cx="475304" cy="412396"/>
          </a:xfrm>
          <a:prstGeom prst="rect">
            <a:avLst/>
          </a:prstGeom>
          <a:noFill/>
          <a:ln>
            <a:noFill/>
          </a:ln>
        </p:spPr>
      </p:pic>
      <p:sp>
        <p:nvSpPr>
          <p:cNvPr id="858" name="Google Shape;858;p99"/>
          <p:cNvSpPr txBox="1"/>
          <p:nvPr/>
        </p:nvSpPr>
        <p:spPr>
          <a:xfrm>
            <a:off x="1036775" y="4283648"/>
            <a:ext cx="7344799" cy="48474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Play"/>
              <a:buNone/>
            </a:pPr>
            <a:r>
              <a:rPr b="0" i="0" lang="es-419" sz="1400" u="none" cap="none" strike="noStrike">
                <a:solidFill>
                  <a:srgbClr val="000000"/>
                </a:solidFill>
                <a:latin typeface="Play"/>
                <a:ea typeface="Play"/>
                <a:cs typeface="Play"/>
                <a:sym typeface="Play"/>
              </a:rPr>
              <a:t>CWE-22 - Recorrido de rutas: la construcción de nombres de ruta con la entrada del usuario </a:t>
            </a:r>
            <a:br>
              <a:rPr b="0" i="0" lang="es-419" sz="1400" u="none" cap="none" strike="noStrike">
                <a:solidFill>
                  <a:srgbClr val="000000"/>
                </a:solidFill>
                <a:latin typeface="Play"/>
                <a:ea typeface="Play"/>
                <a:cs typeface="Play"/>
                <a:sym typeface="Play"/>
              </a:rPr>
            </a:br>
            <a:r>
              <a:rPr b="0" i="0" lang="es-419" sz="1400" u="none" cap="none" strike="noStrike">
                <a:solidFill>
                  <a:srgbClr val="000000"/>
                </a:solidFill>
                <a:latin typeface="Play"/>
                <a:ea typeface="Play"/>
                <a:cs typeface="Play"/>
                <a:sym typeface="Play"/>
              </a:rPr>
              <a:t>sin limpiar puede llevar a...</a:t>
            </a:r>
            <a:endParaRPr sz="1100"/>
          </a:p>
        </p:txBody>
      </p:sp>
      <p:sp>
        <p:nvSpPr>
          <p:cNvPr id="859" name="Google Shape;859;p99"/>
          <p:cNvSpPr txBox="1"/>
          <p:nvPr/>
        </p:nvSpPr>
        <p:spPr>
          <a:xfrm>
            <a:off x="3050177"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
        <p:nvSpPr>
          <p:cNvPr id="860" name="Google Shape;860;p99"/>
          <p:cNvSpPr txBox="1"/>
          <p:nvPr/>
        </p:nvSpPr>
        <p:spPr>
          <a:xfrm>
            <a:off x="0" y="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0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900"/>
              <a:buFont typeface="Play"/>
              <a:buNone/>
            </a:pPr>
            <a:fld id="{00000000-1234-1234-1234-123412341234}" type="slidenum">
              <a:rPr b="0" i="0" lang="es-419" sz="900" u="none" cap="none" strike="noStrike">
                <a:solidFill>
                  <a:srgbClr val="232F3E"/>
                </a:solidFill>
                <a:latin typeface="Play"/>
                <a:ea typeface="Play"/>
                <a:cs typeface="Play"/>
                <a:sym typeface="Play"/>
              </a:rPr>
              <a:t>‹#›</a:t>
            </a:fld>
            <a:endParaRPr b="0" i="0" sz="900" u="none" cap="none" strike="noStrike">
              <a:solidFill>
                <a:srgbClr val="232F3E"/>
              </a:solidFill>
              <a:latin typeface="Play"/>
              <a:ea typeface="Play"/>
              <a:cs typeface="Play"/>
              <a:sym typeface="Play"/>
            </a:endParaRPr>
          </a:p>
        </p:txBody>
      </p:sp>
      <p:sp>
        <p:nvSpPr>
          <p:cNvPr id="866" name="Google Shape;866;p10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Beneficios de Amazon CodeWhisperer</a:t>
            </a:r>
            <a:endParaRPr/>
          </a:p>
        </p:txBody>
      </p:sp>
      <p:pic>
        <p:nvPicPr>
          <p:cNvPr id="867" name="Google Shape;867;p100"/>
          <p:cNvPicPr preferRelativeResize="0"/>
          <p:nvPr>
            <p:ph idx="2" type="pic"/>
          </p:nvPr>
        </p:nvPicPr>
        <p:blipFill rotWithShape="1">
          <a:blip r:embed="rId3">
            <a:alphaModFix/>
          </a:blip>
          <a:srcRect b="0" l="0" r="0" t="0"/>
          <a:stretch/>
        </p:blipFill>
        <p:spPr>
          <a:xfrm>
            <a:off x="1543050" y="822960"/>
            <a:ext cx="1714500" cy="1714500"/>
          </a:xfrm>
          <a:prstGeom prst="rect">
            <a:avLst/>
          </a:prstGeom>
          <a:noFill/>
          <a:ln>
            <a:noFill/>
          </a:ln>
        </p:spPr>
      </p:pic>
      <p:sp>
        <p:nvSpPr>
          <p:cNvPr id="868" name="Google Shape;868;p100"/>
          <p:cNvSpPr txBox="1"/>
          <p:nvPr>
            <p:ph idx="1" type="body"/>
          </p:nvPr>
        </p:nvSpPr>
        <p:spPr>
          <a:xfrm>
            <a:off x="274320" y="2578608"/>
            <a:ext cx="4251960" cy="330247"/>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1"/>
              </a:buClr>
              <a:buSzPts val="1800"/>
              <a:buNone/>
            </a:pPr>
            <a:r>
              <a:rPr lang="es-419"/>
              <a:t>Valor para desarrolladores</a:t>
            </a:r>
            <a:endParaRPr/>
          </a:p>
        </p:txBody>
      </p:sp>
      <p:sp>
        <p:nvSpPr>
          <p:cNvPr id="869" name="Google Shape;869;p100"/>
          <p:cNvSpPr txBox="1"/>
          <p:nvPr>
            <p:ph idx="3" type="body"/>
          </p:nvPr>
        </p:nvSpPr>
        <p:spPr>
          <a:xfrm>
            <a:off x="274320" y="2930218"/>
            <a:ext cx="3990703" cy="1913382"/>
          </a:xfrm>
          <a:prstGeom prst="rect">
            <a:avLst/>
          </a:prstGeom>
          <a:noFill/>
          <a:ln>
            <a:noFill/>
          </a:ln>
        </p:spPr>
        <p:txBody>
          <a:bodyPr anchorCtr="0" anchor="t" bIns="34275" lIns="68575" spcFirstLastPara="1" rIns="68575" wrap="square" tIns="34275">
            <a:noAutofit/>
          </a:bodyPr>
          <a:lstStyle/>
          <a:p>
            <a:pPr indent="-171450" lvl="0" marL="177800" rtl="0" algn="l">
              <a:lnSpc>
                <a:spcPct val="96000"/>
              </a:lnSpc>
              <a:spcBef>
                <a:spcPts val="0"/>
              </a:spcBef>
              <a:spcAft>
                <a:spcPts val="0"/>
              </a:spcAft>
              <a:buClr>
                <a:srgbClr val="232F3E"/>
              </a:buClr>
              <a:buSzPts val="1500"/>
              <a:buChar char="•"/>
            </a:pPr>
            <a:r>
              <a:rPr lang="es-419" sz="1500"/>
              <a:t>Aumentar la velocidad</a:t>
            </a:r>
            <a:endParaRPr/>
          </a:p>
          <a:p>
            <a:pPr indent="-171450" lvl="0" marL="177800" rtl="0" algn="l">
              <a:lnSpc>
                <a:spcPct val="96000"/>
              </a:lnSpc>
              <a:spcBef>
                <a:spcPts val="500"/>
              </a:spcBef>
              <a:spcAft>
                <a:spcPts val="0"/>
              </a:spcAft>
              <a:buClr>
                <a:srgbClr val="232F3E"/>
              </a:buClr>
              <a:buSzPts val="1500"/>
              <a:buChar char="•"/>
            </a:pPr>
            <a:r>
              <a:rPr lang="es-419" sz="1500"/>
              <a:t>Dedicar menos tiempo a escribir código.</a:t>
            </a:r>
            <a:endParaRPr/>
          </a:p>
          <a:p>
            <a:pPr indent="-171450" lvl="0" marL="177800" rtl="0" algn="l">
              <a:lnSpc>
                <a:spcPct val="96000"/>
              </a:lnSpc>
              <a:spcBef>
                <a:spcPts val="500"/>
              </a:spcBef>
              <a:spcAft>
                <a:spcPts val="0"/>
              </a:spcAft>
              <a:buClr>
                <a:srgbClr val="232F3E"/>
              </a:buClr>
              <a:buSzPts val="1500"/>
              <a:buChar char="•"/>
            </a:pPr>
            <a:r>
              <a:rPr lang="es-419" sz="1500"/>
              <a:t>Obtener ayuda directamente dentro de </a:t>
            </a:r>
            <a:br>
              <a:rPr lang="es-419" sz="1500"/>
            </a:br>
            <a:r>
              <a:rPr lang="es-419" sz="1500"/>
              <a:t>su IDE </a:t>
            </a:r>
            <a:endParaRPr/>
          </a:p>
          <a:p>
            <a:pPr indent="-171450" lvl="0" marL="177800" rtl="0" algn="l">
              <a:lnSpc>
                <a:spcPct val="96000"/>
              </a:lnSpc>
              <a:spcBef>
                <a:spcPts val="500"/>
              </a:spcBef>
              <a:spcAft>
                <a:spcPts val="0"/>
              </a:spcAft>
              <a:buClr>
                <a:srgbClr val="232F3E"/>
              </a:buClr>
              <a:buSzPts val="1500"/>
              <a:buChar char="•"/>
            </a:pPr>
            <a:r>
              <a:rPr lang="es-419" sz="1500"/>
              <a:t>Encontrar vulnerabilidades de seguridad en su código</a:t>
            </a:r>
            <a:endParaRPr/>
          </a:p>
        </p:txBody>
      </p:sp>
      <p:pic>
        <p:nvPicPr>
          <p:cNvPr id="870" name="Google Shape;870;p100"/>
          <p:cNvPicPr preferRelativeResize="0"/>
          <p:nvPr>
            <p:ph idx="4" type="pic"/>
          </p:nvPr>
        </p:nvPicPr>
        <p:blipFill rotWithShape="1">
          <a:blip r:embed="rId4">
            <a:alphaModFix/>
          </a:blip>
          <a:srcRect b="0" l="0" r="0" t="0"/>
          <a:stretch/>
        </p:blipFill>
        <p:spPr>
          <a:xfrm>
            <a:off x="5918454" y="822960"/>
            <a:ext cx="1714500" cy="1714500"/>
          </a:xfrm>
          <a:prstGeom prst="rect">
            <a:avLst/>
          </a:prstGeom>
          <a:noFill/>
          <a:ln>
            <a:noFill/>
          </a:ln>
        </p:spPr>
      </p:pic>
      <p:sp>
        <p:nvSpPr>
          <p:cNvPr id="871" name="Google Shape;871;p100"/>
          <p:cNvSpPr txBox="1"/>
          <p:nvPr>
            <p:ph idx="5" type="body"/>
          </p:nvPr>
        </p:nvSpPr>
        <p:spPr>
          <a:xfrm>
            <a:off x="4622292" y="2578608"/>
            <a:ext cx="4251960" cy="330247"/>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1"/>
              </a:buClr>
              <a:buSzPts val="1800"/>
              <a:buNone/>
            </a:pPr>
            <a:r>
              <a:rPr lang="es-419"/>
              <a:t>Valor para organizaciones</a:t>
            </a:r>
            <a:endParaRPr/>
          </a:p>
        </p:txBody>
      </p:sp>
      <p:sp>
        <p:nvSpPr>
          <p:cNvPr id="872" name="Google Shape;872;p100"/>
          <p:cNvSpPr txBox="1"/>
          <p:nvPr>
            <p:ph idx="6" type="body"/>
          </p:nvPr>
        </p:nvSpPr>
        <p:spPr>
          <a:xfrm>
            <a:off x="4622292" y="2936750"/>
            <a:ext cx="4251960" cy="1913382"/>
          </a:xfrm>
          <a:prstGeom prst="rect">
            <a:avLst/>
          </a:prstGeom>
          <a:noFill/>
          <a:ln>
            <a:noFill/>
          </a:ln>
        </p:spPr>
        <p:txBody>
          <a:bodyPr anchorCtr="0" anchor="t" bIns="34275" lIns="68575" spcFirstLastPara="1" rIns="68575" wrap="square" tIns="34275">
            <a:noAutofit/>
          </a:bodyPr>
          <a:lstStyle/>
          <a:p>
            <a:pPr indent="-171450" lvl="0" marL="177800" rtl="0" algn="l">
              <a:lnSpc>
                <a:spcPct val="92000"/>
              </a:lnSpc>
              <a:spcBef>
                <a:spcPts val="0"/>
              </a:spcBef>
              <a:spcAft>
                <a:spcPts val="0"/>
              </a:spcAft>
              <a:buClr>
                <a:srgbClr val="232F3E"/>
              </a:buClr>
              <a:buSzPts val="1700"/>
              <a:buChar char="•"/>
            </a:pPr>
            <a:r>
              <a:rPr lang="es-419" sz="1700"/>
              <a:t>Utilizar en todos los niveles de experiencia.</a:t>
            </a:r>
            <a:endParaRPr/>
          </a:p>
          <a:p>
            <a:pPr indent="-171450" lvl="0" marL="177800" rtl="0" algn="l">
              <a:lnSpc>
                <a:spcPct val="92000"/>
              </a:lnSpc>
              <a:spcBef>
                <a:spcPts val="500"/>
              </a:spcBef>
              <a:spcAft>
                <a:spcPts val="0"/>
              </a:spcAft>
              <a:buClr>
                <a:srgbClr val="232F3E"/>
              </a:buClr>
              <a:buSzPts val="1700"/>
              <a:buChar char="•"/>
            </a:pPr>
            <a:r>
              <a:rPr lang="es-419" sz="1700"/>
              <a:t>Admitir la atribución de código abierto.</a:t>
            </a:r>
            <a:endParaRPr/>
          </a:p>
          <a:p>
            <a:pPr indent="-171450" lvl="0" marL="177800" rtl="0" algn="l">
              <a:lnSpc>
                <a:spcPct val="92000"/>
              </a:lnSpc>
              <a:spcBef>
                <a:spcPts val="500"/>
              </a:spcBef>
              <a:spcAft>
                <a:spcPts val="0"/>
              </a:spcAft>
              <a:buClr>
                <a:srgbClr val="232F3E"/>
              </a:buClr>
              <a:buSzPts val="1700"/>
              <a:buChar char="•"/>
            </a:pPr>
            <a:r>
              <a:rPr lang="es-419" sz="1700"/>
              <a:t>Reducir el riesgo de vulnerabilidades </a:t>
            </a:r>
            <a:br>
              <a:rPr lang="es-419" sz="1700"/>
            </a:br>
            <a:r>
              <a:rPr lang="es-419" sz="1700"/>
              <a:t>de seguridad.</a:t>
            </a:r>
            <a:endParaRPr/>
          </a:p>
          <a:p>
            <a:pPr indent="-171450" lvl="0" marL="177800" rtl="0" algn="l">
              <a:lnSpc>
                <a:spcPct val="92000"/>
              </a:lnSpc>
              <a:spcBef>
                <a:spcPts val="500"/>
              </a:spcBef>
              <a:spcAft>
                <a:spcPts val="0"/>
              </a:spcAft>
              <a:buClr>
                <a:srgbClr val="232F3E"/>
              </a:buClr>
              <a:buSzPts val="1700"/>
              <a:buChar char="•"/>
            </a:pPr>
            <a:r>
              <a:rPr lang="es-419" sz="1700"/>
              <a:t>Aumentar la calidad del código y la productividad del desarrollador.</a:t>
            </a:r>
            <a:endParaRPr/>
          </a:p>
        </p:txBody>
      </p:sp>
      <p:sp>
        <p:nvSpPr>
          <p:cNvPr id="873" name="Google Shape;873;p100"/>
          <p:cNvSpPr txBox="1"/>
          <p:nvPr/>
        </p:nvSpPr>
        <p:spPr>
          <a:xfrm>
            <a:off x="3050172"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rgbClr val="48535F"/>
                </a:solidFill>
                <a:latin typeface="Arial"/>
                <a:ea typeface="Arial"/>
                <a:cs typeface="Arial"/>
                <a:sym typeface="Arial"/>
              </a:rPr>
              <a:t>© 2024, Amazon Web Services, Inc. o sus filiales. Todos los derechos reservados.</a:t>
            </a:r>
            <a:endParaRPr sz="800">
              <a:solidFill>
                <a:srgbClr val="48535F"/>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01"/>
          <p:cNvSpPr txBox="1"/>
          <p:nvPr>
            <p:ph type="title"/>
          </p:nvPr>
        </p:nvSpPr>
        <p:spPr>
          <a:xfrm>
            <a:off x="342900" y="942185"/>
            <a:ext cx="5998523" cy="3037368"/>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1"/>
              </a:buClr>
              <a:buSzPts val="3300"/>
              <a:buFont typeface="Play"/>
              <a:buNone/>
            </a:pPr>
            <a:r>
              <a:rPr lang="es-419"/>
              <a:t>Gracias</a:t>
            </a:r>
            <a:endParaRPr/>
          </a:p>
        </p:txBody>
      </p:sp>
      <p:sp>
        <p:nvSpPr>
          <p:cNvPr id="879" name="Google Shape;879;p101"/>
          <p:cNvSpPr txBox="1"/>
          <p:nvPr>
            <p:ph idx="1" type="body"/>
          </p:nvPr>
        </p:nvSpPr>
        <p:spPr>
          <a:xfrm>
            <a:off x="342900" y="3979069"/>
            <a:ext cx="6644640" cy="85606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400"/>
              <a:buFont typeface="Play"/>
              <a:buNone/>
            </a:pPr>
            <a:r>
              <a:rPr b="0" i="0" lang="es-419" sz="1400" u="none" cap="none" strike="noStrike">
                <a:solidFill>
                  <a:schemeClr val="lt1"/>
                </a:solidFill>
                <a:latin typeface="Play"/>
                <a:ea typeface="Play"/>
                <a:cs typeface="Play"/>
                <a:sym typeface="Play"/>
              </a:rPr>
              <a:t>¿Desea hacer correcciones, comentarios u otras preguntas?</a:t>
            </a:r>
            <a:endParaRPr/>
          </a:p>
          <a:p>
            <a:pPr indent="0" lvl="0" marL="0" marR="0" rtl="0" algn="l">
              <a:lnSpc>
                <a:spcPct val="100000"/>
              </a:lnSpc>
              <a:spcBef>
                <a:spcPts val="0"/>
              </a:spcBef>
              <a:spcAft>
                <a:spcPts val="0"/>
              </a:spcAft>
              <a:buClr>
                <a:schemeClr val="lt1"/>
              </a:buClr>
              <a:buSzPts val="1400"/>
              <a:buFont typeface="Play"/>
              <a:buNone/>
            </a:pPr>
            <a:r>
              <a:rPr b="0" i="0" lang="es-419" sz="1400" u="none" cap="none" strike="noStrike">
                <a:solidFill>
                  <a:schemeClr val="lt1"/>
                </a:solidFill>
                <a:latin typeface="Play"/>
                <a:ea typeface="Play"/>
                <a:cs typeface="Play"/>
                <a:sym typeface="Play"/>
              </a:rPr>
              <a:t>Contáctenos en </a:t>
            </a:r>
            <a:r>
              <a:rPr b="0" i="0" lang="es-419" sz="1400" u="sng" cap="none" strike="noStrike">
                <a:solidFill>
                  <a:schemeClr val="hlink"/>
                </a:solidFill>
                <a:latin typeface="Play"/>
                <a:ea typeface="Play"/>
                <a:cs typeface="Play"/>
                <a:sym typeface="Play"/>
                <a:hlinkClick r:id="rId3"/>
              </a:rPr>
              <a:t>https://support.aws.amazon.com/#/contacts/aws-academy</a:t>
            </a:r>
            <a:r>
              <a:rPr b="0" i="0" lang="es-419" sz="1400" u="none" cap="none" strike="noStrike">
                <a:solidFill>
                  <a:schemeClr val="lt1"/>
                </a:solidFill>
                <a:latin typeface="Play"/>
                <a:ea typeface="Play"/>
                <a:cs typeface="Play"/>
                <a:sym typeface="Play"/>
              </a:rPr>
              <a:t>.</a:t>
            </a:r>
            <a:endParaRPr/>
          </a:p>
        </p:txBody>
      </p:sp>
      <p:sp>
        <p:nvSpPr>
          <p:cNvPr id="880" name="Google Shape;880;p10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
        <p:nvSpPr>
          <p:cNvPr id="881" name="Google Shape;881;p101"/>
          <p:cNvSpPr txBox="1"/>
          <p:nvPr/>
        </p:nvSpPr>
        <p:spPr>
          <a:xfrm>
            <a:off x="3056708"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neBrand EVO (2022-Q4) ColorSet 3">
  <a:themeElements>
    <a:clrScheme name="OneBrand Evo Set 3">
      <a:dk1>
        <a:srgbClr val="000000"/>
      </a:dk1>
      <a:lt1>
        <a:srgbClr val="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
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1" r:id="rId5"/>
    <p:sldMasterId id="214748372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y="5143500" cx="9144000"/>
  <p:notesSz cx="6858000" cy="9144000"/>
  <p:embeddedFontLst>
    <p:embeddedFont>
      <p:font typeface="Play"/>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42D5AA-D54A-4994-B3E1-8B7BC4BB483F}">
  <a:tblStyle styleId="{3342D5AA-D54A-4994-B3E1-8B7BC4BB483F}" styleName="Table_0">
    <a:wholeTbl>
      <a:tcTxStyle b="off" i="off">
        <a:font>
          <a:latin typeface="Amazon Ember Display"/>
          <a:ea typeface="Amazon Ember Display"/>
          <a:cs typeface="Amazon Ember Display"/>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9EB"/>
          </a:solidFill>
        </a:fill>
      </a:tcStyle>
    </a:wholeTbl>
    <a:band1H>
      <a:tcTxStyle/>
      <a:tcStyle>
        <a:fill>
          <a:solidFill>
            <a:srgbClr val="CACFD5"/>
          </a:solidFill>
        </a:fill>
      </a:tcStyle>
    </a:band1H>
    <a:band2H>
      <a:tcTxStyle/>
    </a:band2H>
    <a:band1V>
      <a:tcTxStyle/>
      <a:tcStyle>
        <a:fill>
          <a:solidFill>
            <a:srgbClr val="CACFD5"/>
          </a:solidFill>
        </a:fill>
      </a:tcStyle>
    </a:band1V>
    <a:band2V>
      <a:tcTxStyle/>
    </a:band2V>
    <a:lastCol>
      <a:tcTxStyle b="on" i="off">
        <a:font>
          <a:latin typeface="Amazon Ember Display"/>
          <a:ea typeface="Amazon Ember Display"/>
          <a:cs typeface="Amazon Ember Display"/>
        </a:font>
        <a:schemeClr val="lt1"/>
      </a:tcTxStyle>
      <a:tcStyle>
        <a:fill>
          <a:solidFill>
            <a:schemeClr val="accent1"/>
          </a:solidFill>
        </a:fill>
      </a:tcStyle>
    </a:lastCol>
    <a:firstCol>
      <a:tcTxStyle b="on" i="off">
        <a:font>
          <a:latin typeface="Amazon Ember Display"/>
          <a:ea typeface="Amazon Ember Display"/>
          <a:cs typeface="Amazon Ember Display"/>
        </a:font>
        <a:schemeClr val="lt1"/>
      </a:tcTxStyle>
      <a:tcStyle>
        <a:fill>
          <a:solidFill>
            <a:schemeClr val="accent1"/>
          </a:solidFill>
        </a:fill>
      </a:tcStyle>
    </a:firstCol>
    <a:lastRow>
      <a:tcTxStyle b="on" i="off">
        <a:font>
          <a:latin typeface="Amazon Ember Display"/>
          <a:ea typeface="Amazon Ember Display"/>
          <a:cs typeface="Amazon Ember Display"/>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mazon Ember Display"/>
          <a:ea typeface="Amazon Ember Display"/>
          <a:cs typeface="Amazon Ember Display"/>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font" Target="fonts/Play-bold.fntdata"/><Relationship Id="rId30" Type="http://schemas.openxmlformats.org/officeDocument/2006/relationships/slide" Target="slides/slide23.xml"/><Relationship Id="rId74" Type="http://schemas.openxmlformats.org/officeDocument/2006/relationships/font" Target="fonts/Play-regular.fntdata"/><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aws.amazon.com/machine-learning/latest/dg/what-is-amazon-machine-learning.html" TargetMode="External"/><Relationship Id="rId3" Type="http://schemas.openxmlformats.org/officeDocument/2006/relationships/hyperlink" Target="https://aws.amazon.com/machine-learning/?nc2=h_ql_sol_use_ml"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d632195371_2_60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2d632195371_2_600:notes"/>
          <p:cNvSpPr txBox="1"/>
          <p:nvPr>
            <p:ph idx="1" type="body"/>
          </p:nvPr>
        </p:nvSpPr>
        <p:spPr>
          <a:xfrm>
            <a:off x="1008529" y="3463636"/>
            <a:ext cx="4840941" cy="4906818"/>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Clr>
                <a:schemeClr val="dk1"/>
              </a:buClr>
              <a:buSzPts val="1100"/>
              <a:buFont typeface="Calibri"/>
              <a:buNone/>
            </a:pPr>
            <a:r>
              <a:rPr lang="es-419" sz="1200"/>
              <a:t>Le damos la bienvenida al Módulo 2: Introducción al machine learning.</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d632195371_2_60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d632195371_2_60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Este módulo aborda los siguientes temas:</a:t>
            </a:r>
            <a:endParaRPr sz="1200"/>
          </a:p>
          <a:p>
            <a:pPr indent="-158750" lvl="0" marL="152400" rtl="0" algn="l">
              <a:spcBef>
                <a:spcPts val="0"/>
              </a:spcBef>
              <a:spcAft>
                <a:spcPts val="0"/>
              </a:spcAft>
              <a:buClr>
                <a:schemeClr val="dk1"/>
              </a:buClr>
              <a:buSzPts val="1100"/>
              <a:buFont typeface="Arial"/>
              <a:buChar char="•"/>
            </a:pPr>
            <a:r>
              <a:rPr b="0" lang="es-419" sz="1200"/>
              <a:t>¿Qué es machine learning?</a:t>
            </a:r>
            <a:endParaRPr sz="1200"/>
          </a:p>
          <a:p>
            <a:pPr indent="-158750" lvl="0" marL="152400" rtl="0" algn="l">
              <a:spcBef>
                <a:spcPts val="0"/>
              </a:spcBef>
              <a:spcAft>
                <a:spcPts val="0"/>
              </a:spcAft>
              <a:buClr>
                <a:schemeClr val="dk1"/>
              </a:buClr>
              <a:buSzPts val="1100"/>
              <a:buFont typeface="Arial"/>
              <a:buChar char="•"/>
            </a:pPr>
            <a:r>
              <a:rPr b="0" lang="es-419" sz="1200"/>
              <a:t>Problemas empresariales resueltos con machine learning</a:t>
            </a:r>
            <a:endParaRPr sz="1200"/>
          </a:p>
          <a:p>
            <a:pPr indent="-158750" lvl="0" marL="152400" rtl="0" algn="l">
              <a:spcBef>
                <a:spcPts val="0"/>
              </a:spcBef>
              <a:spcAft>
                <a:spcPts val="0"/>
              </a:spcAft>
              <a:buClr>
                <a:schemeClr val="dk1"/>
              </a:buClr>
              <a:buSzPts val="1100"/>
              <a:buFont typeface="Arial"/>
              <a:buChar char="•"/>
            </a:pPr>
            <a:r>
              <a:rPr b="0" lang="es-419" sz="1200"/>
              <a:t>Terminología y procesos del machine learning</a:t>
            </a:r>
            <a:endParaRPr sz="1200"/>
          </a:p>
          <a:p>
            <a:pPr indent="-158750" lvl="0" marL="152400" rtl="0" algn="l">
              <a:spcBef>
                <a:spcPts val="0"/>
              </a:spcBef>
              <a:spcAft>
                <a:spcPts val="0"/>
              </a:spcAft>
              <a:buClr>
                <a:schemeClr val="dk1"/>
              </a:buClr>
              <a:buSzPts val="1100"/>
              <a:buFont typeface="Arial"/>
              <a:buChar char="•"/>
            </a:pPr>
            <a:r>
              <a:rPr b="0" lang="es-419" sz="1200"/>
              <a:t>Información general de herramientas de machine learning</a:t>
            </a:r>
            <a:endParaRPr sz="1200"/>
          </a:p>
          <a:p>
            <a:pPr indent="-158750" lvl="0" marL="152400" rtl="0" algn="l">
              <a:spcBef>
                <a:spcPts val="0"/>
              </a:spcBef>
              <a:spcAft>
                <a:spcPts val="0"/>
              </a:spcAft>
              <a:buClr>
                <a:schemeClr val="dk1"/>
              </a:buClr>
              <a:buSzPts val="1100"/>
              <a:buFont typeface="Arial"/>
              <a:buChar char="•"/>
            </a:pPr>
            <a:r>
              <a:rPr b="0" lang="es-419" sz="1200"/>
              <a:t>Desafíos de machine learning</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Se le pedirá que complete una evaluación de conocimientos que pondrá a prueba su comprensión de los conceptos clave que se abordaron en este módulo.</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d632195371_2_61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g2d632195371_2_61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100">
                <a:solidFill>
                  <a:schemeClr val="dk1"/>
                </a:solidFill>
                <a:latin typeface="Calibri"/>
                <a:ea typeface="Calibri"/>
                <a:cs typeface="Calibri"/>
                <a:sym typeface="Calibri"/>
              </a:rPr>
              <a:t>Tras completar este módulo, será capaz de hacer lo siguiente:</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Reconocer cómo el machine learning (ML), el aprendizaje profundo y la inteligencia artificial generativa (IA generativa) son parte de la inteligencia artificial (IA)</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Describir la terminología de inteligencia artificial y machine learning</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Identificar cómo se puede utilizar el machine learning para resolver un problema empresarial </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Describir el proceso de machine learning </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Enumerar las herramientas disponibles para científicos de datos </a:t>
            </a:r>
            <a:endParaRPr sz="1200"/>
          </a:p>
          <a:p>
            <a:pPr indent="-158750" lvl="0" marL="152400" rtl="0" algn="l">
              <a:spcBef>
                <a:spcPts val="0"/>
              </a:spcBef>
              <a:spcAft>
                <a:spcPts val="0"/>
              </a:spcAft>
              <a:buClr>
                <a:schemeClr val="dk1"/>
              </a:buClr>
              <a:buSzPts val="1100"/>
              <a:buFont typeface="Arial"/>
              <a:buChar char="•"/>
            </a:pPr>
            <a:r>
              <a:rPr lang="es-419" sz="1100">
                <a:solidFill>
                  <a:schemeClr val="dk1"/>
                </a:solidFill>
                <a:latin typeface="Calibri"/>
                <a:ea typeface="Calibri"/>
                <a:cs typeface="Calibri"/>
                <a:sym typeface="Calibri"/>
              </a:rPr>
              <a:t>Identificar cuándo utilizar machine learning en lugar de los métodos tradicionales de desarrollo de software</a:t>
            </a:r>
            <a:endParaRPr b="0"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d632195371_2_62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g2d632195371_2_62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1: ¿Qué es machine learning? </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2d632195371_2_62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g2d632195371_2_62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Este curso es una introducción al machine learning (ML) y muestra cómo el machine learning se integra en el panorama general de la inteligencia artificial (IA).</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machine learning es un subconjunto de la IA, que es una amplia rama de las ciencias de la computación para crear máquinas que puedan realizar tareas humanas. El aprendizaje profundo es un subdominio del machine learning. Para entender cómo se integran estas ideas, aprenderá sobre cada campo.</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d632195371_2_64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2d632195371_2_64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es un subconjunto de un campo de las ciencias de la computación más amplio conocido como inteligencia artificial (IA).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La IA consiste en crear máquinas que puedan realizar tareas que normalmente realizaría un ser humano. En la cultura moderna, las IA aparecen en películas u obras de ficción. Es posible que recuerde algunas películas de ciencia ficción o programas de televisión sobre IA que controlan el mundo futuro o actúan de forma inteligente por su cuenta, a veces con efectos negativos para la sociedad o los seres humanos que las rodean. Estas IA empezaron como agentes informáticos que percibían su entorno y realizaban acciones para alcanzar un objetivo concreto. Sin embargo, en algunos casos, las acciones de estas IA ficticias no tuvieron el resultado que sus creadores habían previsto en un principio.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Otras IA ficticias son más beneficiosas o positivas: colaboran mejor con la humanidad, pero también tienen un propósito más general. Estos tipos de IA generales son ejemplos de inteligencia artificial general (AGI). Pueden aprender o comprender cualquier tarea que pueda entender un ser humano.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Los problemas de IA suelen abarcar muchos campos de investigación: el procesamiento de lenguaje natural, el razonamiento, la representación del conocimiento, el aprendizaje, la percepción y la interacción con el entorno físico. La IA aún no es una realidad, a menos que viva en una simulación. Sin embargo, cada año se hacen avances en cada uno de estos ámbitos.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Es posible que también haya leído o visto comentarios sobre la ética de la creación de IA. No todas las opiniones son positivas, quizá en parte por el miedo a las IA ficticias, que quieren destruir a la humanidad o utilizarla como fuente de energía. Algunas personas podrían considerar también el riesgo de desempleo masivo, ya que una máquina inteligente puede trabajar continuamente sin descanso.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d632195371_2_65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2d632195371_2_65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 probable que encuentre muchas definiciones de machine learning. No existe una definición estándar, por lo que a continuación conocerá algunas definiciones de machine learning.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Machine learning</a:t>
            </a:r>
            <a:r>
              <a:rPr b="0" lang="es-419" sz="1200"/>
              <a:t> es el estudio científico de algoritmos y modelos estadísticos para realizar tareas utilizando inferencia en lugar de instrucciones. Para ayudarlo a comprender mejor esta idea, considere el siguiente ejemplo concreto.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Supongamos que debe escribir una aplicación que determine si un mensaje de correo electrónico es spam o no. Sin el machine learning, se escribe una compleja serie de enunciados de decisión (como enunciados </a:t>
            </a:r>
            <a:r>
              <a:rPr b="0" i="1" lang="es-419" sz="1200"/>
              <a:t>if/else</a:t>
            </a:r>
            <a:r>
              <a:rPr b="0" lang="es-419" sz="1200"/>
              <a:t>). Tal vez utilice palabras en el asunto o el cuerpo, el número de enlaces y la longitud del mensaje para determinar si el mensaje de correo electrónico es spam. Sería difícil y complicado recopilar un conjunto tan amplio de normas para cubrir todas las posibilidades. Sin embargo, con el machine learning se podría utilizar una lista de mensajes de correo electrónico marcados como </a:t>
            </a:r>
            <a:r>
              <a:rPr b="0" i="1" lang="es-419" sz="1200"/>
              <a:t>spam</a:t>
            </a:r>
            <a:r>
              <a:rPr b="0" lang="es-419" sz="1200"/>
              <a:t> o </a:t>
            </a:r>
            <a:r>
              <a:rPr b="0" i="1" lang="es-419" sz="1200"/>
              <a:t>no es spam</a:t>
            </a:r>
            <a:r>
              <a:rPr b="0" lang="es-419" sz="1200"/>
              <a:t> para entrenar un modelo de machine learning. El modelo aprendería qué patrones de palabras, longitudes y otros atributos son buenos indicadores de los mensajes de spam. Cuando se presenta el modelo con un mensaje de correo electrónico que no haya visto antes, el modelo predecirá si se trata de </a:t>
            </a:r>
            <a:r>
              <a:rPr b="0" i="1" lang="es-419" sz="1200"/>
              <a:t>spam</a:t>
            </a:r>
            <a:r>
              <a:rPr b="0" lang="es-419" sz="1200"/>
              <a:t> o </a:t>
            </a:r>
            <a:r>
              <a:rPr b="0" i="1" lang="es-419" sz="1200"/>
              <a:t>no es spam</a:t>
            </a:r>
            <a:r>
              <a:rPr b="0" lang="es-419" sz="1200"/>
              <a:t>.</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Tom Mitchell, pionero del machine learning, escribió esta definición: “se dice que un programa de computadora aprende de la experiencia E con respecto a alguna tarea T y alguna medida de rendimiento P, si su rendimiento en las tareas de T, medido por P, mejora con la experiencia E”. (Mitchell, Tom. 1997. </a:t>
            </a:r>
            <a:r>
              <a:rPr b="0" i="1" lang="es-419" sz="1200"/>
              <a:t>Machine learning</a:t>
            </a:r>
            <a:r>
              <a:rPr b="0" lang="es-419" sz="1200"/>
              <a:t>. McGraw Hill. p. 2.)</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Si aplicamos este concepto al spam, las letras </a:t>
            </a:r>
            <a:r>
              <a:rPr b="0" i="1" lang="es-419" sz="1200"/>
              <a:t>E</a:t>
            </a:r>
            <a:r>
              <a:rPr b="0" lang="es-419" sz="1200"/>
              <a:t>, </a:t>
            </a:r>
            <a:r>
              <a:rPr b="0" i="1" lang="es-419" sz="1200"/>
              <a:t>T</a:t>
            </a:r>
            <a:r>
              <a:rPr b="0" lang="es-419" sz="1200"/>
              <a:t> y </a:t>
            </a:r>
            <a:r>
              <a:rPr b="0" i="1" lang="es-419" sz="1200"/>
              <a:t>P</a:t>
            </a:r>
            <a:r>
              <a:rPr b="0" lang="es-419" sz="1200"/>
              <a:t> representan:</a:t>
            </a:r>
            <a:endParaRPr sz="1200"/>
          </a:p>
          <a:p>
            <a:pPr indent="-158750" lvl="0" marL="152400" rtl="0" algn="l">
              <a:spcBef>
                <a:spcPts val="0"/>
              </a:spcBef>
              <a:spcAft>
                <a:spcPts val="0"/>
              </a:spcAft>
              <a:buClr>
                <a:schemeClr val="dk1"/>
              </a:buClr>
              <a:buSzPts val="1100"/>
              <a:buFont typeface="Arial"/>
              <a:buChar char="•"/>
            </a:pPr>
            <a:r>
              <a:rPr b="0" lang="es-419" sz="1200"/>
              <a:t>E: Los mensajes de correo electrónico que indican spam o no.</a:t>
            </a:r>
            <a:endParaRPr sz="1200"/>
          </a:p>
          <a:p>
            <a:pPr indent="-158750" lvl="0" marL="152400" rtl="0" algn="l">
              <a:spcBef>
                <a:spcPts val="0"/>
              </a:spcBef>
              <a:spcAft>
                <a:spcPts val="0"/>
              </a:spcAft>
              <a:buClr>
                <a:schemeClr val="dk1"/>
              </a:buClr>
              <a:buSzPts val="1100"/>
              <a:buFont typeface="Arial"/>
              <a:buChar char="•"/>
            </a:pPr>
            <a:r>
              <a:rPr b="0" lang="es-419" sz="1200"/>
              <a:t>T: La tarea de identificar el spam.</a:t>
            </a:r>
            <a:endParaRPr sz="1200"/>
          </a:p>
          <a:p>
            <a:pPr indent="-158750" lvl="0" marL="152400" rtl="0" algn="l">
              <a:spcBef>
                <a:spcPts val="0"/>
              </a:spcBef>
              <a:spcAft>
                <a:spcPts val="0"/>
              </a:spcAft>
              <a:buClr>
                <a:schemeClr val="dk1"/>
              </a:buClr>
              <a:buSzPts val="1100"/>
              <a:buFont typeface="Arial"/>
              <a:buChar char="•"/>
            </a:pPr>
            <a:r>
              <a:rPr b="0" lang="es-419" sz="1200"/>
              <a:t>P: La probabilidad de que el mensaje de correo electrónico desconocido sea spam.</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No se preocupe si estas ideas son difíciles de entender. Se explican con más detalle más adelante en este módulo.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d632195371_2_66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g2d632195371_2_66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aprendizaje profundo representa un avance significativo en las capacidades de IA y ML. La teoría en la que se basa el aprendizaje profundo se creó a partir de cómo funciona el cerebro humano. Una </a:t>
            </a:r>
            <a:r>
              <a:rPr b="0" i="1" lang="es-419" sz="1200"/>
              <a:t>red neuronal artificial (ANN)</a:t>
            </a:r>
            <a:r>
              <a:rPr b="0" lang="es-419" sz="1200"/>
              <a:t> se inspira en las neuronas biológicas del cerebro, aunque su implementación es diferente.</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Las neuronas artificiales tienen una o varias entradas y una única salida. Estas neuronas desencadenan (o activan sus salidas) en función de la transformación de las entradas.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Una red neuronal se compone de capas de estas neuronas artificiales, con conexiones entre las capas. Normalmente, una red tiene capas de entrada, salida y ocultas.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La salida de una sola neurona se conecta a las entradas de todas las neuronas de la capa siguiente. A continuación, se pide a la red que resuelva un problema. La capa de entrada se compone de los datos de entrenamiento. Las neuronas se activan en todas las capas hasta que se presenta una respuesta en la capa de salida. Después se mide la exactitud de la salida. Si la salida no alcanza el umbral, se repite el entrenamiento, pero con ligeros cambios en los pesos de las conexiones entre las neuronas. El proceso se repite una y otra vez. En cada ocasión fortalece las conexiones que conducen al éxito y disminuye las que conducen al fracaso.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Como verá en este curso, los profesionales de machine learning dedican mucho tiempo a optimizar los modelos de ML. Seleccionan las mejores características de los datos para entrenar y seleccionan los modelos con los mejores resultados. Los profesionales de aprendizaje profundo casi no invierten tiempo en esas tareas. Por el contrario, dedican su tiempo a modelar datos con distintas arquitecturas de ANN.</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Aunque la teoría del aprendizaje profundo se remonta a décadas, el hardware necesario para ejecutar problemas de aprendizaje profundo no era accesible para el público general hasta hace poco. Ahora que está disponible, el aprendizaje profundo se puede utilizar para abordar problemas que son más complejos que los que manejaba antes.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d632195371_2_67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g2d632195371_2_67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100">
                <a:solidFill>
                  <a:schemeClr val="dk1"/>
                </a:solidFill>
                <a:latin typeface="Calibri"/>
                <a:ea typeface="Calibri"/>
                <a:cs typeface="Calibri"/>
                <a:sym typeface="Calibri"/>
              </a:rPr>
              <a:t>La IA generativa es un tipo de IA que puede crear nuevos contenidos e ideas, como conversaciones, historias, imágenes, videos y música. La IA generativa se basa en modelos de ML de gran tamaño que se entrenan previamente con grandes cantidades de datos y que suelen denominarse modelos fundacionales (FM). A diferencia de los modelos de ML tradicionales, orientados a una sola tarea y que requieren formación, un único FM puede utilizarse para distintas tareas, como la generación de textos o resúmenes, sin necesidad de entrenamiento adicional. Puede usar la IA generativa para mejorar la experiencia del cliente a través de capacidades como chatbots, asistentes virtuales, centros de contacto inteligentes, personalización y moderación de contenido.</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d632195371_2_68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2d632195371_2_68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convencional es un fenómeno bastante reciente. A mediados de la década del 2000 comenzaron a producirse rápidos avances en el machine learning y el aprendizaje profundo, en parte debido a la ley de Moore y al auge de la computación en la nube. Gracias a ello, es más fácil acceder a capacidades de cómputo y almacenamiento mayores, más rápidas y más baratas. Ahora se puede alquilar rendimiento informático durante unas horas por unos centavos, en comparación con las enormes inversiones que se necesitaban para comprar y operar clústeres informáticos a gran escala.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2012, el uso de redes neuronales comenzó en el Desafío de reconocimiento visual a gran escala de ImageNet, un concurso de machine learning para el reconocimiento de imágenes. El índice de exactitud subió a cerca del 82 % y desde entonces no ha dejado de aumentar. En 2015 superó el rendimiento humano.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d632195371_2_711: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2d632195371_2_711: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La inteligencia artificial es el amplio campo de la creación de máquinas para realizar tareas humanas.</a:t>
            </a:r>
            <a:endParaRPr sz="1200"/>
          </a:p>
          <a:p>
            <a:pPr indent="-158750" lvl="0" marL="152400" rtl="0" algn="l">
              <a:spcBef>
                <a:spcPts val="0"/>
              </a:spcBef>
              <a:spcAft>
                <a:spcPts val="0"/>
              </a:spcAft>
              <a:buClr>
                <a:schemeClr val="dk1"/>
              </a:buClr>
              <a:buSzPts val="1100"/>
              <a:buFont typeface="Arial"/>
              <a:buChar char="•"/>
            </a:pPr>
            <a:r>
              <a:rPr lang="es-419" sz="1200"/>
              <a:t>El machine learning es un subconjunto de la IA. Se centra en el uso de datos para entrenar modelos de ML de modo que los modelos puedan hacer predicciones.</a:t>
            </a:r>
            <a:endParaRPr sz="1200"/>
          </a:p>
          <a:p>
            <a:pPr indent="-158750" lvl="0" marL="152400" rtl="0" algn="l">
              <a:spcBef>
                <a:spcPts val="0"/>
              </a:spcBef>
              <a:spcAft>
                <a:spcPts val="0"/>
              </a:spcAft>
              <a:buClr>
                <a:schemeClr val="dk1"/>
              </a:buClr>
              <a:buSzPts val="1100"/>
              <a:buFont typeface="Arial"/>
              <a:buChar char="•"/>
            </a:pPr>
            <a:r>
              <a:rPr lang="es-419" sz="1200"/>
              <a:t>El aprendizaje profundo es una técnica que se inspira en la biología humana. Utiliza capas de neuronas para crear redes que resuelvan problemas.</a:t>
            </a:r>
            <a:endParaRPr sz="1200"/>
          </a:p>
          <a:p>
            <a:pPr indent="-158750" lvl="0" marL="152400" rtl="0" algn="l">
              <a:spcBef>
                <a:spcPts val="0"/>
              </a:spcBef>
              <a:spcAft>
                <a:spcPts val="0"/>
              </a:spcAft>
              <a:buClr>
                <a:schemeClr val="dk1"/>
              </a:buClr>
              <a:buSzPts val="1100"/>
              <a:buFont typeface="Arial"/>
              <a:buChar char="•"/>
            </a:pPr>
            <a:r>
              <a:rPr lang="es-419" sz="1200"/>
              <a:t>La IA generativa es un tipo de IA que utiliza modelos entrenados previamente, denominados FM, para generar nuevas ideas de contenidos.</a:t>
            </a:r>
            <a:endParaRPr sz="1200"/>
          </a:p>
          <a:p>
            <a:pPr indent="-158750" lvl="0" marL="152400" rtl="0" algn="l">
              <a:spcBef>
                <a:spcPts val="0"/>
              </a:spcBef>
              <a:spcAft>
                <a:spcPts val="0"/>
              </a:spcAft>
              <a:buClr>
                <a:schemeClr val="dk1"/>
              </a:buClr>
              <a:buSzPts val="1100"/>
              <a:buFont typeface="Arial"/>
              <a:buChar char="•"/>
            </a:pPr>
            <a:r>
              <a:rPr lang="es-419" sz="1200"/>
              <a:t>Los avances en tecnología, computación en la nube y desarrollo de algoritmos han generado el avance correspondiente en las capacidades y aplicaciones del machine learning, incluida la IA generativa.</a:t>
            </a: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d632195371_2_71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2d632195371_2_71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2: Problemas empresariales resueltos con machine learning.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d632195371_2_72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2d632195371_2_72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se utiliza en toda la vida digital de una persona. Estos son algunos ejemplos:</a:t>
            </a:r>
            <a:endParaRPr sz="1200"/>
          </a:p>
          <a:p>
            <a:pPr indent="-158750" lvl="0" marL="152400" rtl="0" algn="l">
              <a:spcBef>
                <a:spcPts val="0"/>
              </a:spcBef>
              <a:spcAft>
                <a:spcPts val="0"/>
              </a:spcAft>
              <a:buClr>
                <a:schemeClr val="dk1"/>
              </a:buClr>
              <a:buSzPts val="1100"/>
              <a:buFont typeface="Arial"/>
              <a:buChar char="•"/>
            </a:pPr>
            <a:r>
              <a:rPr b="0" lang="es-419" sz="1200"/>
              <a:t>Spam: Su filtro de spam es el resultado de un programa ML que se entrenó con ejemplos de spam y mensajes de correo electrónico normales.</a:t>
            </a:r>
            <a:endParaRPr sz="1200"/>
          </a:p>
          <a:p>
            <a:pPr indent="-158750" lvl="0" marL="152400" rtl="0" algn="l">
              <a:spcBef>
                <a:spcPts val="0"/>
              </a:spcBef>
              <a:spcAft>
                <a:spcPts val="0"/>
              </a:spcAft>
              <a:buClr>
                <a:schemeClr val="dk1"/>
              </a:buClr>
              <a:buSzPts val="1100"/>
              <a:buFont typeface="Arial"/>
              <a:buChar char="•"/>
            </a:pPr>
            <a:r>
              <a:rPr b="0" lang="es-419" sz="1200"/>
              <a:t>Recomendaciones: Basándose en los libros que lee o los productos que compra, los programas de ML predicen otros libros o productos que podrían interesarle. Una vez más, el programa de ML se entrenó con datos de los hábitos y compras de otros lectores.</a:t>
            </a:r>
            <a:endParaRPr sz="1200"/>
          </a:p>
          <a:p>
            <a:pPr indent="-158750" lvl="0" marL="152400" rtl="0" algn="l">
              <a:spcBef>
                <a:spcPts val="0"/>
              </a:spcBef>
              <a:spcAft>
                <a:spcPts val="0"/>
              </a:spcAft>
              <a:buClr>
                <a:schemeClr val="dk1"/>
              </a:buClr>
              <a:buSzPts val="1100"/>
              <a:buFont typeface="Arial"/>
              <a:buChar char="•"/>
            </a:pPr>
            <a:r>
              <a:rPr b="0" lang="es-419" sz="1200"/>
              <a:t>Fraude con tarjetas de crédito: Del mismo modo, el programa de ML se entrenó con ejemplos de transacciones que resultaron ser fraudulentas, junto con transacciones que eran legítimas.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Existen más ejemplos, como la detección facial en aplicaciones de redes sociales para agrupar sus fotos, la detección de tumores cerebrales en tomografías o la búsqueda de anomalías en radiografías.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d632195371_2_73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g2d632195371_2_73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se divide en tres tipos principales.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primer tipo es el </a:t>
            </a:r>
            <a:r>
              <a:rPr b="0" i="1" lang="es-419" sz="1200"/>
              <a:t>aprendizaje supervisado</a:t>
            </a:r>
            <a:r>
              <a:rPr b="0" i="0" lang="es-419" sz="1200"/>
              <a:t>,</a:t>
            </a:r>
            <a:r>
              <a:rPr b="0" lang="es-419" sz="1200"/>
              <a:t> en el que un modelo utiliza entradas y salidas conocidas para generalizar resultados futuros. El segundo tipo es el </a:t>
            </a:r>
            <a:r>
              <a:rPr b="0" i="1" lang="es-419" sz="1200"/>
              <a:t>aprendizaje no supervisado</a:t>
            </a:r>
            <a:r>
              <a:rPr b="0" lang="es-419" sz="1200"/>
              <a:t>, en el que el modelo no conoce entradas ni salidas; detecta patrones en los datos sin ayuda. El tercer tipo es el </a:t>
            </a:r>
            <a:r>
              <a:rPr b="0" i="1" lang="es-419" sz="1200"/>
              <a:t>aprendizaje por refuerzo</a:t>
            </a:r>
            <a:r>
              <a:rPr b="0" lang="es-419" sz="1200"/>
              <a:t>, en el que el modelo interactúa con su entorno y aprende a tomar acciones que maximicen las compensaciones.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Es importante conocer los tipos de ML, ya que el tipo lo guiará hacia la selección de un algoritmo que tenga sentido para resolver su problema empresarial.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d632195371_2_75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g2d632195371_2_75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i="1" lang="es-419" sz="1200"/>
              <a:t>El </a:t>
            </a:r>
            <a:r>
              <a:rPr b="0" lang="es-419" sz="1200"/>
              <a:t>aprendizaje supervisado es un tipo popular de ML, dado que es ampliamente aplicable. Se denomina aprendizaje supervisado porque se necesita un supervisor, un profesor, que muestre las respuestas correctas al modelo.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Al igual que cualquier estudiante, un algoritmo supervisado aprende con ejemplos. Necesita un profesor que utilice los datos de entrenamiento para ayudarlo a determinar los patrones y las relaciones entre las entradas y las salidas: “En esta foto, hay un automóvil. Aquí hay un automóvil en otra foto”. El modelo recibe entrenamiento sobre estos datos etiquetados para identificar con exactitud dónde hay un automóvil en una imagen nueva que no ha visto antes.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Sin embargo, puede haber distintos tipos de problemas en el aprendizaje supervisado. Estos problemas pueden clasificarse, a grandes rasgos, en dos categorías: la clasificación y la regresión.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Los problemas de </a:t>
            </a:r>
            <a:r>
              <a:rPr b="0" lang="es-419" sz="1200"/>
              <a:t>clasificación son de dos tipos. El primer tipo se considera un </a:t>
            </a:r>
            <a:r>
              <a:rPr b="0" i="1" lang="es-419" sz="1200"/>
              <a:t>problema de clasificación binaria</a:t>
            </a:r>
            <a:r>
              <a:rPr b="0" lang="es-419" sz="1200"/>
              <a:t>. Recuerde el ejemplo anterior sobre cómo identificar transacciones fraudulentas. La variable objetivo de este ejemplo está limitada a dos opciones: </a:t>
            </a:r>
            <a:r>
              <a:rPr b="0" i="1" lang="es-419" sz="1200"/>
              <a:t>fraudulenta</a:t>
            </a:r>
            <a:r>
              <a:rPr b="0" lang="es-419" sz="1200"/>
              <a:t> o </a:t>
            </a:r>
            <a:r>
              <a:rPr b="0" i="1" lang="es-419" sz="1200"/>
              <a:t>no fraudulenta</a:t>
            </a:r>
            <a:r>
              <a:rPr b="0" lang="es-419" sz="1200"/>
              <a:t>. Este ejemplo es un problema de clasificación binaria porque está clasificando una observación en una de dos categorías.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Los problemas de clasificación multiclase también existen. Estos problemas de ML clasifican una observación en una de tres o más categorías. Supongamos que cuenta con un modelo ML que predice por qué un cliente llama a su tienda. Su objetivo es reducir el número de transferencias necesarias antes de dirigir al cliente al departamento de atención al cliente correcto. En este caso, los diferentes departamentos de Servicio de atención al cliente representan la variedad de posibles variables objetivo, que podrían ser muchos departamentos diferentes.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También existen los problemas de </a:t>
            </a:r>
            <a:r>
              <a:rPr b="0" lang="es-419" sz="1200"/>
              <a:t>regresión. En un problema de regresión, ya no mapea una entrada a un número definido de categorías. En cambio, mapea las entradas a un valor continuo, como un número entero. Un ejemplo de problema de regresión de ML es la predicción del precio de las acciones de una empresa. Por ejemplo, un algoritmo basado en la regresión podría predecir que mañana el precio de las acciones de una empresa podrían subir de 113 a 127 dólares por acción.</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d632195371_2_78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g2d632195371_2_786: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La visión artificial (CV) es un amplio campo que consiste principalmente en problemas de clasificación. ¿Es un gato o un perro? ¿Esta radiografía muestra un tumor?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La visión artificial permite a las máquinas identificar personas, lugares y objetos en imágenes con una exactitud equivalente o superior a los niveles humanos con mayor velocidad y eficiencia. A menudo se crea con modelos de aprendizaje profundo. La CV automatiza la extracción, el análisis, la clasificación y la comprensión de información útil a partir de una sola imagen o de una secuencia de imágenes. Los datos de imagen pueden adoptar muchas formas, como una sola imagen, secuencias de video, vistas de varias cámaras o datos tridimensionales.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Obtendrá más información más sobre la visión artificial más adelante en el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d632195371_2_79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g2d632195371_2_79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Ahora aprenderá sobre el machine learning no supervisado.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 veces, los datos son todo lo que se tiene: no hay ningún supervisor disponible. En el aprendizaje no supervisado, no se proporcionan etiquetas (como sí lo hacen con el aprendizaje supervisado) porque no conoce todas las variables y patrones. En estas instancias, la máquina debe descubrir y crear las etiquetas por sí misma. Estos modelos utilizan los datos que se les presentan para detectar las propiedades emergentes de todo el conjunto de datos y, a continuación, construir patrones.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Una subcategoría común del aprendizaje no supervisado se denomina agrupación en clústeres. Este tipo de algoritmo agrupa los datos en clústeres diferentes que se basan en características similares para comprender mejor los atributos de un clúster específico. Por ejemplo, supongamos que trabaja para una organización de marketing que ofrece apoyo a empresas que proporcionan recursos de cómputo en la nube a sus clientes. Mediante el análisis de los hábitos de compra de los clientes, los algoritmos sin supervisar son capaces de identificar grupos de clientes que categorizan (o describen) una empresa en particular como pequeña, mediana o grande. Las empresas pueden utilizar esta información para tomar decisiones estratégicas de marketing en función del nivel en el que se encuentren (pequeñas, medianas o grandes), de modo que puedan orientar mejor las necesidades de recursos de cómputo en la nube. En esta situación, la agrupación en clústeres puede ayudarlo a darse cuenta de que debe proponer una estrategia diferente para empresas de distintos tamaños.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La ventaja de los algoritmos sin supervisar es que le permiten ver patrones en los datos que, de otro modo, no conocería. Un ejemplo podría ser la existencia de dos grandes tipos de clientes.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d632195371_2_82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 name="Google Shape;888;g2d632195371_2_82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procesamiento de lenguaje natural (NLP) es otra área del machine learning cada vez más utilizada. Por ejemplo, Amazon Alexa (o cualquier otro asistente de voz) utiliza el NLP para intentar responder a sus preguntas. El NLP tiene que ver con el lenguaje, pero también con el texto escrito.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NLP se utiliza en muchas aplicaciones como:</a:t>
            </a:r>
            <a:endParaRPr sz="1200"/>
          </a:p>
          <a:p>
            <a:pPr indent="-158750" lvl="0" marL="152400" rtl="0" algn="l">
              <a:spcBef>
                <a:spcPts val="0"/>
              </a:spcBef>
              <a:spcAft>
                <a:spcPts val="0"/>
              </a:spcAft>
              <a:buClr>
                <a:schemeClr val="dk1"/>
              </a:buClr>
              <a:buSzPts val="1100"/>
              <a:buFont typeface="Arial"/>
              <a:buChar char="•"/>
            </a:pPr>
            <a:r>
              <a:rPr b="0" lang="es-419" sz="1200"/>
              <a:t>Chat o bots de centros de llamadas: sistemas automatizados para obtener su saldo bancario o pedir comida en un restaurante.</a:t>
            </a:r>
            <a:endParaRPr sz="1200"/>
          </a:p>
          <a:p>
            <a:pPr indent="-158750" lvl="0" marL="152400" rtl="0" algn="l">
              <a:spcBef>
                <a:spcPts val="0"/>
              </a:spcBef>
              <a:spcAft>
                <a:spcPts val="0"/>
              </a:spcAft>
              <a:buClr>
                <a:schemeClr val="dk1"/>
              </a:buClr>
              <a:buSzPts val="1100"/>
              <a:buFont typeface="Arial"/>
              <a:buChar char="•"/>
            </a:pPr>
            <a:r>
              <a:rPr b="0" lang="es-419" sz="1200"/>
              <a:t>Herramientas de traducción: conversión de texto entre idiomas o aplicaciones que pueden traducir menús en tiempo real.</a:t>
            </a:r>
            <a:endParaRPr sz="1200"/>
          </a:p>
          <a:p>
            <a:pPr indent="-158750" lvl="0" marL="152400" rtl="0" algn="l">
              <a:spcBef>
                <a:spcPts val="0"/>
              </a:spcBef>
              <a:spcAft>
                <a:spcPts val="0"/>
              </a:spcAft>
              <a:buClr>
                <a:schemeClr val="dk1"/>
              </a:buClr>
              <a:buSzPts val="1100"/>
              <a:buFont typeface="Arial"/>
              <a:buChar char="•"/>
            </a:pPr>
            <a:r>
              <a:rPr b="0" lang="es-419" sz="1200"/>
              <a:t>Traducciones de voz a texto: conversión de palabras orales a texto. Se puede utilizar para activar los subtítulos automáticos.</a:t>
            </a:r>
            <a:endParaRPr sz="1200"/>
          </a:p>
          <a:p>
            <a:pPr indent="-158750" lvl="0" marL="152400" rtl="0" algn="l">
              <a:spcBef>
                <a:spcPts val="0"/>
              </a:spcBef>
              <a:spcAft>
                <a:spcPts val="0"/>
              </a:spcAft>
              <a:buClr>
                <a:schemeClr val="dk1"/>
              </a:buClr>
              <a:buSzPts val="1100"/>
              <a:buFont typeface="Arial"/>
              <a:buChar char="•"/>
            </a:pPr>
            <a:r>
              <a:rPr b="0" lang="es-419" sz="1200"/>
              <a:t>Análisis de sentimiento: permite analizar el sentimiento de los comentarios en reseñas de productos, música y películas. Estos sentimientos se pueden utilizar para asignar a la película un índice de audiencia.</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Aprenderá sobre la NLP en un módulo posterior.</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d632195371_2_84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g2d632195371_2_84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Otro tipo de machine learning que está ganando popularidad últimamente es el </a:t>
            </a:r>
            <a:r>
              <a:rPr b="0" i="1" lang="es-419" sz="1200"/>
              <a:t>aprendizaje por refuerzo</a:t>
            </a:r>
            <a:r>
              <a:rPr b="0" lang="es-419" sz="1200"/>
              <a:t>. A diferencia de otros tipos de machine learning, el aprendizaje por refuerzo mejora continuamente el modelo recopilando información de iteraciones anteriores. En el aprendizaje por refuerzo, un agente aprende continuamente, a través de ensayos y errores, a medida que interactúa con el entorno. El aprendizaje por refuerzo se utiliza cuando se conoce la recompensa de un resultado previsto, pero no el camino para conseguirlo. Descubrir ese camino requiere un proceso de ensayo y error.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Consideremos el ejemplo de AWS DeepRacer. En el simulador de AWS DeepRacer, el agente es el automóvil virtual y el entorno es una pista de carreras virtual. Las acciones son entradas de aceleración y dirección del automóvil. El objetivo es completar la pista lo más rápido posible sin desviarse de la pista.</a:t>
            </a:r>
            <a:br>
              <a:rPr b="0" lang="es-419" sz="1200"/>
            </a:br>
            <a:br>
              <a:rPr b="0" lang="es-419" sz="1200"/>
            </a:br>
            <a:r>
              <a:rPr b="0" lang="es-419" sz="1200"/>
              <a:t>El automóvil debe aprender el comportamiento de conducción previsto para alcanzar el objetivo de completar la pista. Utilice las recompensas para incentivar a su modelo a aprender el comportamiento de conducción deseado.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el aprendizaje por refuerzo, lo que impulsa el aprendizaje se llama </a:t>
            </a:r>
            <a:r>
              <a:rPr b="0" i="1" lang="es-419" sz="1200"/>
              <a:t>agente</a:t>
            </a:r>
            <a:r>
              <a:rPr b="0" lang="es-419" sz="1200"/>
              <a:t>. En este caso, el agente es el automóvil AWS DeepRacer. El </a:t>
            </a:r>
            <a:r>
              <a:rPr b="0" i="1" lang="es-419" sz="1200"/>
              <a:t>entorno</a:t>
            </a:r>
            <a:r>
              <a:rPr b="0" lang="es-419" sz="1200"/>
              <a:t> es el lugar donde el agente aprende, que en este ejemplo es la pista de carreras marcada. Cuando el agente hace algo en el entorno que provoca una respuesta, como cruzar un límite que no debe cruzar, se denomina </a:t>
            </a:r>
            <a:r>
              <a:rPr b="0" i="1" lang="es-419" sz="1200"/>
              <a:t>acción</a:t>
            </a:r>
            <a:r>
              <a:rPr b="0" lang="es-419" sz="1200"/>
              <a:t>. Esa respuesta se denomina </a:t>
            </a:r>
            <a:r>
              <a:rPr b="0" i="1" lang="es-419" sz="1200"/>
              <a:t>recompensa</a:t>
            </a:r>
            <a:r>
              <a:rPr b="0" lang="es-419" sz="1200"/>
              <a:t> o </a:t>
            </a:r>
            <a:r>
              <a:rPr b="0" i="1" lang="es-419" sz="1200"/>
              <a:t>penalización</a:t>
            </a:r>
            <a:r>
              <a:rPr b="0" lang="es-419" sz="1200"/>
              <a:t>, según si el agente hizo algo que debería ser reforzado o descartado en el modelo. A medida que el agente se mueve en el entorno, sus acciones deben seguir recibiendo más recompensas y menos penalizaciones, hasta que alcance el resultado comercial previsto.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2d632195371_2_85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g2d632195371_2_85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Los vehículos autónomos reúnen varios algoritmos y modelos de aprendizaje profundo y machine learning para resolver el problema de conducir de A a B. Una tarea importante es detectar continuamente el entorno y prever los cambios. Esta tarea implica la detección de objetos, que es la detección y predicción del movimiento del objeto detectado. Los resultados de estos hallazgos actúan como entradas para otros sistemas que toman decisiones sobre qué hacer con los distintos controles del vehículo.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Algunos casos prácticos implican vehículos autónomos que requieren respuestas al entorno en tiempo real. Por ejemplo, si un peatón que no estaba a la vista sale de detrás de un obstáculo, el vehículo debe frenar inmediatamente. Estas acciones no pueden tener ninguna latencia ni margen de error.</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d632195371_2_86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g2d632195371_2_86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No todos los problemas se deben resolver con machine learning, ya que a veces la programación básica funciona igual de bien. Cuando explore una posible solución de ML, busque aspectos como la existencia de grandes conjuntos de datos y una gran cantidad de variables. También es posible que se desconozca la lógica empresarial o los procedimientos necesarios para obtener una respuesta o realizar una tarea. En estos casos, el machine learning suele ser la mejor opción.</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Los sistemas de machine learning pueden ser complejos. La infraestructura de apoyo, el soporte de administración y la experiencia deben facilitar el éxito del proyecto.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d632195371_2_88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g2d632195371_2_88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Las aplicaciones de machine learning ya forman parte de su vida cotidiana.</a:t>
            </a:r>
            <a:endParaRPr sz="1200"/>
          </a:p>
          <a:p>
            <a:pPr indent="-158750" lvl="0" marL="152400" rtl="0" algn="l">
              <a:spcBef>
                <a:spcPts val="0"/>
              </a:spcBef>
              <a:spcAft>
                <a:spcPts val="0"/>
              </a:spcAft>
              <a:buClr>
                <a:schemeClr val="dk1"/>
              </a:buClr>
              <a:buSzPts val="1100"/>
              <a:buFont typeface="Arial"/>
              <a:buChar char="•"/>
            </a:pPr>
            <a:r>
              <a:rPr lang="es-419" sz="1200"/>
              <a:t>Los problemas de machine learning pueden agruparse en: </a:t>
            </a:r>
            <a:endParaRPr sz="1200"/>
          </a:p>
          <a:p>
            <a:pPr indent="-158750" lvl="1" marL="558800" rtl="0" algn="l">
              <a:spcBef>
                <a:spcPts val="0"/>
              </a:spcBef>
              <a:spcAft>
                <a:spcPts val="0"/>
              </a:spcAft>
              <a:buClr>
                <a:schemeClr val="dk1"/>
              </a:buClr>
              <a:buSzPts val="1100"/>
              <a:buFont typeface="Arial"/>
              <a:buChar char="•"/>
            </a:pPr>
            <a:r>
              <a:rPr lang="es-419" sz="1200"/>
              <a:t>Aprendizaje supervisado: Se dispone de datos de entrenamiento de los que se conoce la respuesta.</a:t>
            </a:r>
            <a:endParaRPr sz="1200"/>
          </a:p>
          <a:p>
            <a:pPr indent="-158750" lvl="1" marL="558800" rtl="0" algn="l">
              <a:spcBef>
                <a:spcPts val="0"/>
              </a:spcBef>
              <a:spcAft>
                <a:spcPts val="0"/>
              </a:spcAft>
              <a:buClr>
                <a:schemeClr val="dk1"/>
              </a:buClr>
              <a:buSzPts val="1100"/>
              <a:buFont typeface="Arial"/>
              <a:buChar char="•"/>
            </a:pPr>
            <a:r>
              <a:rPr lang="es-419" sz="1200"/>
              <a:t>Aprendizaje no supervisado: Se dispone de datos, pero se busca información en estos.</a:t>
            </a:r>
            <a:endParaRPr sz="1200"/>
          </a:p>
          <a:p>
            <a:pPr indent="-158750" lvl="1" marL="558800" rtl="0" algn="l">
              <a:spcBef>
                <a:spcPts val="0"/>
              </a:spcBef>
              <a:spcAft>
                <a:spcPts val="0"/>
              </a:spcAft>
              <a:buClr>
                <a:schemeClr val="dk1"/>
              </a:buClr>
              <a:buSzPts val="1100"/>
              <a:buFont typeface="Arial"/>
              <a:buChar char="•"/>
            </a:pPr>
            <a:r>
              <a:rPr lang="es-419" sz="1200"/>
              <a:t>Aprendizaje por refuerzo: El modelo aprende basándose en la experiencia y la retroalimentación.</a:t>
            </a:r>
            <a:endParaRPr sz="1200"/>
          </a:p>
          <a:p>
            <a:pPr indent="-158750" lvl="0" marL="152400" rtl="0" algn="l">
              <a:spcBef>
                <a:spcPts val="0"/>
              </a:spcBef>
              <a:spcAft>
                <a:spcPts val="0"/>
              </a:spcAft>
              <a:buClr>
                <a:schemeClr val="dk1"/>
              </a:buClr>
              <a:buSzPts val="1100"/>
              <a:buFont typeface="Arial"/>
              <a:buChar char="•"/>
            </a:pPr>
            <a:r>
              <a:rPr lang="es-419" sz="1200"/>
              <a:t>La mayoría de los problemas empresariales son de aprendizaje supervisado.</a:t>
            </a:r>
            <a:endParaRPr sz="1200"/>
          </a:p>
          <a:p>
            <a:pPr indent="0" lvl="0" marL="0" rtl="0" algn="l">
              <a:spcBef>
                <a:spcPts val="0"/>
              </a:spcBef>
              <a:spcAft>
                <a:spcPts val="0"/>
              </a:spcAft>
              <a:buNone/>
            </a:pPr>
            <a:r>
              <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d632195371_2_89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g2d632195371_2_89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3: Proceso de machine learning.</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esta sección, obtendrá información general de alto nivel de la terminología del machine learning y un flujo de trabajo típico. Obtendrá más información sobre este tema más adelante en el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d632195371_2_89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g2d632195371_2_896: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 </a:t>
            </a:r>
            <a:r>
              <a:rPr b="0" lang="es-419" sz="1200"/>
              <a:t>diagrama de flujo de la formación del problema empresarial al problema.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Para empezar, siempre debería comenzar con el problema empresarial que usted o su equipo creen que puede beneficiarse con ML. A partir de ahí, deseará hacer alguna formulación del problema. Esta fase implica, en parte, articular su problema empresarial y convertirlo en un problema de ML.</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d632195371_2_90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g2d632195371_2_90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diagrama de flujo del problema empresarial hasta la formación del problema para recopilar y etiquetar datos para evaluarlos.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1" lang="es-419" sz="1200"/>
              <a:t>~Texto alternativo/grupo 4: </a:t>
            </a:r>
            <a:r>
              <a:rPr b="0" lang="es-419" sz="1200"/>
              <a:t>tres conjuntos de datos reunidos en uno.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Una vez formulado el problema, se pasa a la preparación de datos y a la fase de procesamiento previo. En esta fase, extraerá datos de uno o más orígenes de datos. Estos orígenes de datos pueden tener diferencias en datos o tipos que deben reconciliarse para formar una única vista cohesiva de los datos. Debe visualizar los datos y utilizar las estadísticas para determinar si los datos son coherentes y se pueden utilizar para machine learning. Usted verá algunos orígenes de datos más adelante en el curso.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los datos de ejemplo, tiene cuatro columnas que contienen datos que se ensamblaron a partir de tres orígenes de datos. Los orígenes tenían formas ligeramente diferentes de representar los datos, y los resultados se muestran en la tabla. En los problemas de ML, las columnas representan características y las filas representan instancias. Puede ver algunos problemas con los datos en algunas de las instancias.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algunos casos, necesita un experto en la materia o un experto funcional para entender la autenticidad de los datos. Por ejemplo, </a:t>
            </a:r>
            <a:r>
              <a:rPr b="0" i="1" lang="es-419" sz="1200"/>
              <a:t>11/2/1969</a:t>
            </a:r>
            <a:r>
              <a:rPr b="0" lang="es-419" sz="1200"/>
              <a:t> puede ser </a:t>
            </a:r>
            <a:r>
              <a:rPr b="0" i="1" lang="es-419" sz="1200"/>
              <a:t>2 de noviembre</a:t>
            </a:r>
            <a:r>
              <a:rPr b="0" lang="es-419" sz="1200"/>
              <a:t> u </a:t>
            </a:r>
            <a:r>
              <a:rPr b="0" i="1" lang="es-419" sz="1200"/>
              <a:t>11 de febrero</a:t>
            </a:r>
            <a:r>
              <a:rPr b="0" lang="es-419" sz="1200"/>
              <a:t>. Alguien que posea o administre el grupo de datos podría aclarar lo que significan esos datos. </a:t>
            </a:r>
            <a:r>
              <a:rPr b="0" i="1" lang="es-419" sz="1200"/>
              <a:t>El parámetro </a:t>
            </a:r>
            <a:r>
              <a:rPr b="0" lang="es-419" sz="1200"/>
              <a:t>Male puede atribuirse probablemente a un problema de importación en el que las celdas cambiaron de posición, pero también puede significar una ubicación: Male, la capital de la República de Maldivas. A veces, esta identificación de errores no es tan simple y requerirá un SME. Aprenderá sobre el rol de un experto más adelante en el curso.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Puede tener un efecto sustancial en el éxito de un proyecto de ML al tener datos coherentes y correctos.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d632195371_2_92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g2d632195371_2_92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5: </a:t>
            </a:r>
            <a:r>
              <a:rPr b="0" lang="es-419" sz="1200"/>
              <a:t>diagrama de flujo del problema empresarial hasta la formación del problema para recopilar y etiquetar datos para evaluarlos.</a:t>
            </a:r>
            <a:br>
              <a:rPr b="1" lang="es-419" sz="1200"/>
            </a:br>
            <a:endParaRPr b="1" sz="1200"/>
          </a:p>
          <a:p>
            <a:pPr indent="0" lvl="0" marL="0" rtl="0" algn="l">
              <a:spcBef>
                <a:spcPts val="0"/>
              </a:spcBef>
              <a:spcAft>
                <a:spcPts val="0"/>
              </a:spcAft>
              <a:buNone/>
            </a:pPr>
            <a:r>
              <a:rPr b="1" lang="es-419" sz="1200"/>
              <a:t>~Texto alternativo/grupo 30: </a:t>
            </a:r>
            <a:r>
              <a:rPr b="0" lang="es-419" sz="1200"/>
              <a:t>diagrama de flujo para la ingeniería de características, el entrenamiento, la evaluación y el ajuste de un modelo.</a:t>
            </a:r>
            <a:br>
              <a:rPr b="1" lang="es-419" sz="1200"/>
            </a:br>
            <a:br>
              <a:rPr b="1" lang="es-419" sz="1200"/>
            </a:br>
            <a:r>
              <a:rPr b="0" lang="es-419" sz="1200"/>
              <a:t>Después de preparar los datos y asegurarse de que son correctos y coherentes, es hora de entrenar el modelo. En esta fase, el proceso se vuelve iterativo y fluido. Es probable que se enfrente a varios procesos de ingeniería de características, entrenamiento, evaluación y ajuste antes de encontrar un modelo que se ajuste a sus objetivos empresariales.</a:t>
            </a:r>
            <a:endParaRPr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d632195371_2_95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2d632195371_2_95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las flechas muestran la ubicación de los datos de una tabla a otra después de la transformación.</a:t>
            </a:r>
            <a:endParaRPr b="0" i="1" sz="1200"/>
          </a:p>
          <a:p>
            <a:pPr indent="0" lvl="0" marL="0" rtl="0" algn="l">
              <a:spcBef>
                <a:spcPts val="0"/>
              </a:spcBef>
              <a:spcAft>
                <a:spcPts val="0"/>
              </a:spcAft>
              <a:buNone/>
            </a:pPr>
            <a:r>
              <a:t/>
            </a:r>
            <a:endParaRPr b="0" i="1" sz="1200"/>
          </a:p>
          <a:p>
            <a:pPr indent="0" lvl="0" marL="0" rtl="0" algn="l">
              <a:spcBef>
                <a:spcPts val="0"/>
              </a:spcBef>
              <a:spcAft>
                <a:spcPts val="0"/>
              </a:spcAft>
              <a:buNone/>
            </a:pPr>
            <a:r>
              <a:rPr b="0" i="1" lang="es-419" sz="1200"/>
              <a:t>La </a:t>
            </a:r>
            <a:r>
              <a:rPr b="0" lang="es-419" sz="1200"/>
              <a:t>ingeniería de características es el proceso de selección o creación de las características que utilizará para entrenar el modelo. Las características son las columnas de datos que tiene dentro del conjunto de datos. El objetivo del modelo es intentar estimar correctamente el valor objetivo para los nuevos datos. El algoritmo de ML utiliza las características para predecir el destino. En este ejemplo, los datos de destino son el número medio de pasos realizados en una semana.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Seleccionar las características correctas puede implicar agregar, eliminar o calcular nuevas características. Es posible que se encuentre con estos cambios durante la ingeniería de características:</a:t>
            </a:r>
            <a:endParaRPr sz="1200"/>
          </a:p>
          <a:p>
            <a:pPr indent="0" lvl="0" marL="0" rtl="0" algn="l">
              <a:spcBef>
                <a:spcPts val="0"/>
              </a:spcBef>
              <a:spcAft>
                <a:spcPts val="0"/>
              </a:spcAft>
              <a:buNone/>
            </a:pPr>
            <a:r>
              <a:t/>
            </a:r>
            <a:endParaRPr b="0" sz="1200"/>
          </a:p>
          <a:p>
            <a:pPr indent="-158750" lvl="0" marL="152400" rtl="0" algn="l">
              <a:spcBef>
                <a:spcPts val="0"/>
              </a:spcBef>
              <a:spcAft>
                <a:spcPts val="0"/>
              </a:spcAft>
              <a:buClr>
                <a:schemeClr val="dk1"/>
              </a:buClr>
              <a:buSzPts val="1100"/>
              <a:buFont typeface="Arial"/>
              <a:buChar char="•"/>
            </a:pPr>
            <a:r>
              <a:rPr b="1" lang="es-419" sz="1200"/>
              <a:t>Limpieza de datos en la columna Nombre: </a:t>
            </a:r>
            <a:r>
              <a:rPr b="0" lang="es-419" sz="1200"/>
              <a:t>es posible que desee que el formato sea consistente, lo que puede ser útil más adelante en el modelo. También puede cambiar el formato solo por motivos estéticos. Dependiendo del problema que intente resolver con estos datos, puede que ni siquiera necesite el </a:t>
            </a:r>
            <a:r>
              <a:rPr b="0" i="1" lang="es-419" sz="1200"/>
              <a:t>Nombre</a:t>
            </a:r>
            <a:r>
              <a:rPr b="0" lang="es-419" sz="1200"/>
              <a:t>. </a:t>
            </a:r>
            <a:endParaRPr sz="1200"/>
          </a:p>
          <a:p>
            <a:pPr indent="-158750" lvl="0" marL="152400" rtl="0" algn="l">
              <a:spcBef>
                <a:spcPts val="0"/>
              </a:spcBef>
              <a:spcAft>
                <a:spcPts val="0"/>
              </a:spcAft>
              <a:buClr>
                <a:schemeClr val="dk1"/>
              </a:buClr>
              <a:buSzPts val="1100"/>
              <a:buFont typeface="Arial"/>
              <a:buChar char="•"/>
            </a:pPr>
            <a:r>
              <a:rPr b="1" lang="es-419" sz="1200"/>
              <a:t>Convertir el país en un conjunto numérico o binario de columnas:</a:t>
            </a:r>
            <a:r>
              <a:rPr b="0" lang="es-419" sz="1200"/>
              <a:t> si esta base de datos fuera tradicional, es posible que desee mover </a:t>
            </a:r>
            <a:r>
              <a:rPr b="0" i="1" lang="es-419" sz="1200"/>
              <a:t>País</a:t>
            </a:r>
            <a:r>
              <a:rPr b="0" lang="es-419" sz="1200"/>
              <a:t> a una tabla de consulta y, a continuación, hacer referencia a esta. La mayoría de los algoritmos de ML quieren los datos de una instancia en una sola fila. Además, los algoritmos de ML necesitan datos numéricos para procesarlos. Podría considerar convertir el texto del país en el código ISO del país. Sin embargo, el modelo podría interpretar que el valor numérico tiene significado, por lo que </a:t>
            </a:r>
            <a:r>
              <a:rPr b="0" i="1" lang="es-419" sz="1200"/>
              <a:t>Reino Unido (44)</a:t>
            </a:r>
            <a:r>
              <a:rPr b="0" lang="es-419" sz="1200"/>
              <a:t> sería más significativo que, por ejemplo, </a:t>
            </a:r>
            <a:r>
              <a:rPr b="0" i="1" lang="es-419" sz="1200"/>
              <a:t>Estados Unidos (01)</a:t>
            </a:r>
            <a:r>
              <a:rPr b="0" lang="es-419" sz="1200"/>
              <a:t>. En este caso, es conveniente dividir los datos en varias columnas. Esta práctica se conoce como </a:t>
            </a:r>
            <a:r>
              <a:rPr b="0" i="1" lang="es-419" sz="1200"/>
              <a:t>codificación categórica</a:t>
            </a:r>
            <a:r>
              <a:rPr b="0" lang="es-419" sz="1200"/>
              <a:t>, sobre la que aprenderá más adelante en este curso. </a:t>
            </a:r>
            <a:endParaRPr sz="1200"/>
          </a:p>
          <a:p>
            <a:pPr indent="-158750" lvl="0" marL="152400" rtl="0" algn="l">
              <a:spcBef>
                <a:spcPts val="0"/>
              </a:spcBef>
              <a:spcAft>
                <a:spcPts val="0"/>
              </a:spcAft>
              <a:buClr>
                <a:schemeClr val="dk1"/>
              </a:buClr>
              <a:buSzPts val="1100"/>
              <a:buFont typeface="Arial"/>
              <a:buChar char="•"/>
            </a:pPr>
            <a:r>
              <a:rPr b="1" lang="es-419" sz="1200"/>
              <a:t>Convertir los datos de sexo en binarios:</a:t>
            </a:r>
            <a:r>
              <a:rPr b="0" lang="es-419" sz="1200"/>
              <a:t> </a:t>
            </a:r>
            <a:r>
              <a:rPr b="0" i="1" lang="es-419" sz="1200"/>
              <a:t>si convierte el valor de texto en un valor numérico, con </a:t>
            </a:r>
            <a:r>
              <a:rPr b="0" lang="es-419" sz="1200"/>
              <a:t>0</a:t>
            </a:r>
            <a:r>
              <a:rPr b="0" i="1" lang="es-419" sz="1200"/>
              <a:t> o </a:t>
            </a:r>
            <a:r>
              <a:rPr b="0" lang="es-419" sz="1200"/>
              <a:t>1</a:t>
            </a:r>
            <a:r>
              <a:rPr b="0" i="1" lang="es-419" sz="1200"/>
              <a:t> representando </a:t>
            </a:r>
            <a:r>
              <a:rPr b="0" lang="es-419" sz="1200"/>
              <a:t>masculino</a:t>
            </a:r>
            <a:r>
              <a:rPr b="0" i="1" lang="es-419" sz="1200"/>
              <a:t> o </a:t>
            </a:r>
            <a:r>
              <a:rPr b="0" lang="es-419" sz="1200"/>
              <a:t>femenino, el modelo podrá utilizarlo más fácilmente. </a:t>
            </a:r>
            <a:endParaRPr sz="1200"/>
          </a:p>
          <a:p>
            <a:pPr indent="-158750" lvl="0" marL="152400" rtl="0" algn="l">
              <a:spcBef>
                <a:spcPts val="0"/>
              </a:spcBef>
              <a:spcAft>
                <a:spcPts val="0"/>
              </a:spcAft>
              <a:buClr>
                <a:schemeClr val="dk1"/>
              </a:buClr>
              <a:buSzPts val="1100"/>
              <a:buFont typeface="Arial"/>
              <a:buChar char="•"/>
            </a:pPr>
            <a:r>
              <a:rPr b="1" lang="es-419" sz="1200"/>
              <a:t>Dividir la fecha de nacimiento en las partes que la componen: </a:t>
            </a:r>
            <a:r>
              <a:rPr b="0" lang="es-419" sz="1200"/>
              <a:t>extraer la edad, el mes de nacimiento </a:t>
            </a:r>
            <a:r>
              <a:rPr b="0" i="1" lang="es-419" sz="1200"/>
              <a:t>(mes nac.)</a:t>
            </a:r>
            <a:r>
              <a:rPr b="0" lang="es-419" sz="1200"/>
              <a:t> y el día de la semana </a:t>
            </a:r>
            <a:r>
              <a:rPr b="0" i="1" lang="es-419" sz="1200"/>
              <a:t>(día de la sem.)</a:t>
            </a:r>
            <a:r>
              <a:rPr b="0" lang="es-419" sz="1200"/>
              <a:t> podría ser conveniente, dependiendo del problema que esté intentando resolver. ¿La edad influye en la variable objetivo? ¿En qué día de la semana nacieron?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No se preocupe si esta información parece complicada. Obtendrá más información sobre la ingeniería de características más adelante en este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d632195371_2_97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g2d632195371_2_97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5: </a:t>
            </a:r>
            <a:r>
              <a:rPr b="0" lang="es-419" sz="1200"/>
              <a:t>el ochenta por ciento de los datos fluyen hacia el algoritmo XGBoost y luego hacia un modelo entrenado.</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17: </a:t>
            </a:r>
            <a:r>
              <a:rPr b="0" lang="es-419" sz="1200"/>
              <a:t>entre el diez y el veinte por ciento de los datos que fluyen hacia un conjunto de datos de prueba.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Después de limpiar los datos e identificar sus características, es hora de entrenar un modelo. No utilice todos los datos para entrenar el modelo. En su lugar, debe retener algunos datos para que pueda disponer de algunos datos con los que realizar pruebas. Normalmente, se utiliza alrededor del 80 por ciento de los datos para entrenar y se reserva el resto para las pruebas.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Los datos de entrenamiento se utilizan para entrenar un modelo. En el diagrama, el modelo que se utiliza es el algoritmo XGBoost.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El modelo en sí tiene algunos parámetros que puede establecer y estos alteran el modo en que funciona el algoritmo. Estos parámetros se conocen como </a:t>
            </a:r>
            <a:r>
              <a:rPr b="0" i="1" lang="es-419" sz="1200"/>
              <a:t>hiperparámetros</a:t>
            </a:r>
            <a:r>
              <a:rPr b="0" lang="es-419" sz="1200"/>
              <a:t>.</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El resultado del trabajo de entrenamiento es un modelo entrenado.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d632195371_2_99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2" name="Google Shape;1072;g2d632195371_2_99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29:</a:t>
            </a:r>
            <a:r>
              <a:rPr b="0" lang="es-419" sz="1200"/>
              <a:t> la letra x indica las columnas de datos que se deben excluir de los datos de prueba después del análisis de las métricas.</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17:</a:t>
            </a:r>
            <a:r>
              <a:rPr b="0" lang="es-419" sz="1200"/>
              <a:t> diagrama de bloques que muestra cómo se utiliza el algoritmo XGBoost para ajustar los hiperparámetros. Consulte las notas para obtener más detalles.</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0" lang="es-419" sz="1200"/>
              <a:t>Con el modelo entrenado, puede usar algunos de los datos de prueba para ver qué tan bien funciona el modelo. Puede elegir una instancia que el modelo no haya visto y utilizarla para realizar una predicción. Como ya conoce el objetivo en los datos de prueba, puede comparar los dos valores. A partir de estas comparaciones, puede calcular métricas que proporcionan datos sobre el rendimiento del modelo. A continuación, modificará los datos, las características o los hiperparámetros del modelo hasta que encuentre el modelo que proporcione los mejores resultados.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Diagrama de bloques que muestra cómo se utiliza el algoritmo XGBoost para ajustar los hiperparámetros. Consulte las notas para obtener más detalles.</a:t>
            </a:r>
            <a:endParaRPr sz="1200"/>
          </a:p>
          <a:p>
            <a:pPr indent="0" lvl="0" marL="0" rtl="0" algn="l">
              <a:spcBef>
                <a:spcPts val="0"/>
              </a:spcBef>
              <a:spcAft>
                <a:spcPts val="0"/>
              </a:spcAft>
              <a:buNone/>
            </a:pPr>
            <a:r>
              <a:t/>
            </a:r>
            <a:endParaRPr b="0" sz="1200"/>
          </a:p>
          <a:p>
            <a:pPr indent="0" lvl="0" marL="0" marR="0" rtl="0" algn="l">
              <a:lnSpc>
                <a:spcPct val="100000"/>
              </a:lnSpc>
              <a:spcBef>
                <a:spcPts val="0"/>
              </a:spcBef>
              <a:spcAft>
                <a:spcPts val="0"/>
              </a:spcAft>
              <a:buClr>
                <a:schemeClr val="dk1"/>
              </a:buClr>
              <a:buSzPts val="1100"/>
              <a:buFont typeface="Calibri"/>
              <a:buNone/>
            </a:pPr>
            <a:r>
              <a:rPr b="1" lang="es-419" sz="1200"/>
              <a:t>** Para mejorar la accesibilidad</a:t>
            </a:r>
            <a:r>
              <a:rPr b="0" lang="es-419" sz="1200"/>
              <a:t>: el ochenta por ciento de los datos de prueba pasan al algoritmo XGBoost, luego a un modelo entrenado y, por último, a un modelo alojado. Se utiliza entre un diez y un veinte por ciento de los datos de prueba para realizar una predicción. Las métricas se calculan y los hiperparámetros se modifican en función de la predicción del modelo en comparación con los datos reales. </a:t>
            </a:r>
            <a:r>
              <a:rPr b="1" lang="es-419" sz="1200"/>
              <a:t>Fin de la descripción.</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d632195371_2_103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2" name="Google Shape;1112;g2d632195371_2_103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diagrama de dispersión con una línea que muestra el mejor ajuste y que fluctúa hacia arriba y hacia abajo en los datos.</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4: </a:t>
            </a:r>
            <a:r>
              <a:rPr b="0" lang="es-419" sz="1200"/>
              <a:t>diagrama de dispersión con una línea que muestra el mejor ajuste, es recta y se sitúa por debajo de la mayoría de los puntos de datos.</a:t>
            </a:r>
            <a:endParaRPr sz="1200"/>
          </a:p>
          <a:p>
            <a:pPr indent="0" lvl="0" marL="0" rtl="0" algn="l">
              <a:spcBef>
                <a:spcPts val="0"/>
              </a:spcBef>
              <a:spcAft>
                <a:spcPts val="0"/>
              </a:spcAft>
              <a:buNone/>
            </a:pPr>
            <a:r>
              <a:t/>
            </a:r>
            <a:endParaRPr b="1" sz="1200"/>
          </a:p>
          <a:p>
            <a:pPr indent="0" lvl="0" marL="0" marR="0" rtl="0" algn="l">
              <a:lnSpc>
                <a:spcPct val="100000"/>
              </a:lnSpc>
              <a:spcBef>
                <a:spcPts val="0"/>
              </a:spcBef>
              <a:spcAft>
                <a:spcPts val="0"/>
              </a:spcAft>
              <a:buClr>
                <a:schemeClr val="dk1"/>
              </a:buClr>
              <a:buSzPts val="1100"/>
              <a:buFont typeface="Calibri"/>
              <a:buNone/>
            </a:pPr>
            <a:r>
              <a:rPr b="1" lang="es-419" sz="1200"/>
              <a:t>~Texto alternativo/grupo 5: </a:t>
            </a:r>
            <a:r>
              <a:rPr b="0" lang="es-419" sz="1200"/>
              <a:t>diagrama de dispersión con una línea que muestra la mejor curva para que coincida con la tendencia de los puntos de datos.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Al entrenar el modelo, reconozca el peligro de sobreajustar o infraajustar el modelo.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modelo </a:t>
            </a:r>
            <a:r>
              <a:rPr b="0" i="1" lang="es-419" sz="1200"/>
              <a:t>sobreajusta </a:t>
            </a:r>
            <a:r>
              <a:rPr b="0" lang="es-419" sz="1200"/>
              <a:t>los datos de entrenamiento cuando funciona bien en los datos de entrenamiento, pero no en los datos de evaluación. El modelo memoriza los datos que ha visto y no puede generalizar a ejemplos no vistos, lo que causa el sobreajuste.</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modelo se </a:t>
            </a:r>
            <a:r>
              <a:rPr b="0" i="1" lang="es-419" sz="1200"/>
              <a:t>infraajusta </a:t>
            </a:r>
            <a:r>
              <a:rPr b="0" lang="es-419" sz="1200"/>
              <a:t>a los datos de entrenamiento cuando su rendimiento es deficiente en los datos de entrenamiento. El modelo no puede determinar la relación entre los ejemplos de entrada (a veces denominados </a:t>
            </a:r>
            <a:r>
              <a:rPr b="0" i="1" lang="es-419" sz="1200"/>
              <a:t>X</a:t>
            </a:r>
            <a:r>
              <a:rPr b="0" lang="es-419" sz="1200"/>
              <a:t>) y los valores objetivo (a veces denominados </a:t>
            </a:r>
            <a:r>
              <a:rPr b="0" i="1" lang="es-419" sz="1200"/>
              <a:t>Y</a:t>
            </a:r>
            <a:r>
              <a:rPr b="0" lang="es-419" sz="1200"/>
              <a:t>). Esta incompatibilidad produce el infraajuste.</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Comprender el ajuste del </a:t>
            </a:r>
            <a:r>
              <a:rPr b="0" i="1" lang="es-419" sz="1200"/>
              <a:t>modelo</a:t>
            </a:r>
            <a:r>
              <a:rPr b="0" lang="es-419" sz="1200"/>
              <a:t> es importante para determinar el motivo de su escasa exactitud. Este concepto lo orienta a la hora de tomar medidas correctivas para determinar si un modelo predictivo se sobreajusta o infraajusta a los datos de entrenamiento. Estos pasos implican observar el error de predicción en los datos de entrenamiento y evaluación.</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Obtendrá más información más sobre los pasos que puede seguir para evitar este problema más adelante en el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2d632195371_2_111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g2d632195371_2_111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ciclo completo de canalización de ML desde el problema empresarial inicial hasta la evaluación de la adecuación del objetivo empresarial.</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0" lang="es-419" sz="1200"/>
              <a:t>Después de volver a entrenar el modelo y estar satisfecho con los resultados, se implementa su modelo para ofrecer las mejores predicciones posibles.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Más adelante en este curso, se le guiará a través de estas diferentes fases y obtendrá experiencia práctica con cada una de ellas. Conocer el proceso también es de utilidad cuando se usan los servicios administrados que se van a explorar. Sin embargo, los servicios de ML de Amazon se encargan de la mayor parte del trabajo duro por usted.</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d632195371_2_115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g2d632195371_2_115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El proceso de canalización de machine learning puede guiarlo a través del proceso de evaluación y entrenamiento de un modelo. </a:t>
            </a:r>
            <a:endParaRPr sz="1200"/>
          </a:p>
          <a:p>
            <a:pPr indent="-158750" lvl="0" marL="152400" rtl="0" algn="l">
              <a:spcBef>
                <a:spcPts val="0"/>
              </a:spcBef>
              <a:spcAft>
                <a:spcPts val="0"/>
              </a:spcAft>
              <a:buClr>
                <a:schemeClr val="dk1"/>
              </a:buClr>
              <a:buSzPts val="1100"/>
              <a:buFont typeface="Arial"/>
              <a:buChar char="•"/>
            </a:pPr>
            <a:r>
              <a:rPr lang="es-419" sz="1200"/>
              <a:t>El proceso iterativo puede dividirse en tres grandes pasos: </a:t>
            </a:r>
            <a:endParaRPr sz="1200"/>
          </a:p>
          <a:p>
            <a:pPr indent="-158750" lvl="1" marL="558800" rtl="0" algn="l">
              <a:spcBef>
                <a:spcPts val="0"/>
              </a:spcBef>
              <a:spcAft>
                <a:spcPts val="0"/>
              </a:spcAft>
              <a:buClr>
                <a:schemeClr val="dk1"/>
              </a:buClr>
              <a:buSzPts val="1100"/>
              <a:buFont typeface="Arial"/>
              <a:buChar char="•"/>
            </a:pPr>
            <a:r>
              <a:rPr lang="es-419" sz="1200"/>
              <a:t>Procesamiento de datos</a:t>
            </a:r>
            <a:endParaRPr sz="1200"/>
          </a:p>
          <a:p>
            <a:pPr indent="-158750" lvl="1" marL="558800" rtl="0" algn="l">
              <a:spcBef>
                <a:spcPts val="0"/>
              </a:spcBef>
              <a:spcAft>
                <a:spcPts val="0"/>
              </a:spcAft>
              <a:buClr>
                <a:schemeClr val="dk1"/>
              </a:buClr>
              <a:buSzPts val="1100"/>
              <a:buFont typeface="Arial"/>
              <a:buChar char="•"/>
            </a:pPr>
            <a:r>
              <a:rPr lang="es-419" sz="1200"/>
              <a:t>Entrenamiento del modelo</a:t>
            </a:r>
            <a:endParaRPr sz="1200"/>
          </a:p>
          <a:p>
            <a:pPr indent="-158750" lvl="1" marL="558800" rtl="0" algn="l">
              <a:spcBef>
                <a:spcPts val="0"/>
              </a:spcBef>
              <a:spcAft>
                <a:spcPts val="0"/>
              </a:spcAft>
              <a:buClr>
                <a:schemeClr val="dk1"/>
              </a:buClr>
              <a:buSzPts val="1100"/>
              <a:buFont typeface="Arial"/>
              <a:buChar char="•"/>
            </a:pPr>
            <a:r>
              <a:rPr lang="es-419" sz="1200"/>
              <a:t>Evaluación del modelo</a:t>
            </a:r>
            <a:endParaRPr sz="1200"/>
          </a:p>
          <a:p>
            <a:pPr indent="0" lvl="0" marL="0" rtl="0" algn="l">
              <a:spcBef>
                <a:spcPts val="0"/>
              </a:spcBef>
              <a:spcAft>
                <a:spcPts val="0"/>
              </a:spcAft>
              <a:buNone/>
            </a:pPr>
            <a:r>
              <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2d632195371_2_116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3" name="Google Shape;1243;g2d632195371_2_116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4: Información general de herramientas de machine learning.</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d632195371_2_116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0" name="Google Shape;1250;g2d632195371_2_1166:notes"/>
          <p:cNvSpPr txBox="1"/>
          <p:nvPr>
            <p:ph idx="1" type="body"/>
          </p:nvPr>
        </p:nvSpPr>
        <p:spPr>
          <a:xfrm>
            <a:off x="1008529" y="3463636"/>
            <a:ext cx="4840941" cy="4618182"/>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 continuación, conocerá algunas de las herramientas que utilizará para el machine learning. Nota: Esta no es una lista completa de las herramientas de ML disponibles en la actualidad, y en este curso solo se utilizarán algunas de estas.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Un </a:t>
            </a:r>
            <a:r>
              <a:rPr b="0" lang="es-419" sz="1200"/>
              <a:t>cuaderno de Jupyter es una aplicación web de código abierto que permite crear y compartir documentos que contengan código, ecuaciones, visualizaciones y texto narrativo en directo. Los usos incluyen la limpieza y transformación de datos, la simulación numérica, el modelado estadístico, la visualización de datos, el machine learning y más.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JupyterLab</a:t>
            </a:r>
            <a:r>
              <a:rPr b="0" lang="es-419" sz="1200"/>
              <a:t> es un entorno de desarrollo interactivo basado en web para cuadernos de Jupyter, código y datos. JupyterLab es flexible. Puede configurar y organizar la interfaz de usuario para dar soporte a una serie de flujos de trabajo en ciencia de datos, cómputo científico y machine learning. JupyterLab también es extensible y modular. Puede escribir complementos que agreguen nuevos componentes y se integren con los existentes.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Más adelante en este curso, utilizará Amazon SageMaker, que aloja cuadernos de Jupyter y JupyterLab.</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pandas</a:t>
            </a:r>
            <a:r>
              <a:rPr b="0" lang="es-419" sz="1200"/>
              <a:t> es una biblioteca de Python de código abierto. Se utiliza para procesar y analizar datos. Representa los datos en una tabla similar a una hoja de cálculo. Esta tabla se conoce como </a:t>
            </a:r>
            <a:r>
              <a:rPr b="0" i="1" lang="es-419" sz="1200"/>
              <a:t>DataFrame de pandas</a:t>
            </a:r>
            <a:r>
              <a:rPr b="0" lang="es-419" sz="1200"/>
              <a:t>.</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Matplotlib </a:t>
            </a:r>
            <a:r>
              <a:rPr b="0" lang="es-419" sz="1200"/>
              <a:t>es una biblioteca para crear visualizaciones científicas estáticas, interactivas y animadas en Python. Se utiliza para generar diagramas de los datos más adelante en este curso.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Seaborn</a:t>
            </a:r>
            <a:r>
              <a:rPr b="0" lang="es-419" sz="1200"/>
              <a:t> es otra biblioteca de visualización de datos para Python. Está diseñado sobre matplotlib y proporciona una interfaz de alto nivel para dibujar gráficos estadísticos informativos.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NumPy</a:t>
            </a:r>
            <a:r>
              <a:rPr b="0" lang="es-419" sz="1200"/>
              <a:t> es uno de los paquetes informáticos científicos fundamentales en Python. Contiene funciones para objetos de matriz N-dimensionales y funciones matemáticas útiles como álgebra lineal, transformada de Fourier y capacidades de números aleatorios.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i="1" lang="es-419" sz="1200"/>
              <a:t>scikit-learn</a:t>
            </a:r>
            <a:r>
              <a:rPr b="0" lang="es-419" sz="1200"/>
              <a:t> es una biblioteca de machine learning de código abierto que admite el aprendizaje supervisado y no supervisado. También proporciona distintas herramientas para el ajuste de modelos, el procesamiento previo de datos, la selección y evaluación de modelos y muchas otras utilidades. scikit-learn se basa en NumPy, SciPy y matplotlib, y es un buen paquete para explorar el machine learning. Aunque solo lo utilizará para adoptar algunas funciones en un módulo posterior, podrá explorar este paquete con mayor detalle una vez finalizado este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d632195371_2_117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8" name="Google Shape;1258;g2d632195371_2_117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Al subir desde bibliotecas y paquetes individuales, puede utilizar herramientas que contengan marcos de trabajo listos para la producción.</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Aprendió un poco sobre scikit-learn, que es una biblioteca que funciona bien para el aprendizaje. También puede utilizar otras bibliotecas, como TensorFlow para machine learning y Keras para aprendizaje profundo.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Todos estos marcos de trabajo son compatibles con AWS y se pueden utilizar desde Amazon SageMaker.</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Amazon también proporciona instancias de cómputo optimizadas para machine learning, tanto en la nube como en la periferia. Las instancias de cómputo están optimizadas para el aprendizaje y la inferencia, mientras que las imágenes de máquina de Amazon (AMI) preempaquetadas contienen muchos marcos de trabajo populares.</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2d632195371_2_119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9" name="Google Shape;1279;g2d632195371_2_119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Por último, puede utilizar Amazon SageMaker, que es un servicio de AWS con muchas capacidades.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Amazon SageMaker puede implementar instancias de machine learning que ejecuten cuadernos de Jupyter y JupyterLab. Amazon SageMaker administra la implementación de estos recursos de cómputo, por lo que se debe conectar al entorno de Jupyter. Amazon SageMaker también proporciona herramientas para etiquetar datos, entrenar modelos y alojar modelos entrenados. AWS Marketplace también ofrece una selección de paquetes de modelos y algoritmos listos para usar de desarrolladores de machine learning.</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d632195371_2_121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g2d632195371_2_121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El instructor ahora le mostrará Amazon SageMaker o le proporcionará el acceso a una demostración grabada.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2d632195371_2_121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7" name="Google Shape;1307;g2d632195371_2_121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AWS proporciona un conjunto de servicios de ML administrados que puede integrar en las aplicaciones, sin necesidad de tener experiencia en ML. </a:t>
            </a:r>
            <a:endParaRPr sz="1200"/>
          </a:p>
          <a:p>
            <a:pPr indent="-158750" lvl="0" marL="152400" rtl="0" algn="l">
              <a:spcBef>
                <a:spcPts val="0"/>
              </a:spcBef>
              <a:spcAft>
                <a:spcPts val="0"/>
              </a:spcAft>
              <a:buClr>
                <a:schemeClr val="dk1"/>
              </a:buClr>
              <a:buSzPts val="1100"/>
              <a:buFont typeface="Arial"/>
              <a:buChar char="•"/>
            </a:pPr>
            <a:r>
              <a:rPr b="0" lang="es-419" sz="1200"/>
              <a:t>Visión artificial: Amazon Rekognition proporciona reconocimiento facial y de objetos para imágenes y videos. Amazon Textract puede extraer texto de imágenes.</a:t>
            </a:r>
            <a:endParaRPr sz="1200"/>
          </a:p>
          <a:p>
            <a:pPr indent="-158750" lvl="0" marL="152400" rtl="0" algn="l">
              <a:spcBef>
                <a:spcPts val="0"/>
              </a:spcBef>
              <a:spcAft>
                <a:spcPts val="0"/>
              </a:spcAft>
              <a:buClr>
                <a:schemeClr val="dk1"/>
              </a:buClr>
              <a:buSzPts val="1100"/>
              <a:buFont typeface="Arial"/>
              <a:buChar char="•"/>
            </a:pPr>
            <a:r>
              <a:rPr b="0" lang="es-419" sz="1200"/>
              <a:t>Voz: Amazon Polly puede convertir texto a voz, mientras que Amazon Transcribe convierte el audio hablado en texto.</a:t>
            </a:r>
            <a:endParaRPr sz="1200"/>
          </a:p>
          <a:p>
            <a:pPr indent="-158750" lvl="0" marL="152400" rtl="0" algn="l">
              <a:spcBef>
                <a:spcPts val="0"/>
              </a:spcBef>
              <a:spcAft>
                <a:spcPts val="0"/>
              </a:spcAft>
              <a:buClr>
                <a:schemeClr val="dk1"/>
              </a:buClr>
              <a:buSzPts val="1100"/>
              <a:buFont typeface="Arial"/>
              <a:buChar char="•"/>
            </a:pPr>
            <a:r>
              <a:rPr b="0" lang="es-419" sz="1200"/>
              <a:t>Lenguaje: Amazon Comprehend utiliza NLP para encontrar información y relaciones en un texto. Amazon Translate puede traducir texto a diferentes idiomas.</a:t>
            </a:r>
            <a:endParaRPr sz="1200"/>
          </a:p>
          <a:p>
            <a:pPr indent="-158750" lvl="0" marL="152400" rtl="0" algn="l">
              <a:spcBef>
                <a:spcPts val="0"/>
              </a:spcBef>
              <a:spcAft>
                <a:spcPts val="0"/>
              </a:spcAft>
              <a:buClr>
                <a:schemeClr val="dk1"/>
              </a:buClr>
              <a:buSzPts val="1100"/>
              <a:buFont typeface="Arial"/>
              <a:buChar char="•"/>
            </a:pPr>
            <a:r>
              <a:rPr b="0" lang="es-419" sz="1200"/>
              <a:t>Chatbots: Amazon Lex es un servicio que lo ayuda a crear aplicaciones de conversación interactivas que utilicen voz o texto.</a:t>
            </a:r>
            <a:endParaRPr sz="1200"/>
          </a:p>
          <a:p>
            <a:pPr indent="-158750" lvl="0" marL="152400" rtl="0" algn="l">
              <a:spcBef>
                <a:spcPts val="0"/>
              </a:spcBef>
              <a:spcAft>
                <a:spcPts val="0"/>
              </a:spcAft>
              <a:buClr>
                <a:schemeClr val="dk1"/>
              </a:buClr>
              <a:buSzPts val="1100"/>
              <a:buFont typeface="Arial"/>
              <a:buChar char="•"/>
            </a:pPr>
            <a:r>
              <a:rPr b="0" lang="es-419" sz="1200"/>
              <a:t>Previsiones: Amazon Forecast utiliza machine learning para combinar datos de serie temporal con variables adicionales para crear previsiones.</a:t>
            </a:r>
            <a:endParaRPr sz="1200"/>
          </a:p>
          <a:p>
            <a:pPr indent="-158750" lvl="0" marL="152400" rtl="0" algn="l">
              <a:spcBef>
                <a:spcPts val="0"/>
              </a:spcBef>
              <a:spcAft>
                <a:spcPts val="0"/>
              </a:spcAft>
              <a:buClr>
                <a:schemeClr val="dk1"/>
              </a:buClr>
              <a:buSzPts val="1100"/>
              <a:buFont typeface="Arial"/>
              <a:buChar char="•"/>
            </a:pPr>
            <a:r>
              <a:rPr b="0" lang="es-419" sz="1200"/>
              <a:t>Recomendaciones: Amazon Personalize es otro servicio de machine learning que puede ayudarlo a crear recomendaciones personalizadas individuales para los clientes.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Estos servicios administrados se entrenan en muchos aspectos del dominio del problema, por lo que el usuario proporciona los datos específicos para iniciar el proceso.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Analizaremos muchos de estos servicios administrados en la segunda mitad del curso, después de que aprenda a hacer las cosas por su cuenta.</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2d632195371_2_125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4" name="Google Shape;1344;g2d632195371_2_125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Python es el lenguaje más popular para realizar tareas de machine learning.</a:t>
            </a:r>
            <a:endParaRPr sz="1200"/>
          </a:p>
          <a:p>
            <a:pPr indent="-158750" lvl="0" marL="152400" rtl="0" algn="l">
              <a:spcBef>
                <a:spcPts val="0"/>
              </a:spcBef>
              <a:spcAft>
                <a:spcPts val="0"/>
              </a:spcAft>
              <a:buClr>
                <a:schemeClr val="dk1"/>
              </a:buClr>
              <a:buSzPts val="1100"/>
              <a:buFont typeface="Arial"/>
              <a:buChar char="•"/>
            </a:pPr>
            <a:r>
              <a:rPr lang="es-419" sz="1200"/>
              <a:t>Los cuadernos de Jupyter le proporcionan un entorno de desarrollo alojado en un navegador web para el machine learning.</a:t>
            </a:r>
            <a:endParaRPr sz="1200"/>
          </a:p>
          <a:p>
            <a:pPr indent="-158750" lvl="0" marL="152400" rtl="0" algn="l">
              <a:spcBef>
                <a:spcPts val="0"/>
              </a:spcBef>
              <a:spcAft>
                <a:spcPts val="0"/>
              </a:spcAft>
              <a:buClr>
                <a:schemeClr val="dk1"/>
              </a:buClr>
              <a:buSzPts val="1100"/>
              <a:buFont typeface="Arial"/>
              <a:buChar char="•"/>
            </a:pPr>
            <a:r>
              <a:rPr lang="es-419" sz="1200"/>
              <a:t>Existe un gran número de herramientas de código abierto, pero en este curso solo se presentan algunas de las más importantes.</a:t>
            </a:r>
            <a:endParaRPr sz="1200"/>
          </a:p>
          <a:p>
            <a:pPr indent="-158750" lvl="0" marL="152400" rtl="0" algn="l">
              <a:spcBef>
                <a:spcPts val="0"/>
              </a:spcBef>
              <a:spcAft>
                <a:spcPts val="0"/>
              </a:spcAft>
              <a:buClr>
                <a:schemeClr val="dk1"/>
              </a:buClr>
              <a:buSzPts val="1100"/>
              <a:buFont typeface="Arial"/>
              <a:buChar char="•"/>
            </a:pPr>
            <a:r>
              <a:rPr lang="es-419" sz="1200"/>
              <a:t>Según sus necesidades, puede empezar con los marcos de trabajo de bajo nivel y utilizar su propia solución. Puede utilizar herramientas como Amazon SageMaker para realizar tareas más complejas o adaptar uno de los servicios administrados de ML a su dominio de problemas específico.</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2d632195371_2_126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2d632195371_2_126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Presentación de la sección 5: Desafíos del machine learning.</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2d632195371_2_126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9" name="Google Shape;1359;g2d632195371_2_126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puede plantear muchos desafíos, como en los ejemplos siguientes.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Datos:</a:t>
            </a:r>
            <a:endParaRPr sz="1200"/>
          </a:p>
          <a:p>
            <a:pPr indent="-158750" lvl="0" marL="152400" rtl="0" algn="l">
              <a:spcBef>
                <a:spcPts val="0"/>
              </a:spcBef>
              <a:spcAft>
                <a:spcPts val="0"/>
              </a:spcAft>
              <a:buClr>
                <a:schemeClr val="dk1"/>
              </a:buClr>
              <a:buSzPts val="1100"/>
              <a:buFont typeface="Arial"/>
              <a:buChar char="•"/>
            </a:pPr>
            <a:r>
              <a:rPr b="0" lang="es-419" sz="1200"/>
              <a:t>En el mundo hay una gran cantidad de datos de mala calidad e incoherentes. Gran parte de su trabajo consiste en recopilar datos fiables.</a:t>
            </a:r>
            <a:endParaRPr sz="1200"/>
          </a:p>
          <a:p>
            <a:pPr indent="-158750" lvl="0" marL="152400" rtl="0" algn="l">
              <a:spcBef>
                <a:spcPts val="0"/>
              </a:spcBef>
              <a:spcAft>
                <a:spcPts val="0"/>
              </a:spcAft>
              <a:buClr>
                <a:schemeClr val="dk1"/>
              </a:buClr>
              <a:buSzPts val="1100"/>
              <a:buFont typeface="Arial"/>
              <a:buChar char="•"/>
            </a:pPr>
            <a:r>
              <a:rPr b="0" lang="es-419" sz="1200"/>
              <a:t>¿Los datos representan correctamente el problema? Si intenta buscar fraudes con tarjetas de crédito, ¿tiene ejemplos para entrenar?</a:t>
            </a:r>
            <a:endParaRPr sz="1200"/>
          </a:p>
          <a:p>
            <a:pPr indent="-158750" lvl="0" marL="152400" rtl="0" algn="l">
              <a:spcBef>
                <a:spcPts val="0"/>
              </a:spcBef>
              <a:spcAft>
                <a:spcPts val="0"/>
              </a:spcAft>
              <a:buClr>
                <a:schemeClr val="dk1"/>
              </a:buClr>
              <a:buSzPts val="1100"/>
              <a:buFont typeface="Arial"/>
              <a:buChar char="•"/>
            </a:pPr>
            <a:r>
              <a:rPr b="0" lang="es-419" sz="1200"/>
              <a:t>¿Tiene suficientes datos? En la mayoría de los casos, mientras más datos tenga, mejor.</a:t>
            </a:r>
            <a:endParaRPr sz="1200"/>
          </a:p>
          <a:p>
            <a:pPr indent="-158750" lvl="0" marL="152400" rtl="0" algn="l">
              <a:spcBef>
                <a:spcPts val="0"/>
              </a:spcBef>
              <a:spcAft>
                <a:spcPts val="0"/>
              </a:spcAft>
              <a:buClr>
                <a:schemeClr val="dk1"/>
              </a:buClr>
              <a:buSzPts val="1100"/>
              <a:buFont typeface="Arial"/>
              <a:buChar char="•"/>
            </a:pPr>
            <a:r>
              <a:rPr b="0" lang="es-419" sz="1200"/>
              <a:t>¿Su modelo está sobreajustado o infraajustado?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Usuarios:</a:t>
            </a:r>
            <a:endParaRPr sz="1200"/>
          </a:p>
          <a:p>
            <a:pPr indent="-158750" lvl="0" marL="152400" rtl="0" algn="l">
              <a:spcBef>
                <a:spcPts val="0"/>
              </a:spcBef>
              <a:spcAft>
                <a:spcPts val="0"/>
              </a:spcAft>
              <a:buClr>
                <a:schemeClr val="dk1"/>
              </a:buClr>
              <a:buSzPts val="1100"/>
              <a:buFont typeface="Arial"/>
              <a:buChar char="•"/>
            </a:pPr>
            <a:r>
              <a:rPr b="0" lang="es-419" sz="1200"/>
              <a:t>¿Tiene experiencia en ciencia de datos?</a:t>
            </a:r>
            <a:endParaRPr sz="1200"/>
          </a:p>
          <a:p>
            <a:pPr indent="-158750" lvl="0" marL="152400" rtl="0" algn="l">
              <a:spcBef>
                <a:spcPts val="0"/>
              </a:spcBef>
              <a:spcAft>
                <a:spcPts val="0"/>
              </a:spcAft>
              <a:buClr>
                <a:schemeClr val="dk1"/>
              </a:buClr>
              <a:buSzPts val="1100"/>
              <a:buFont typeface="Arial"/>
              <a:buChar char="•"/>
            </a:pPr>
            <a:r>
              <a:rPr b="0" lang="es-419" sz="1200"/>
              <a:t>¿Es rentable contratar a un equipo de científicos de datos?</a:t>
            </a:r>
            <a:endParaRPr sz="1200"/>
          </a:p>
          <a:p>
            <a:pPr indent="-158750" lvl="0" marL="152400" rtl="0" algn="l">
              <a:spcBef>
                <a:spcPts val="0"/>
              </a:spcBef>
              <a:spcAft>
                <a:spcPts val="0"/>
              </a:spcAft>
              <a:buClr>
                <a:schemeClr val="dk1"/>
              </a:buClr>
              <a:buSzPts val="1100"/>
              <a:buFont typeface="Arial"/>
              <a:buChar char="•"/>
            </a:pPr>
            <a:r>
              <a:rPr b="0" lang="es-419" sz="1200"/>
              <a:t>¿La administración apoya el uso de ML?</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Empresa:</a:t>
            </a:r>
            <a:endParaRPr sz="1200"/>
          </a:p>
          <a:p>
            <a:pPr indent="-158750" lvl="0" marL="152400" rtl="0" algn="l">
              <a:spcBef>
                <a:spcPts val="0"/>
              </a:spcBef>
              <a:spcAft>
                <a:spcPts val="0"/>
              </a:spcAft>
              <a:buClr>
                <a:schemeClr val="dk1"/>
              </a:buClr>
              <a:buSzPts val="1100"/>
              <a:buFont typeface="Arial"/>
              <a:buChar char="•"/>
            </a:pPr>
            <a:r>
              <a:rPr b="0" lang="es-419" sz="1200"/>
              <a:t>¿Los problemas son demasiado complejos para formularlos en un problema de ML?</a:t>
            </a:r>
            <a:endParaRPr sz="1200"/>
          </a:p>
          <a:p>
            <a:pPr indent="-158750" lvl="0" marL="152400" rtl="0" algn="l">
              <a:spcBef>
                <a:spcPts val="0"/>
              </a:spcBef>
              <a:spcAft>
                <a:spcPts val="0"/>
              </a:spcAft>
              <a:buClr>
                <a:schemeClr val="dk1"/>
              </a:buClr>
              <a:buSzPts val="1100"/>
              <a:buFont typeface="Arial"/>
              <a:buChar char="•"/>
            </a:pPr>
            <a:r>
              <a:rPr b="0" lang="es-419" sz="1200"/>
              <a:t>¿El modelo resultante se puede explicar a la empresa? Si no se puede, es posible que el modelo no se adopte.</a:t>
            </a:r>
            <a:endParaRPr sz="1200"/>
          </a:p>
          <a:p>
            <a:pPr indent="-158750" lvl="0" marL="152400" rtl="0" algn="l">
              <a:spcBef>
                <a:spcPts val="0"/>
              </a:spcBef>
              <a:spcAft>
                <a:spcPts val="0"/>
              </a:spcAft>
              <a:buClr>
                <a:schemeClr val="dk1"/>
              </a:buClr>
              <a:buSzPts val="1100"/>
              <a:buFont typeface="Arial"/>
              <a:buChar char="•"/>
            </a:pPr>
            <a:r>
              <a:rPr b="0" lang="es-419" sz="1200"/>
              <a:t>¿Cuál es el costo de construir, actualizar y ejecutar una solución de ML?</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Tecnología:</a:t>
            </a:r>
            <a:endParaRPr sz="1200"/>
          </a:p>
          <a:p>
            <a:pPr indent="-158750" lvl="0" marL="152400" rtl="0" algn="l">
              <a:spcBef>
                <a:spcPts val="0"/>
              </a:spcBef>
              <a:spcAft>
                <a:spcPts val="0"/>
              </a:spcAft>
              <a:buClr>
                <a:schemeClr val="dk1"/>
              </a:buClr>
              <a:buSzPts val="1100"/>
              <a:buFont typeface="Arial"/>
              <a:buChar char="•"/>
            </a:pPr>
            <a:r>
              <a:rPr b="0" lang="es-419" sz="1200"/>
              <a:t>¿La unidad de negocio tiene acceso a los datos que necesita? ¿Los datos se pueden proteger para cumplir los requisitos reglamentarios?</a:t>
            </a:r>
            <a:endParaRPr sz="1200"/>
          </a:p>
          <a:p>
            <a:pPr indent="-158750" lvl="0" marL="152400" rtl="0" algn="l">
              <a:spcBef>
                <a:spcPts val="0"/>
              </a:spcBef>
              <a:spcAft>
                <a:spcPts val="0"/>
              </a:spcAft>
              <a:buClr>
                <a:schemeClr val="dk1"/>
              </a:buClr>
              <a:buSzPts val="1100"/>
              <a:buFont typeface="Arial"/>
              <a:buChar char="•"/>
            </a:pPr>
            <a:r>
              <a:rPr b="0" lang="es-419" sz="1200"/>
              <a:t>¿Qué herramientas y marcos de trabajo planea utilizar?</a:t>
            </a:r>
            <a:endParaRPr sz="1200"/>
          </a:p>
          <a:p>
            <a:pPr indent="-158750" lvl="0" marL="152400" rtl="0" algn="l">
              <a:spcBef>
                <a:spcPts val="0"/>
              </a:spcBef>
              <a:spcAft>
                <a:spcPts val="0"/>
              </a:spcAft>
              <a:buClr>
                <a:schemeClr val="dk1"/>
              </a:buClr>
              <a:buSzPts val="1100"/>
              <a:buFont typeface="Arial"/>
              <a:buChar char="•"/>
            </a:pPr>
            <a:r>
              <a:rPr b="0" lang="es-419" sz="1200"/>
              <a:t>¿Cómo se integra esta solución con otros sistemas?</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d632195371_2_128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7" name="Google Shape;1377;g2d632195371_2_128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Muchos problemas de ML se pueden resolver actualmente, con pocos conocimientos de ML, utilizando modelos existentes.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Ya conoce los servicios administrados de AWS para ML. Ahora necesita algunas habilidades de desarrollador para llamar a las API y puede agregar sofisticadas capacidades de machine learning a sus aplicaciones.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Puede utilizar otros modelos prediseñados o adaptar el popular modelo de visión You Only Look Once (YOLO).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Quizás no quiera crear su propio algoritmo, pero sí comprar modelos y servicios desarrollados por proveedores de software independientes. Además de los escenarios anteriores, también puede utilizar AWS Marketplace para buscar soluciones de terceros.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2d632195371_2_129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1" name="Google Shape;1391;g2d632195371_2_129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Se enfrentará a muchos desafíos de machine learning. Los principales problemas en los que influirá directamente están relacionados con los datos, pero también se enfrentará a desafíos relacionados con las personas, la empresa y la tecnología.</a:t>
            </a:r>
            <a:endParaRPr sz="1200"/>
          </a:p>
          <a:p>
            <a:pPr indent="-158750" lvl="0" marL="152400" rtl="0" algn="l">
              <a:spcBef>
                <a:spcPts val="0"/>
              </a:spcBef>
              <a:spcAft>
                <a:spcPts val="0"/>
              </a:spcAft>
              <a:buClr>
                <a:schemeClr val="dk1"/>
              </a:buClr>
              <a:buSzPts val="1100"/>
              <a:buFont typeface="Arial"/>
              <a:buChar char="•"/>
            </a:pPr>
            <a:r>
              <a:rPr lang="es-419" sz="1200"/>
              <a:t>Considere los servicios administrados como una ayuda para resolver los problemas de machine learning.</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2d632195371_2_130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9" name="Google Shape;1399;g2d632195371_2_130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Ahora es el momento de revisar el módulo y finalizar con una evaluación de conocimientos.</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2d632195371_2_1311: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6" name="Google Shape;1406;g2d632195371_2_1311: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200"/>
              <a:t>Algunas conclusiones importantes de esta sección del módulo incluyen lo siguiente:</a:t>
            </a:r>
            <a:endParaRPr sz="1200"/>
          </a:p>
          <a:p>
            <a:pPr indent="-158750" lvl="0" marL="152400" rtl="0" algn="l">
              <a:spcBef>
                <a:spcPts val="0"/>
              </a:spcBef>
              <a:spcAft>
                <a:spcPts val="0"/>
              </a:spcAft>
              <a:buClr>
                <a:schemeClr val="dk1"/>
              </a:buClr>
              <a:buSzPts val="1100"/>
              <a:buFont typeface="Arial"/>
              <a:buChar char="•"/>
            </a:pPr>
            <a:r>
              <a:rPr lang="es-419" sz="1200"/>
              <a:t>El machine learning es un subconjunto de la inteligencia artificial.</a:t>
            </a:r>
            <a:endParaRPr sz="1200"/>
          </a:p>
          <a:p>
            <a:pPr indent="-158750" lvl="1" marL="558800" rtl="0" algn="l">
              <a:spcBef>
                <a:spcPts val="0"/>
              </a:spcBef>
              <a:spcAft>
                <a:spcPts val="0"/>
              </a:spcAft>
              <a:buClr>
                <a:schemeClr val="dk1"/>
              </a:buClr>
              <a:buSzPts val="1100"/>
              <a:buFont typeface="Arial"/>
              <a:buChar char="•"/>
            </a:pPr>
            <a:r>
              <a:rPr lang="es-419" sz="1200"/>
              <a:t>El machine learning aplica algoritmos de aprendizaje para desarrollar modelos a partir de grandes conjuntos de datos.</a:t>
            </a:r>
            <a:endParaRPr sz="1200"/>
          </a:p>
          <a:p>
            <a:pPr indent="-158750" lvl="0" marL="152400" rtl="0" algn="l">
              <a:spcBef>
                <a:spcPts val="0"/>
              </a:spcBef>
              <a:spcAft>
                <a:spcPts val="0"/>
              </a:spcAft>
              <a:buClr>
                <a:schemeClr val="dk1"/>
              </a:buClr>
              <a:buSzPts val="1100"/>
              <a:buFont typeface="Arial"/>
              <a:buChar char="•"/>
            </a:pPr>
            <a:r>
              <a:rPr lang="es-419" sz="1200"/>
              <a:t>La canalización de machine learning describe las diferentes etapas para desarrollar una aplicación de machine learning.</a:t>
            </a:r>
            <a:endParaRPr sz="1200"/>
          </a:p>
          <a:p>
            <a:pPr indent="-158750" lvl="0" marL="152400" rtl="0" algn="l">
              <a:spcBef>
                <a:spcPts val="0"/>
              </a:spcBef>
              <a:spcAft>
                <a:spcPts val="0"/>
              </a:spcAft>
              <a:buClr>
                <a:schemeClr val="dk1"/>
              </a:buClr>
              <a:buSzPts val="1100"/>
              <a:buFont typeface="Arial"/>
              <a:buChar char="•"/>
            </a:pPr>
            <a:r>
              <a:rPr lang="es-419" sz="1200"/>
              <a:t>La pila de machine learning tiene tres capas clave.</a:t>
            </a:r>
            <a:endParaRPr sz="1200"/>
          </a:p>
          <a:p>
            <a:pPr indent="-158750" lvl="1" marL="558800" rtl="0" algn="l">
              <a:spcBef>
                <a:spcPts val="0"/>
              </a:spcBef>
              <a:spcAft>
                <a:spcPts val="0"/>
              </a:spcAft>
              <a:buClr>
                <a:schemeClr val="dk1"/>
              </a:buClr>
              <a:buSzPts val="1100"/>
              <a:buFont typeface="Arial"/>
              <a:buChar char="•"/>
            </a:pPr>
            <a:r>
              <a:rPr lang="es-419" sz="1200"/>
              <a:t>Servicios de API, servicios de machine learning, marcos de trabajo de machine learning</a:t>
            </a:r>
            <a:endParaRPr sz="1200"/>
          </a:p>
          <a:p>
            <a:pPr indent="-158750" lvl="0" marL="152400" rtl="0" algn="l">
              <a:spcBef>
                <a:spcPts val="0"/>
              </a:spcBef>
              <a:spcAft>
                <a:spcPts val="0"/>
              </a:spcAft>
              <a:buClr>
                <a:schemeClr val="dk1"/>
              </a:buClr>
              <a:buSzPts val="1100"/>
              <a:buFont typeface="Arial"/>
              <a:buChar char="•"/>
            </a:pPr>
            <a:r>
              <a:rPr lang="es-419" sz="1200"/>
              <a:t>El desarrollo de machine learning es diferente al desarrollo tradicional.</a:t>
            </a:r>
            <a:endParaRPr sz="1200"/>
          </a:p>
          <a:p>
            <a:pPr indent="-158750" lvl="1" marL="558800" rtl="0" algn="l">
              <a:spcBef>
                <a:spcPts val="0"/>
              </a:spcBef>
              <a:spcAft>
                <a:spcPts val="0"/>
              </a:spcAft>
              <a:buClr>
                <a:schemeClr val="dk1"/>
              </a:buClr>
              <a:buSzPts val="1100"/>
              <a:buFont typeface="Arial"/>
              <a:buChar char="•"/>
            </a:pPr>
            <a:r>
              <a:rPr lang="es-419" sz="1200"/>
              <a:t>Los algoritmos de entrenamiento se aplican a los datos para crear un modelo que permita hacer predicciones.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2d632195371_2_131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4" name="Google Shape;1414;g2d632195371_2_131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En resumen, en este módulo aprendieron a hacer lo siguiente:</a:t>
            </a:r>
            <a:endParaRPr sz="1200"/>
          </a:p>
          <a:p>
            <a:pPr indent="-158750" lvl="0" marL="152400" rtl="0" algn="l">
              <a:spcBef>
                <a:spcPts val="0"/>
              </a:spcBef>
              <a:spcAft>
                <a:spcPts val="0"/>
              </a:spcAft>
              <a:buClr>
                <a:schemeClr val="dk1"/>
              </a:buClr>
              <a:buSzPts val="1100"/>
              <a:buFont typeface="Arial"/>
              <a:buChar char="•"/>
            </a:pPr>
            <a:r>
              <a:rPr b="0" lang="es-419" sz="1200"/>
              <a:t>Reconocer cómo machine learning y el aprendizaje profundo son parte de la inteligencia artificial</a:t>
            </a:r>
            <a:endParaRPr sz="1200"/>
          </a:p>
          <a:p>
            <a:pPr indent="-158750" lvl="0" marL="152400" rtl="0" algn="l">
              <a:spcBef>
                <a:spcPts val="0"/>
              </a:spcBef>
              <a:spcAft>
                <a:spcPts val="0"/>
              </a:spcAft>
              <a:buClr>
                <a:schemeClr val="dk1"/>
              </a:buClr>
              <a:buSzPts val="1100"/>
              <a:buFont typeface="Arial"/>
              <a:buChar char="•"/>
            </a:pPr>
            <a:r>
              <a:rPr b="0" lang="es-419" sz="1200"/>
              <a:t>Describir la terminología de inteligencia artificial y machine learning </a:t>
            </a:r>
            <a:endParaRPr sz="1200"/>
          </a:p>
          <a:p>
            <a:pPr indent="-158750" lvl="0" marL="152400" rtl="0" algn="l">
              <a:spcBef>
                <a:spcPts val="0"/>
              </a:spcBef>
              <a:spcAft>
                <a:spcPts val="0"/>
              </a:spcAft>
              <a:buClr>
                <a:schemeClr val="dk1"/>
              </a:buClr>
              <a:buSzPts val="1100"/>
              <a:buFont typeface="Arial"/>
              <a:buChar char="•"/>
            </a:pPr>
            <a:r>
              <a:rPr b="0" lang="es-419" sz="1200"/>
              <a:t>Identificar cómo se puede utilizar el machine learning para resolver un problema empresarial </a:t>
            </a:r>
            <a:endParaRPr sz="1200"/>
          </a:p>
          <a:p>
            <a:pPr indent="-158750" lvl="0" marL="152400" rtl="0" algn="l">
              <a:spcBef>
                <a:spcPts val="0"/>
              </a:spcBef>
              <a:spcAft>
                <a:spcPts val="0"/>
              </a:spcAft>
              <a:buClr>
                <a:schemeClr val="dk1"/>
              </a:buClr>
              <a:buSzPts val="1100"/>
              <a:buFont typeface="Arial"/>
              <a:buChar char="•"/>
            </a:pPr>
            <a:r>
              <a:rPr b="0" lang="es-419" sz="1200"/>
              <a:t>Describir el proceso de machine learning </a:t>
            </a:r>
            <a:endParaRPr sz="1200"/>
          </a:p>
          <a:p>
            <a:pPr indent="-158750" lvl="0" marL="152400" rtl="0" algn="l">
              <a:spcBef>
                <a:spcPts val="0"/>
              </a:spcBef>
              <a:spcAft>
                <a:spcPts val="0"/>
              </a:spcAft>
              <a:buClr>
                <a:schemeClr val="dk1"/>
              </a:buClr>
              <a:buSzPts val="1100"/>
              <a:buFont typeface="Arial"/>
              <a:buChar char="•"/>
            </a:pPr>
            <a:r>
              <a:rPr b="0" lang="es-419" sz="1200"/>
              <a:t>Enumerar las herramientas disponibles para científicos de datos</a:t>
            </a:r>
            <a:endParaRPr sz="1200"/>
          </a:p>
          <a:p>
            <a:pPr indent="-158750" lvl="0" marL="152400" rtl="0" algn="l">
              <a:spcBef>
                <a:spcPts val="0"/>
              </a:spcBef>
              <a:spcAft>
                <a:spcPts val="0"/>
              </a:spcAft>
              <a:buClr>
                <a:schemeClr val="dk1"/>
              </a:buClr>
              <a:buSzPts val="1100"/>
              <a:buFont typeface="Arial"/>
              <a:buChar char="•"/>
            </a:pPr>
            <a:r>
              <a:rPr b="0" lang="es-419" sz="1200"/>
              <a:t>Identificar cuándo utilizar machine learning en lugar de los métodos tradicionales de desarrollo de software </a:t>
            </a:r>
            <a:endParaRPr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2d632195371_2_132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2d632195371_2_132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Ahora es el momento de completar la evaluación de conocimientos para este módulo.</a:t>
            </a:r>
            <a:endParaRPr sz="12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2d632195371_2_133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8" name="Google Shape;1428;g2d632195371_2_133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Para obtener información sobre machine learning, consulte:</a:t>
            </a:r>
            <a:endParaRPr sz="1200"/>
          </a:p>
          <a:p>
            <a:pPr indent="-158750" lvl="0" marL="152400" rtl="0" algn="l">
              <a:spcBef>
                <a:spcPts val="0"/>
              </a:spcBef>
              <a:spcAft>
                <a:spcPts val="0"/>
              </a:spcAft>
              <a:buClr>
                <a:schemeClr val="dk1"/>
              </a:buClr>
              <a:buSzPts val="1100"/>
              <a:buFont typeface="Arial"/>
              <a:buChar char="•"/>
            </a:pPr>
            <a:r>
              <a:rPr b="0" lang="es-419" sz="1200" u="none"/>
              <a:t>“What is Machine Learning?”</a:t>
            </a:r>
            <a:r>
              <a:rPr lang="es-419" sz="1200" u="sng">
                <a:solidFill>
                  <a:schemeClr val="hlink"/>
                </a:solidFill>
                <a:hlinkClick r:id="rId2"/>
              </a:rPr>
              <a:t> (¿Qué es machine learning?) en https://docs.aws.amazon.com/machine-learning/latest/dg/what-is-amazon-machine-learning.html</a:t>
            </a:r>
            <a:endParaRPr sz="1200">
              <a:solidFill>
                <a:srgbClr val="19594E"/>
              </a:solidFill>
            </a:endParaRPr>
          </a:p>
          <a:p>
            <a:pPr indent="-158750" lvl="0" marL="152400" rtl="0" algn="l">
              <a:spcBef>
                <a:spcPts val="0"/>
              </a:spcBef>
              <a:spcAft>
                <a:spcPts val="0"/>
              </a:spcAft>
              <a:buClr>
                <a:schemeClr val="dk1"/>
              </a:buClr>
              <a:buSzPts val="1100"/>
              <a:buFont typeface="Arial"/>
              <a:buChar char="•"/>
            </a:pPr>
            <a:r>
              <a:rPr b="0" lang="es-419" sz="1200" u="none"/>
              <a:t>“Machine Learning en AWS” en </a:t>
            </a:r>
            <a:r>
              <a:rPr lang="es-419" sz="1200" u="sng">
                <a:solidFill>
                  <a:schemeClr val="hlink"/>
                </a:solidFill>
                <a:hlinkClick r:id="rId3"/>
              </a:rPr>
              <a:t>https://aws.amazon.com/machine-learning/?nc2=h_ql_sol_use_ml</a:t>
            </a:r>
            <a:endParaRPr b="0" sz="1200" u="none">
              <a:solidFill>
                <a:srgbClr val="19594E"/>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2d632195371_2_1336: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5" name="Google Shape;1435;g2d632195371_2_1336:notes"/>
          <p:cNvSpPr txBox="1"/>
          <p:nvPr>
            <p:ph idx="1" type="body"/>
          </p:nvPr>
        </p:nvSpPr>
        <p:spPr>
          <a:xfrm>
            <a:off x="1008529" y="3463636"/>
            <a:ext cx="4840941" cy="4906818"/>
          </a:xfrm>
          <a:prstGeom prst="rect">
            <a:avLst/>
          </a:prstGeom>
          <a:noFill/>
          <a:ln>
            <a:noFill/>
          </a:ln>
        </p:spPr>
        <p:txBody>
          <a:bodyPr anchorCtr="0" anchor="t" bIns="40725" lIns="81475" spcFirstLastPara="1" rIns="81475" wrap="square" tIns="40725">
            <a:noAutofit/>
          </a:bodyPr>
          <a:lstStyle/>
          <a:p>
            <a:pPr indent="0" lvl="0" marL="0" marR="0" rtl="0" algn="l">
              <a:lnSpc>
                <a:spcPct val="100000"/>
              </a:lnSpc>
              <a:spcBef>
                <a:spcPts val="0"/>
              </a:spcBef>
              <a:spcAft>
                <a:spcPts val="0"/>
              </a:spcAft>
              <a:buClr>
                <a:schemeClr val="dk1"/>
              </a:buClr>
              <a:buSzPts val="1100"/>
              <a:buFont typeface="Calibri"/>
              <a:buNone/>
            </a:pPr>
            <a:r>
              <a:rPr lang="es-419" sz="1100"/>
              <a:t>Gracias por completar este módulo.</a:t>
            </a:r>
            <a:endParaRPr sz="120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d632195371_2_1342: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2" name="Google Shape;1442;g2d632195371_2_1342: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2d632195371_2_134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g2d632195371_2_134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Este curso es una introducción al machine learning (ML) y muestra cómo el machine learning se integra en el panorama general de la inteligencia artificial (IA).</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machine learning es un subconjunto de la IA, que es una amplia rama de las ciencias de la computación para crear máquinas que puedan realizar tareas humanas. El aprendizaje profundo es un subdominio del machine learning. Para entender cómo se integran estas ideas, aprenderá sobre cada campo.</a:t>
            </a:r>
            <a:endParaRPr sz="12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d632195371_2_136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2" name="Google Shape;1462;g2d632195371_2_136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Es probable que encuentre muchas definiciones de machine learning. No existe una definición estándar, por lo que a continuación conocerá algunas definiciones de machine learning.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Machine learning</a:t>
            </a:r>
            <a:r>
              <a:rPr b="0" lang="es-419" sz="1200"/>
              <a:t> es el estudio científico de algoritmos y modelos estadísticos para realizar tareas utilizando inferencia en lugar de instrucciones. Para ayudarlo a comprender mejor esta idea, considere el siguiente ejemplo concreto.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Supongamos que debe escribir una aplicación que determine si un mensaje de correo electrónico es spam o no. Sin el machine learning, se escribe una compleja serie de enunciados de decisión (como enunciados </a:t>
            </a:r>
            <a:r>
              <a:rPr b="0" i="1" lang="es-419" sz="1200"/>
              <a:t>if/else</a:t>
            </a:r>
            <a:r>
              <a:rPr b="0" lang="es-419" sz="1200"/>
              <a:t>). Tal vez utilice palabras en el asunto o el cuerpo, el número de enlaces y la longitud del mensaje para determinar si el mensaje de correo electrónico es spam. Sería difícil y complicado recopilar un conjunto tan amplio de normas para cubrir todas las posibilidades. Sin embargo, con el machine learning se podría utilizar una lista de mensajes de correo electrónico marcados como </a:t>
            </a:r>
            <a:r>
              <a:rPr b="0" i="1" lang="es-419" sz="1200"/>
              <a:t>spam</a:t>
            </a:r>
            <a:r>
              <a:rPr b="0" lang="es-419" sz="1200"/>
              <a:t> o </a:t>
            </a:r>
            <a:r>
              <a:rPr b="0" i="1" lang="es-419" sz="1200"/>
              <a:t>no es spam</a:t>
            </a:r>
            <a:r>
              <a:rPr b="0" lang="es-419" sz="1200"/>
              <a:t> para entrenar un modelo de machine learning. El modelo aprendería qué patrones de palabras, longitudes y otros atributos son buenos indicadores de los mensajes de spam. Cuando se presenta el modelo con un mensaje de correo electrónico que no haya visto antes, el modelo predecirá si se trata de </a:t>
            </a:r>
            <a:r>
              <a:rPr b="0" i="1" lang="es-419" sz="1200"/>
              <a:t>spam</a:t>
            </a:r>
            <a:r>
              <a:rPr b="0" lang="es-419" sz="1200"/>
              <a:t> o </a:t>
            </a:r>
            <a:r>
              <a:rPr b="0" i="1" lang="es-419" sz="1200"/>
              <a:t>no es spam</a:t>
            </a:r>
            <a:r>
              <a:rPr b="0" lang="es-419" sz="1200"/>
              <a:t>.</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Tom Mitchell, pionero del machine learning, escribió esta definición: “se dice que un programa de computadora aprende de la experiencia E con respecto a alguna tarea T y alguna medida de rendimiento P, si su rendimiento en las tareas de T, medido por P, mejora con la experiencia E”. (Mitchell, Tom. 1997. </a:t>
            </a:r>
            <a:r>
              <a:rPr b="0" i="1" lang="es-419" sz="1200"/>
              <a:t>Machine learning</a:t>
            </a:r>
            <a:r>
              <a:rPr b="0" lang="es-419" sz="1200"/>
              <a:t>. McGraw Hill. p. 2.)</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Si aplicamos este concepto al spam, las letras </a:t>
            </a:r>
            <a:r>
              <a:rPr b="0" i="1" lang="es-419" sz="1200"/>
              <a:t>E</a:t>
            </a:r>
            <a:r>
              <a:rPr b="0" lang="es-419" sz="1200"/>
              <a:t>, </a:t>
            </a:r>
            <a:r>
              <a:rPr b="0" i="1" lang="es-419" sz="1200"/>
              <a:t>T</a:t>
            </a:r>
            <a:r>
              <a:rPr b="0" lang="es-419" sz="1200"/>
              <a:t> y </a:t>
            </a:r>
            <a:r>
              <a:rPr b="0" i="1" lang="es-419" sz="1200"/>
              <a:t>P</a:t>
            </a:r>
            <a:r>
              <a:rPr b="0" lang="es-419" sz="1200"/>
              <a:t> representan:</a:t>
            </a:r>
            <a:endParaRPr sz="1200"/>
          </a:p>
          <a:p>
            <a:pPr indent="-158750" lvl="0" marL="152400" rtl="0" algn="l">
              <a:spcBef>
                <a:spcPts val="0"/>
              </a:spcBef>
              <a:spcAft>
                <a:spcPts val="0"/>
              </a:spcAft>
              <a:buClr>
                <a:schemeClr val="dk1"/>
              </a:buClr>
              <a:buSzPts val="1100"/>
              <a:buFont typeface="Arial"/>
              <a:buChar char="•"/>
            </a:pPr>
            <a:r>
              <a:rPr b="0" lang="es-419" sz="1200"/>
              <a:t>E: Los mensajes de correo electrónico que indican spam o no.</a:t>
            </a:r>
            <a:endParaRPr sz="1200"/>
          </a:p>
          <a:p>
            <a:pPr indent="-158750" lvl="0" marL="152400" rtl="0" algn="l">
              <a:spcBef>
                <a:spcPts val="0"/>
              </a:spcBef>
              <a:spcAft>
                <a:spcPts val="0"/>
              </a:spcAft>
              <a:buClr>
                <a:schemeClr val="dk1"/>
              </a:buClr>
              <a:buSzPts val="1100"/>
              <a:buFont typeface="Arial"/>
              <a:buChar char="•"/>
            </a:pPr>
            <a:r>
              <a:rPr b="0" lang="es-419" sz="1200"/>
              <a:t>T: La tarea de identificar el spam.</a:t>
            </a:r>
            <a:endParaRPr sz="1200"/>
          </a:p>
          <a:p>
            <a:pPr indent="-158750" lvl="0" marL="152400" rtl="0" algn="l">
              <a:spcBef>
                <a:spcPts val="0"/>
              </a:spcBef>
              <a:spcAft>
                <a:spcPts val="0"/>
              </a:spcAft>
              <a:buClr>
                <a:schemeClr val="dk1"/>
              </a:buClr>
              <a:buSzPts val="1100"/>
              <a:buFont typeface="Arial"/>
              <a:buChar char="•"/>
            </a:pPr>
            <a:r>
              <a:rPr b="0" lang="es-419" sz="1200"/>
              <a:t>P: La probabilidad de que el mensaje de correo electrónico desconocido sea spam.</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No se preocupe si estas ideas son difíciles de entender. Se explican con más detalle más adelante en este módulo.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2d632195371_2_137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6" name="Google Shape;1476;g2d632195371_2_137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lang="es-419" sz="1100">
                <a:solidFill>
                  <a:schemeClr val="dk1"/>
                </a:solidFill>
                <a:latin typeface="Calibri"/>
                <a:ea typeface="Calibri"/>
                <a:cs typeface="Calibri"/>
                <a:sym typeface="Calibri"/>
              </a:rPr>
              <a:t>La IA generativa es un tipo de IA que puede crear nuevos contenidos e ideas, como conversaciones, historias, imágenes, videos y música. La IA generativa se basa en modelos de ML de gran tamaño que se entrenan previamente con grandes cantidades de datos y que suelen denominarse modelos fundacionales (FM). A diferencia de los modelos de ML tradicionales, orientados a una sola tarea y que requieren formación, un único FM puede utilizarse para distintas tareas, como la generación de textos o resúmenes, sin necesidad de entrenamiento adicional. Puede usar la IA generativa para mejorar la experiencia del cliente a través de capacidades como chatbots, asistentes virtuales, centros de contacto inteligentes, personalización y moderación de contenido.</a:t>
            </a:r>
            <a:endParaRPr sz="12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2d632195371_2_138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1" name="Google Shape;1491;g2d632195371_2_138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convencional es un fenómeno bastante reciente. A mediados de la década del 2000 comenzaron a producirse rápidos avances en el machine learning y el aprendizaje profundo, en parte debido a la ley de Moore y al auge de la computación en la nube. Gracias a ello, es más fácil acceder a capacidades de cómputo y almacenamiento mayores, más rápidas y más baratas. Ahora se puede alquilar rendimiento informático durante unas horas por unos centavos, en comparación con las enormes inversiones que se necesitaban para comprar y operar clústeres informáticos a gran escala.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2012, el uso de redes neuronales comenzó en el Desafío de reconocimiento visual a gran escala de ImageNet, un concurso de machine learning para el reconocimiento de imágenes. El índice de exactitud subió a cerca del 82 % y desde entonces no ha dejado de aumentar. En 2015 superó el rendimiento humano.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d632195371_2_140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g2d632195371_2_140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machine learning se divide en tres tipos principales.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primer tipo es el </a:t>
            </a:r>
            <a:r>
              <a:rPr b="0" i="1" lang="es-419" sz="1200"/>
              <a:t>aprendizaje supervisado</a:t>
            </a:r>
            <a:r>
              <a:rPr b="0" i="0" lang="es-419" sz="1200"/>
              <a:t>,</a:t>
            </a:r>
            <a:r>
              <a:rPr b="0" lang="es-419" sz="1200"/>
              <a:t> en el que un modelo utiliza entradas y salidas conocidas para generalizar resultados futuros. El segundo tipo es el </a:t>
            </a:r>
            <a:r>
              <a:rPr b="0" i="1" lang="es-419" sz="1200"/>
              <a:t>aprendizaje no supervisado</a:t>
            </a:r>
            <a:r>
              <a:rPr b="0" lang="es-419" sz="1200"/>
              <a:t>, en el que el modelo no conoce entradas ni salidas; detecta patrones en los datos sin ayuda. El tercer tipo es el </a:t>
            </a:r>
            <a:r>
              <a:rPr b="0" i="1" lang="es-419" sz="1200"/>
              <a:t>aprendizaje por refuerzo</a:t>
            </a:r>
            <a:r>
              <a:rPr b="0" lang="es-419" sz="1200"/>
              <a:t>, en el que el modelo interactúa con su entorno y aprende a tomar acciones que maximicen las compensaciones.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Es importante conocer los tipos de ML, ya que el tipo lo guiará hacia la selección de un algoritmo que tenga sentido para resolver su problema empresarial.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2d632195371_2_142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4" name="Google Shape;1534;g2d632195371_2_142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i="1" lang="es-419" sz="1200"/>
              <a:t>El </a:t>
            </a:r>
            <a:r>
              <a:rPr b="0" lang="es-419" sz="1200"/>
              <a:t>aprendizaje supervisado es un tipo popular de ML, dado que es ampliamente aplicable. Se denomina aprendizaje supervisado porque se necesita un supervisor, un profesor, que muestre las respuestas correctas al modelo.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Al igual que cualquier estudiante, un algoritmo supervisado aprende con ejemplos. Necesita un profesor que utilice los datos de entrenamiento para ayudarlo a determinar los patrones y las relaciones entre las entradas y las salidas: “En esta foto, hay un automóvil. Aquí hay un automóvil en otra foto”. El modelo recibe entrenamiento sobre estos datos etiquetados para identificar con exactitud dónde hay un automóvil en una imagen nueva que no ha visto antes.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Sin embargo, puede haber distintos tipos de problemas en el aprendizaje supervisado. Estos problemas pueden clasificarse, a grandes rasgos, en dos categorías: la clasificación y la regresión.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Los problemas de </a:t>
            </a:r>
            <a:r>
              <a:rPr b="0" lang="es-419" sz="1200"/>
              <a:t>clasificación son de dos tipos. El primer tipo se considera un </a:t>
            </a:r>
            <a:r>
              <a:rPr b="0" i="1" lang="es-419" sz="1200"/>
              <a:t>problema de clasificación binaria</a:t>
            </a:r>
            <a:r>
              <a:rPr b="0" lang="es-419" sz="1200"/>
              <a:t>. Recuerde el ejemplo anterior sobre cómo identificar transacciones fraudulentas. La variable objetivo de este ejemplo está limitada a dos opciones: </a:t>
            </a:r>
            <a:r>
              <a:rPr b="0" i="1" lang="es-419" sz="1200"/>
              <a:t>fraudulenta</a:t>
            </a:r>
            <a:r>
              <a:rPr b="0" lang="es-419" sz="1200"/>
              <a:t> o </a:t>
            </a:r>
            <a:r>
              <a:rPr b="0" i="1" lang="es-419" sz="1200"/>
              <a:t>no fraudulenta</a:t>
            </a:r>
            <a:r>
              <a:rPr b="0" lang="es-419" sz="1200"/>
              <a:t>. Este ejemplo es un problema de clasificación binaria porque está clasificando una observación en una de dos categorías.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Los problemas de clasificación multiclase también existen. Estos problemas de ML clasifican una observación en una de tres o más categorías. Supongamos que cuenta con un modelo ML que predice por qué un cliente llama a su tienda. Su objetivo es reducir el número de transferencias necesarias antes de dirigir al cliente al departamento de atención al cliente correcto. En este caso, los diferentes departamentos de Servicio de atención al cliente representan la variedad de posibles variables objetivo, que podrían ser muchos departamentos diferentes.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i="1" lang="es-419" sz="1200"/>
              <a:t>También existen los problemas de </a:t>
            </a:r>
            <a:r>
              <a:rPr b="0" lang="es-419" sz="1200"/>
              <a:t>regresión. En un problema de regresión, ya no mapea una entrada a un número definido de categorías. En cambio, mapea las entradas a un valor continuo, como un número entero. Un ejemplo de problema de regresión de ML es la predicción del precio de las acciones de una empresa. Por ejemplo, un algoritmo basado en la regresión podría predecir que mañana el precio de las acciones de una empresa podrían subir de 113 a 127 dólares por acción.</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2d632195371_2_145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4" name="Google Shape;1564;g2d632195371_2_145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Ahora aprenderá sobre el machine learning no supervisado.</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 veces, los datos son todo lo que se tiene: no hay ningún supervisor disponible. En el aprendizaje no supervisado, no se proporcionan etiquetas (como sí lo hacen con el aprendizaje supervisado) porque no conoce todas las variables y patrones. En estas instancias, la máquina debe descubrir y crear las etiquetas por sí misma. Estos modelos utilizan los datos que se les presentan para detectar las propiedades emergentes de todo el conjunto de datos y, a continuación, construir patrones.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Una subcategoría común del aprendizaje no supervisado se denomina agrupación en clústeres. Este tipo de algoritmo agrupa los datos en clústeres diferentes que se basan en características similares para comprender mejor los atributos de un clúster específico. Por ejemplo, supongamos que trabaja para una organización de marketing que ofrece apoyo a empresas que proporcionan recursos de cómputo en la nube a sus clientes. Mediante el análisis de los hábitos de compra de los clientes, los algoritmos sin supervisar son capaces de identificar grupos de clientes que categorizan (o describen) una empresa en particular como pequeña, mediana o grande. Las empresas pueden utilizar esta información para tomar decisiones estratégicas de marketing en función del nivel en el que se encuentren (pequeñas, medianas o grandes), de modo que puedan orientar mejor las necesidades de recursos de cómputo en la nube. En esta situación, la agrupación en clústeres puede ayudarlo a darse cuenta de que debe proponer una estrategia diferente para empresas de distintos tamaños.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La ventaja de los algoritmos sin supervisar es que le permiten ver patrones en los datos que, de otro modo, no conocería. Un ejemplo podría ser la existencia de dos grandes tipos de clientes.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2d632195371_2_1483: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1" name="Google Shape;1591;g2d632195371_2_1483: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0" lang="es-419" sz="1200"/>
              <a:t>El procesamiento de lenguaje natural (NLP) es otra área del machine learning cada vez más utilizada. Por ejemplo, Amazon Alexa (o cualquier otro asistente de voz) utiliza el NLP para intentar responder a sus preguntas. El NLP tiene que ver con el lenguaje, pero también con el texto escrito.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NLP se utiliza en muchas aplicaciones como:</a:t>
            </a:r>
            <a:endParaRPr sz="1200"/>
          </a:p>
          <a:p>
            <a:pPr indent="-158750" lvl="0" marL="152400" rtl="0" algn="l">
              <a:spcBef>
                <a:spcPts val="0"/>
              </a:spcBef>
              <a:spcAft>
                <a:spcPts val="0"/>
              </a:spcAft>
              <a:buClr>
                <a:schemeClr val="dk1"/>
              </a:buClr>
              <a:buSzPts val="1100"/>
              <a:buFont typeface="Arial"/>
              <a:buChar char="•"/>
            </a:pPr>
            <a:r>
              <a:rPr b="0" lang="es-419" sz="1200"/>
              <a:t>Chat o bots de centros de llamadas: sistemas automatizados para obtener su saldo bancario o pedir comida en un restaurante.</a:t>
            </a:r>
            <a:endParaRPr sz="1200"/>
          </a:p>
          <a:p>
            <a:pPr indent="-158750" lvl="0" marL="152400" rtl="0" algn="l">
              <a:spcBef>
                <a:spcPts val="0"/>
              </a:spcBef>
              <a:spcAft>
                <a:spcPts val="0"/>
              </a:spcAft>
              <a:buClr>
                <a:schemeClr val="dk1"/>
              </a:buClr>
              <a:buSzPts val="1100"/>
              <a:buFont typeface="Arial"/>
              <a:buChar char="•"/>
            </a:pPr>
            <a:r>
              <a:rPr b="0" lang="es-419" sz="1200"/>
              <a:t>Herramientas de traducción: conversión de texto entre idiomas o aplicaciones que pueden traducir menús en tiempo real.</a:t>
            </a:r>
            <a:endParaRPr sz="1200"/>
          </a:p>
          <a:p>
            <a:pPr indent="-158750" lvl="0" marL="152400" rtl="0" algn="l">
              <a:spcBef>
                <a:spcPts val="0"/>
              </a:spcBef>
              <a:spcAft>
                <a:spcPts val="0"/>
              </a:spcAft>
              <a:buClr>
                <a:schemeClr val="dk1"/>
              </a:buClr>
              <a:buSzPts val="1100"/>
              <a:buFont typeface="Arial"/>
              <a:buChar char="•"/>
            </a:pPr>
            <a:r>
              <a:rPr b="0" lang="es-419" sz="1200"/>
              <a:t>Traducciones de voz a texto: conversión de palabras orales a texto. Se puede utilizar para activar los subtítulos automáticos.</a:t>
            </a:r>
            <a:endParaRPr sz="1200"/>
          </a:p>
          <a:p>
            <a:pPr indent="-158750" lvl="0" marL="152400" rtl="0" algn="l">
              <a:spcBef>
                <a:spcPts val="0"/>
              </a:spcBef>
              <a:spcAft>
                <a:spcPts val="0"/>
              </a:spcAft>
              <a:buClr>
                <a:schemeClr val="dk1"/>
              </a:buClr>
              <a:buSzPts val="1100"/>
              <a:buFont typeface="Arial"/>
              <a:buChar char="•"/>
            </a:pPr>
            <a:r>
              <a:rPr b="0" lang="es-419" sz="1200"/>
              <a:t>Análisis de sentimiento: permite analizar el sentimiento de los comentarios en reseñas de productos, música y películas. Estos sentimientos se pueden utilizar para asignar a la película un índice de audiencia.</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Aprenderá sobre la NLP en un módulo posterior.</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g2d632195371_2_1508: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7" name="Google Shape;1617;g2d632195371_2_1508: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 </a:t>
            </a:r>
            <a:r>
              <a:rPr b="0" lang="es-419" sz="1200"/>
              <a:t>diagrama de flujo de la formación del problema empresarial al problema.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Para empezar, siempre debería comenzar con el problema empresarial que usted o su equipo creen que puede beneficiarse con ML. A partir de ahí, deseará hacer alguna formulación del problema. Esta fase implica, en parte, articular su problema empresarial y convertirlo en un problema de ML.</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d632195371_2_151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7" name="Google Shape;1627;g2d632195371_2_151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diagrama de flujo del problema empresarial hasta la formación del problema para recopilar y etiquetar datos para evaluarlos.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1" lang="es-419" sz="1200"/>
              <a:t>~Texto alternativo/grupo 4: </a:t>
            </a:r>
            <a:r>
              <a:rPr b="0" lang="es-419" sz="1200"/>
              <a:t>tres conjuntos de datos reunidos en uno.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Una vez formulado el problema, se pasa a la preparación de datos y a la fase de procesamiento previo. En esta fase, extraerá datos de uno o más orígenes de datos. Estos orígenes de datos pueden tener diferencias en datos o tipos que deben reconciliarse para formar una única vista cohesiva de los datos. Debe visualizar los datos y utilizar las estadísticas para determinar si los datos son coherentes y se pueden utilizar para machine learning. Usted verá algunos orígenes de datos más adelante en el curso.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los datos de ejemplo, tiene cuatro columnas que contienen datos que se ensamblaron a partir de tres orígenes de datos. Los orígenes tenían formas ligeramente diferentes de representar los datos, y los resultados se muestran en la tabla. En los problemas de ML, las columnas representan características y las filas representan instancias. Puede ver algunos problemas con los datos en algunas de las instancias.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En algunos casos, necesita un experto en la materia o un experto funcional para entender la autenticidad de los datos. Por ejemplo, </a:t>
            </a:r>
            <a:r>
              <a:rPr b="0" i="1" lang="es-419" sz="1200"/>
              <a:t>11/2/1969</a:t>
            </a:r>
            <a:r>
              <a:rPr b="0" lang="es-419" sz="1200"/>
              <a:t> puede ser </a:t>
            </a:r>
            <a:r>
              <a:rPr b="0" i="1" lang="es-419" sz="1200"/>
              <a:t>2 de noviembre</a:t>
            </a:r>
            <a:r>
              <a:rPr b="0" lang="es-419" sz="1200"/>
              <a:t> u </a:t>
            </a:r>
            <a:r>
              <a:rPr b="0" i="1" lang="es-419" sz="1200"/>
              <a:t>11 de febrero</a:t>
            </a:r>
            <a:r>
              <a:rPr b="0" lang="es-419" sz="1200"/>
              <a:t>. Alguien que posea o administre el grupo de datos podría aclarar lo que significan esos datos. </a:t>
            </a:r>
            <a:r>
              <a:rPr b="0" i="1" lang="es-419" sz="1200"/>
              <a:t>El parámetro </a:t>
            </a:r>
            <a:r>
              <a:rPr b="0" lang="es-419" sz="1200"/>
              <a:t>Male puede atribuirse probablemente a un problema de importación en el que las celdas cambiaron de posición, pero también puede significar una ubicación: Male, la capital de la República de Maldivas. A veces, esta identificación de errores no es tan simple y requerirá un SME. Aprenderá sobre el rol de un experto más adelante en el curso.</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Puede tener un efecto sustancial en el éxito de un proyecto de ML al tener datos coherentes y correctos. </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2d632195371_2_1539: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0" name="Google Shape;1650;g2d632195371_2_1539: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5: </a:t>
            </a:r>
            <a:r>
              <a:rPr b="0" lang="es-419" sz="1200"/>
              <a:t>diagrama de flujo del problema empresarial hasta la formación del problema para recopilar y etiquetar datos para evaluarlos.</a:t>
            </a:r>
            <a:br>
              <a:rPr b="1" lang="es-419" sz="1200"/>
            </a:br>
            <a:endParaRPr b="1" sz="1200"/>
          </a:p>
          <a:p>
            <a:pPr indent="0" lvl="0" marL="0" rtl="0" algn="l">
              <a:spcBef>
                <a:spcPts val="0"/>
              </a:spcBef>
              <a:spcAft>
                <a:spcPts val="0"/>
              </a:spcAft>
              <a:buNone/>
            </a:pPr>
            <a:r>
              <a:rPr b="1" lang="es-419" sz="1200"/>
              <a:t>~Texto alternativo/grupo 30: </a:t>
            </a:r>
            <a:r>
              <a:rPr b="0" lang="es-419" sz="1200"/>
              <a:t>diagrama de flujo para la ingeniería de características, el entrenamiento, la evaluación y el ajuste de un modelo.</a:t>
            </a:r>
            <a:br>
              <a:rPr b="1" lang="es-419" sz="1200"/>
            </a:br>
            <a:br>
              <a:rPr b="1" lang="es-419" sz="1200"/>
            </a:br>
            <a:r>
              <a:rPr b="0" lang="es-419" sz="1200"/>
              <a:t>Después de preparar los datos y asegurarse de que son correctos y coherentes, es hora de entrenar el modelo. En esta fase, el proceso se vuelve iterativo y fluido. Es probable que se enfrente a varios procesos de ingeniería de características, entrenamiento, evaluación y ajuste antes de encontrar un modelo que se ajuste a sus objetivos empresariales.</a:t>
            </a:r>
            <a:endParaRPr sz="1200"/>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2d632195371_2_157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2" name="Google Shape;1682;g2d632195371_2_157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las flechas muestran la ubicación de los datos de una tabla a otra después de la transformación.</a:t>
            </a:r>
            <a:endParaRPr b="0" i="1" sz="1200"/>
          </a:p>
          <a:p>
            <a:pPr indent="0" lvl="0" marL="0" rtl="0" algn="l">
              <a:spcBef>
                <a:spcPts val="0"/>
              </a:spcBef>
              <a:spcAft>
                <a:spcPts val="0"/>
              </a:spcAft>
              <a:buNone/>
            </a:pPr>
            <a:r>
              <a:t/>
            </a:r>
            <a:endParaRPr b="0" i="1" sz="1200"/>
          </a:p>
          <a:p>
            <a:pPr indent="0" lvl="0" marL="0" rtl="0" algn="l">
              <a:spcBef>
                <a:spcPts val="0"/>
              </a:spcBef>
              <a:spcAft>
                <a:spcPts val="0"/>
              </a:spcAft>
              <a:buNone/>
            </a:pPr>
            <a:r>
              <a:rPr b="0" i="1" lang="es-419" sz="1200"/>
              <a:t>La </a:t>
            </a:r>
            <a:r>
              <a:rPr b="0" lang="es-419" sz="1200"/>
              <a:t>ingeniería de características es el proceso de selección o creación de las características que utilizará para entrenar el modelo. Las características son las columnas de datos que tiene dentro del conjunto de datos. El objetivo del modelo es intentar estimar correctamente el valor objetivo para los nuevos datos. El algoritmo de ML utiliza las características para predecir el destino. En este ejemplo, los datos de destino son el número medio de pasos realizados en una semana.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Seleccionar las características correctas puede implicar agregar, eliminar o calcular nuevas características. Es posible que se encuentre con estos cambios durante la ingeniería de características:</a:t>
            </a:r>
            <a:endParaRPr sz="1200"/>
          </a:p>
          <a:p>
            <a:pPr indent="0" lvl="0" marL="0" rtl="0" algn="l">
              <a:spcBef>
                <a:spcPts val="0"/>
              </a:spcBef>
              <a:spcAft>
                <a:spcPts val="0"/>
              </a:spcAft>
              <a:buNone/>
            </a:pPr>
            <a:r>
              <a:t/>
            </a:r>
            <a:endParaRPr b="0" sz="1200"/>
          </a:p>
          <a:p>
            <a:pPr indent="-158750" lvl="0" marL="152400" rtl="0" algn="l">
              <a:spcBef>
                <a:spcPts val="0"/>
              </a:spcBef>
              <a:spcAft>
                <a:spcPts val="0"/>
              </a:spcAft>
              <a:buClr>
                <a:schemeClr val="dk1"/>
              </a:buClr>
              <a:buSzPts val="1100"/>
              <a:buFont typeface="Arial"/>
              <a:buChar char="•"/>
            </a:pPr>
            <a:r>
              <a:rPr b="1" lang="es-419" sz="1200"/>
              <a:t>Limpieza de datos en la columna Nombre: </a:t>
            </a:r>
            <a:r>
              <a:rPr b="0" lang="es-419" sz="1200"/>
              <a:t>es posible que desee que el formato sea consistente, lo que puede ser útil más adelante en el modelo. También puede cambiar el formato solo por motivos estéticos. Dependiendo del problema que intente resolver con estos datos, puede que ni siquiera necesite el </a:t>
            </a:r>
            <a:r>
              <a:rPr b="0" i="1" lang="es-419" sz="1200"/>
              <a:t>Nombre</a:t>
            </a:r>
            <a:r>
              <a:rPr b="0" lang="es-419" sz="1200"/>
              <a:t>. </a:t>
            </a:r>
            <a:endParaRPr sz="1200"/>
          </a:p>
          <a:p>
            <a:pPr indent="-158750" lvl="0" marL="152400" rtl="0" algn="l">
              <a:spcBef>
                <a:spcPts val="0"/>
              </a:spcBef>
              <a:spcAft>
                <a:spcPts val="0"/>
              </a:spcAft>
              <a:buClr>
                <a:schemeClr val="dk1"/>
              </a:buClr>
              <a:buSzPts val="1100"/>
              <a:buFont typeface="Arial"/>
              <a:buChar char="•"/>
            </a:pPr>
            <a:r>
              <a:rPr b="1" lang="es-419" sz="1200"/>
              <a:t>Convertir el país en un conjunto numérico o binario de columnas:</a:t>
            </a:r>
            <a:r>
              <a:rPr b="0" lang="es-419" sz="1200"/>
              <a:t> si esta base de datos fuera tradicional, es posible que desee mover </a:t>
            </a:r>
            <a:r>
              <a:rPr b="0" i="1" lang="es-419" sz="1200"/>
              <a:t>País</a:t>
            </a:r>
            <a:r>
              <a:rPr b="0" lang="es-419" sz="1200"/>
              <a:t> a una tabla de consulta y, a continuación, hacer referencia a esta. La mayoría de los algoritmos de ML quieren los datos de una instancia en una sola fila. Además, los algoritmos de ML necesitan datos numéricos para procesarlos. Podría considerar convertir el texto del país en el código ISO del país. Sin embargo, el modelo podría interpretar que el valor numérico tiene significado, por lo que </a:t>
            </a:r>
            <a:r>
              <a:rPr b="0" i="1" lang="es-419" sz="1200"/>
              <a:t>Reino Unido (44)</a:t>
            </a:r>
            <a:r>
              <a:rPr b="0" lang="es-419" sz="1200"/>
              <a:t> sería más significativo que, por ejemplo, </a:t>
            </a:r>
            <a:r>
              <a:rPr b="0" i="1" lang="es-419" sz="1200"/>
              <a:t>Estados Unidos (01)</a:t>
            </a:r>
            <a:r>
              <a:rPr b="0" lang="es-419" sz="1200"/>
              <a:t>. En este caso, es conveniente dividir los datos en varias columnas. Esta práctica se conoce como </a:t>
            </a:r>
            <a:r>
              <a:rPr b="0" i="1" lang="es-419" sz="1200"/>
              <a:t>codificación categórica</a:t>
            </a:r>
            <a:r>
              <a:rPr b="0" lang="es-419" sz="1200"/>
              <a:t>, sobre la que aprenderá más adelante en este curso. </a:t>
            </a:r>
            <a:endParaRPr sz="1200"/>
          </a:p>
          <a:p>
            <a:pPr indent="-158750" lvl="0" marL="152400" rtl="0" algn="l">
              <a:spcBef>
                <a:spcPts val="0"/>
              </a:spcBef>
              <a:spcAft>
                <a:spcPts val="0"/>
              </a:spcAft>
              <a:buClr>
                <a:schemeClr val="dk1"/>
              </a:buClr>
              <a:buSzPts val="1100"/>
              <a:buFont typeface="Arial"/>
              <a:buChar char="•"/>
            </a:pPr>
            <a:r>
              <a:rPr b="1" lang="es-419" sz="1200"/>
              <a:t>Convertir los datos de sexo en binarios:</a:t>
            </a:r>
            <a:r>
              <a:rPr b="0" lang="es-419" sz="1200"/>
              <a:t> </a:t>
            </a:r>
            <a:r>
              <a:rPr b="0" i="1" lang="es-419" sz="1200"/>
              <a:t>si convierte el valor de texto en un valor numérico, con </a:t>
            </a:r>
            <a:r>
              <a:rPr b="0" lang="es-419" sz="1200"/>
              <a:t>0</a:t>
            </a:r>
            <a:r>
              <a:rPr b="0" i="1" lang="es-419" sz="1200"/>
              <a:t> o </a:t>
            </a:r>
            <a:r>
              <a:rPr b="0" lang="es-419" sz="1200"/>
              <a:t>1</a:t>
            </a:r>
            <a:r>
              <a:rPr b="0" i="1" lang="es-419" sz="1200"/>
              <a:t> representando </a:t>
            </a:r>
            <a:r>
              <a:rPr b="0" lang="es-419" sz="1200"/>
              <a:t>masculino</a:t>
            </a:r>
            <a:r>
              <a:rPr b="0" i="1" lang="es-419" sz="1200"/>
              <a:t> o </a:t>
            </a:r>
            <a:r>
              <a:rPr b="0" lang="es-419" sz="1200"/>
              <a:t>femenino, el modelo podrá utilizarlo más fácilmente. </a:t>
            </a:r>
            <a:endParaRPr sz="1200"/>
          </a:p>
          <a:p>
            <a:pPr indent="-158750" lvl="0" marL="152400" rtl="0" algn="l">
              <a:spcBef>
                <a:spcPts val="0"/>
              </a:spcBef>
              <a:spcAft>
                <a:spcPts val="0"/>
              </a:spcAft>
              <a:buClr>
                <a:schemeClr val="dk1"/>
              </a:buClr>
              <a:buSzPts val="1100"/>
              <a:buFont typeface="Arial"/>
              <a:buChar char="•"/>
            </a:pPr>
            <a:r>
              <a:rPr b="1" lang="es-419" sz="1200"/>
              <a:t>Dividir la fecha de nacimiento en las partes que la componen: </a:t>
            </a:r>
            <a:r>
              <a:rPr b="0" lang="es-419" sz="1200"/>
              <a:t>extraer la edad, el mes de nacimiento </a:t>
            </a:r>
            <a:r>
              <a:rPr b="0" i="1" lang="es-419" sz="1200"/>
              <a:t>(mes nac.)</a:t>
            </a:r>
            <a:r>
              <a:rPr b="0" lang="es-419" sz="1200"/>
              <a:t> y el día de la semana </a:t>
            </a:r>
            <a:r>
              <a:rPr b="0" i="1" lang="es-419" sz="1200"/>
              <a:t>(día de la sem.)</a:t>
            </a:r>
            <a:r>
              <a:rPr b="0" lang="es-419" sz="1200"/>
              <a:t> podría ser conveniente, dependiendo del problema que esté intentando resolver. ¿La edad influye en la variable objetivo? ¿En qué día de la semana nacieron?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No se preocupe si esta información parece complicada. Obtendrá más información sobre la ingeniería de características más adelante en este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2d632195371_2_1587: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0" name="Google Shape;1700;g2d632195371_2_1587: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5: </a:t>
            </a:r>
            <a:r>
              <a:rPr b="0" lang="es-419" sz="1200"/>
              <a:t>el ochenta por ciento de los datos fluyen hacia el algoritmo XGBoost y luego hacia un modelo entrenado.</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17: </a:t>
            </a:r>
            <a:r>
              <a:rPr b="0" lang="es-419" sz="1200"/>
              <a:t>entre el diez y el veinte por ciento de los datos que fluyen hacia un conjunto de datos de prueba.</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Después de limpiar los datos e identificar sus características, es hora de entrenar un modelo. No utilice todos los datos para entrenar el modelo. En su lugar, debe retener algunos datos para que pueda disponer de algunos datos con los que realizar pruebas. Normalmente, se utiliza alrededor del 80 por ciento de los datos para entrenar y se reserva el resto para las pruebas.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Los datos de entrenamiento se utilizan para entrenar un modelo. En el diagrama, el modelo que se utiliza es el algoritmo XGBoost. </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El modelo en sí tiene algunos parámetros que puede establecer y estos alteran el modo en que funciona el algoritmo. Estos parámetros se conocen como </a:t>
            </a:r>
            <a:r>
              <a:rPr b="0" i="1" lang="es-419" sz="1200"/>
              <a:t>hiperparámetros</a:t>
            </a:r>
            <a:r>
              <a:rPr b="0" lang="es-419" sz="1200"/>
              <a:t>.</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El resultado del trabajo de entrenamiento es un modelo entrenado.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2d632195371_2_1605: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9" name="Google Shape;1719;g2d632195371_2_1605: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29:</a:t>
            </a:r>
            <a:r>
              <a:rPr b="0" lang="es-419" sz="1200"/>
              <a:t> la letra x indica las columnas de datos que se deben excluir de los datos de prueba después del análisis de las métricas.</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17:</a:t>
            </a:r>
            <a:r>
              <a:rPr b="0" lang="es-419" sz="1200"/>
              <a:t> diagrama de bloques que muestra cómo se utiliza el algoritmo XGBoost para ajustar los hiperparámetros. Consulte las notas para obtener más detalles.</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0" lang="es-419" sz="1200"/>
              <a:t>Con el modelo entrenado, puede usar algunos de los datos de prueba para ver qué tan bien funciona el modelo. Puede elegir una instancia que el modelo no haya visto y utilizarla para realizar una predicción. Como ya conoce el objetivo en los datos de prueba, puede comparar los dos valores. A partir de estas comparaciones, puede calcular métricas que proporcionan datos sobre el rendimiento del modelo. A continuación, modificará los datos, las características o los hiperparámetros del modelo hasta que encuentre el modelo que proporcione los mejores resultados.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Diagrama de bloques que muestra cómo se utiliza el algoritmo XGBoost para ajustar los hiperparámetros. Consulte las notas para obtener más detalles.</a:t>
            </a:r>
            <a:endParaRPr sz="1200"/>
          </a:p>
          <a:p>
            <a:pPr indent="0" lvl="0" marL="0" rtl="0" algn="l">
              <a:spcBef>
                <a:spcPts val="0"/>
              </a:spcBef>
              <a:spcAft>
                <a:spcPts val="0"/>
              </a:spcAft>
              <a:buNone/>
            </a:pPr>
            <a:r>
              <a:t/>
            </a:r>
            <a:endParaRPr b="0" sz="1200"/>
          </a:p>
          <a:p>
            <a:pPr indent="0" lvl="0" marL="0" marR="0" rtl="0" algn="l">
              <a:lnSpc>
                <a:spcPct val="100000"/>
              </a:lnSpc>
              <a:spcBef>
                <a:spcPts val="0"/>
              </a:spcBef>
              <a:spcAft>
                <a:spcPts val="0"/>
              </a:spcAft>
              <a:buClr>
                <a:schemeClr val="dk1"/>
              </a:buClr>
              <a:buSzPts val="1100"/>
              <a:buFont typeface="Calibri"/>
              <a:buNone/>
            </a:pPr>
            <a:r>
              <a:rPr b="1" lang="es-419" sz="1200"/>
              <a:t>** Para mejorar la accesibilidad</a:t>
            </a:r>
            <a:r>
              <a:rPr b="0" lang="es-419" sz="1200"/>
              <a:t>: el ochenta por ciento de los datos de prueba pasan al algoritmo XGBoost, luego a un modelo entrenado y, por último, a un modelo alojado. Se utiliza entre un diez y un veinte por ciento de los datos de prueba para realizar una predicción. Las métricas se calculan y los hiperparámetros se modifican en función de la predicción del modelo en comparación con los datos reales. </a:t>
            </a:r>
            <a:r>
              <a:rPr b="1" lang="es-419" sz="1200"/>
              <a:t>Fin de la descripción.</a:t>
            </a:r>
            <a:endParaRPr b="0" sz="1200"/>
          </a:p>
          <a:p>
            <a:pPr indent="0" lvl="0" marL="0" rtl="0" algn="l">
              <a:spcBef>
                <a:spcPts val="0"/>
              </a:spcBef>
              <a:spcAft>
                <a:spcPts val="0"/>
              </a:spcAft>
              <a:buNone/>
            </a:pPr>
            <a:r>
              <a:t/>
            </a:r>
            <a:endParaRPr b="0" sz="1200"/>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2d632195371_2_1644: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g2d632195371_2_1644: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diagrama de dispersión con una línea que muestra el mejor ajuste y que fluctúa hacia arriba y hacia abajo en los datos.</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1" lang="es-419" sz="1200"/>
              <a:t>~Texto alternativo/grupo 4: </a:t>
            </a:r>
            <a:r>
              <a:rPr b="0" lang="es-419" sz="1200"/>
              <a:t>diagrama de dispersión con una línea que muestra el mejor ajuste, es recta y se sitúa por debajo de la mayoría de los puntos de datos.</a:t>
            </a:r>
            <a:endParaRPr sz="1200"/>
          </a:p>
          <a:p>
            <a:pPr indent="0" lvl="0" marL="0" rtl="0" algn="l">
              <a:spcBef>
                <a:spcPts val="0"/>
              </a:spcBef>
              <a:spcAft>
                <a:spcPts val="0"/>
              </a:spcAft>
              <a:buNone/>
            </a:pPr>
            <a:r>
              <a:t/>
            </a:r>
            <a:endParaRPr b="1" sz="1200"/>
          </a:p>
          <a:p>
            <a:pPr indent="0" lvl="0" marL="0" marR="0" rtl="0" algn="l">
              <a:lnSpc>
                <a:spcPct val="100000"/>
              </a:lnSpc>
              <a:spcBef>
                <a:spcPts val="0"/>
              </a:spcBef>
              <a:spcAft>
                <a:spcPts val="0"/>
              </a:spcAft>
              <a:buClr>
                <a:schemeClr val="dk1"/>
              </a:buClr>
              <a:buSzPts val="1100"/>
              <a:buFont typeface="Calibri"/>
              <a:buNone/>
            </a:pPr>
            <a:r>
              <a:rPr b="1" lang="es-419" sz="1200"/>
              <a:t>~Texto alternativo/grupo 5: </a:t>
            </a:r>
            <a:r>
              <a:rPr b="0" lang="es-419" sz="1200"/>
              <a:t>diagrama de dispersión con una línea que muestra la mejor curva para que coincida con la tendencia de los puntos de datos.</a:t>
            </a:r>
            <a:endParaRPr sz="1200"/>
          </a:p>
          <a:p>
            <a:pPr indent="0" lvl="0" marL="0" rtl="0" algn="l">
              <a:spcBef>
                <a:spcPts val="0"/>
              </a:spcBef>
              <a:spcAft>
                <a:spcPts val="0"/>
              </a:spcAft>
              <a:buNone/>
            </a:pPr>
            <a:r>
              <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b="0" lang="es-419" sz="1200"/>
              <a:t>Al entrenar el modelo, reconozca el peligro de sobreajustar o infraajustar el modelo. </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modelo </a:t>
            </a:r>
            <a:r>
              <a:rPr b="0" i="1" lang="es-419" sz="1200"/>
              <a:t>sobreajusta </a:t>
            </a:r>
            <a:r>
              <a:rPr b="0" lang="es-419" sz="1200"/>
              <a:t>los datos de entrenamiento cuando funciona bien en los datos de entrenamiento, pero no en los datos de evaluación. El modelo memoriza los datos que ha visto y no puede generalizar a ejemplos no vistos, lo que causa el sobreajuste.</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El modelo se </a:t>
            </a:r>
            <a:r>
              <a:rPr b="0" i="1" lang="es-419" sz="1200"/>
              <a:t>infraajusta </a:t>
            </a:r>
            <a:r>
              <a:rPr b="0" lang="es-419" sz="1200"/>
              <a:t>a los datos de entrenamiento cuando su rendimiento es deficiente en los datos de entrenamiento. El modelo no puede determinar la relación entre los ejemplos de entrada (a veces denominados </a:t>
            </a:r>
            <a:r>
              <a:rPr b="0" i="1" lang="es-419" sz="1200"/>
              <a:t>X</a:t>
            </a:r>
            <a:r>
              <a:rPr b="0" lang="es-419" sz="1200"/>
              <a:t>) y los valores objetivo (a veces denominados </a:t>
            </a:r>
            <a:r>
              <a:rPr b="0" i="1" lang="es-419" sz="1200"/>
              <a:t>Y</a:t>
            </a:r>
            <a:r>
              <a:rPr b="0" lang="es-419" sz="1200"/>
              <a:t>). Esta incompatibilidad produce el infraajuste.</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Comprender el ajuste del </a:t>
            </a:r>
            <a:r>
              <a:rPr b="0" i="1" lang="es-419" sz="1200"/>
              <a:t>modelo</a:t>
            </a:r>
            <a:r>
              <a:rPr b="0" lang="es-419" sz="1200"/>
              <a:t> es importante para determinar el motivo de su escasa exactitud. Este concepto lo orienta a la hora de tomar medidas correctivas para determinar si un modelo predictivo se sobreajusta o infraajusta a los datos de entrenamiento. Estos pasos implican observar el error de predicción en los datos de entrenamiento y evaluación.</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Obtendrá más información más sobre los pasos que puede seguir para evitar este problema más adelante en el curso.</a:t>
            </a:r>
            <a:endParaRPr sz="1200"/>
          </a:p>
          <a:p>
            <a:pPr indent="0" lvl="0" marL="0" rtl="0" algn="l">
              <a:spcBef>
                <a:spcPts val="0"/>
              </a:spcBef>
              <a:spcAft>
                <a:spcPts val="0"/>
              </a:spcAft>
              <a:buNone/>
            </a:pPr>
            <a:r>
              <a:t/>
            </a:r>
            <a:endParaRPr b="0" sz="1200"/>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g2d632195371_2_1730:notes"/>
          <p:cNvSpPr/>
          <p:nvPr>
            <p:ph idx="2" type="sldImg"/>
          </p:nvPr>
        </p:nvSpPr>
        <p:spPr>
          <a:xfrm>
            <a:off x="1008529" y="577273"/>
            <a:ext cx="4840941" cy="28055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6" name="Google Shape;1846;g2d632195371_2_1730:notes"/>
          <p:cNvSpPr txBox="1"/>
          <p:nvPr>
            <p:ph idx="1" type="body"/>
          </p:nvPr>
        </p:nvSpPr>
        <p:spPr>
          <a:xfrm>
            <a:off x="1008529" y="3463636"/>
            <a:ext cx="4840941" cy="5080000"/>
          </a:xfrm>
          <a:prstGeom prst="rect">
            <a:avLst/>
          </a:prstGeom>
          <a:noFill/>
          <a:ln>
            <a:noFill/>
          </a:ln>
        </p:spPr>
        <p:txBody>
          <a:bodyPr anchorCtr="0" anchor="t" bIns="40725" lIns="81475" spcFirstLastPara="1" rIns="81475" wrap="square" tIns="40725">
            <a:noAutofit/>
          </a:bodyPr>
          <a:lstStyle/>
          <a:p>
            <a:pPr indent="0" lvl="0" marL="0" rtl="0" algn="l">
              <a:spcBef>
                <a:spcPts val="0"/>
              </a:spcBef>
              <a:spcAft>
                <a:spcPts val="0"/>
              </a:spcAft>
              <a:buNone/>
            </a:pPr>
            <a:r>
              <a:rPr b="1" lang="es-419" sz="1200"/>
              <a:t>~Texto alternativo/grupo 3: </a:t>
            </a:r>
            <a:r>
              <a:rPr b="0" lang="es-419" sz="1200"/>
              <a:t>ciclo completo de canalización de ML desde el problema empresarial inicial hasta la evaluación de la adecuación del objetivo empresarial.</a:t>
            </a:r>
            <a:endParaRPr sz="1200"/>
          </a:p>
          <a:p>
            <a:pPr indent="0" lvl="0" marL="0" rtl="0" algn="l">
              <a:spcBef>
                <a:spcPts val="0"/>
              </a:spcBef>
              <a:spcAft>
                <a:spcPts val="0"/>
              </a:spcAft>
              <a:buNone/>
            </a:pPr>
            <a:r>
              <a:t/>
            </a:r>
            <a:endParaRPr b="1" sz="1200"/>
          </a:p>
          <a:p>
            <a:pPr indent="0" lvl="0" marL="0" rtl="0" algn="l">
              <a:spcBef>
                <a:spcPts val="0"/>
              </a:spcBef>
              <a:spcAft>
                <a:spcPts val="0"/>
              </a:spcAft>
              <a:buNone/>
            </a:pPr>
            <a:r>
              <a:rPr b="0" lang="es-419" sz="1200"/>
              <a:t>Después de volver a entrenar el modelo y estar satisfecho con los resultados, se implementa su modelo para ofrecer las mejores predicciones posibles.</a:t>
            </a:r>
            <a:endParaRPr sz="1200"/>
          </a:p>
          <a:p>
            <a:pPr indent="0" lvl="0" marL="0" rtl="0" algn="l">
              <a:spcBef>
                <a:spcPts val="0"/>
              </a:spcBef>
              <a:spcAft>
                <a:spcPts val="0"/>
              </a:spcAft>
              <a:buNone/>
            </a:pPr>
            <a:r>
              <a:rPr b="0" lang="es-419" sz="1200"/>
              <a:t> </a:t>
            </a:r>
            <a:endParaRPr sz="1200"/>
          </a:p>
          <a:p>
            <a:pPr indent="0" lvl="0" marL="0" rtl="0" algn="l">
              <a:spcBef>
                <a:spcPts val="0"/>
              </a:spcBef>
              <a:spcAft>
                <a:spcPts val="0"/>
              </a:spcAft>
              <a:buNone/>
            </a:pPr>
            <a:r>
              <a:rPr b="0" lang="es-419" sz="1200"/>
              <a:t>Más adelante en este curso, se le guiará a través de estas diferentes fases y obtendrá experiencia práctica con cada una de ellas. Conocer el proceso también es de utilidad cuando se usan los servicios administrados que se van a explorar. Sin embargo, los servicios de ML de Amazon se encargan de la mayor parte del trabajo duro por usted.</a:t>
            </a:r>
            <a:endParaRPr sz="1200"/>
          </a:p>
          <a:p>
            <a:pPr indent="0" lvl="0" marL="0" rtl="0" algn="l">
              <a:spcBef>
                <a:spcPts val="0"/>
              </a:spcBef>
              <a:spcAft>
                <a:spcPts val="0"/>
              </a:spcAft>
              <a:buNone/>
            </a:pPr>
            <a:r>
              <a:t/>
            </a:r>
            <a:endParaRPr b="0"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2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2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1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chemeClr val="lt1"/>
                </a:solidFill>
                <a:latin typeface="Play"/>
                <a:ea typeface="Play"/>
                <a:cs typeface="Play"/>
                <a:sym typeface="Play"/>
              </a:defRPr>
            </a:lvl1pPr>
            <a:lvl2pPr indent="0" lvl="1" marL="0" marR="0" algn="r">
              <a:spcBef>
                <a:spcPts val="0"/>
              </a:spcBef>
              <a:buNone/>
              <a:defRPr sz="900">
                <a:solidFill>
                  <a:schemeClr val="lt1"/>
                </a:solidFill>
                <a:latin typeface="Play"/>
                <a:ea typeface="Play"/>
                <a:cs typeface="Play"/>
                <a:sym typeface="Play"/>
              </a:defRPr>
            </a:lvl2pPr>
            <a:lvl3pPr indent="0" lvl="2" marL="0" marR="0" algn="r">
              <a:spcBef>
                <a:spcPts val="0"/>
              </a:spcBef>
              <a:buNone/>
              <a:defRPr sz="900">
                <a:solidFill>
                  <a:schemeClr val="lt1"/>
                </a:solidFill>
                <a:latin typeface="Play"/>
                <a:ea typeface="Play"/>
                <a:cs typeface="Play"/>
                <a:sym typeface="Play"/>
              </a:defRPr>
            </a:lvl3pPr>
            <a:lvl4pPr indent="0" lvl="3" marL="0" marR="0" algn="r">
              <a:spcBef>
                <a:spcPts val="0"/>
              </a:spcBef>
              <a:buNone/>
              <a:defRPr sz="900">
                <a:solidFill>
                  <a:schemeClr val="lt1"/>
                </a:solidFill>
                <a:latin typeface="Play"/>
                <a:ea typeface="Play"/>
                <a:cs typeface="Play"/>
                <a:sym typeface="Play"/>
              </a:defRPr>
            </a:lvl4pPr>
            <a:lvl5pPr indent="0" lvl="4" marL="0" marR="0" algn="r">
              <a:spcBef>
                <a:spcPts val="0"/>
              </a:spcBef>
              <a:buNone/>
              <a:defRPr sz="900">
                <a:solidFill>
                  <a:schemeClr val="lt1"/>
                </a:solidFill>
                <a:latin typeface="Play"/>
                <a:ea typeface="Play"/>
                <a:cs typeface="Play"/>
                <a:sym typeface="Play"/>
              </a:defRPr>
            </a:lvl5pPr>
            <a:lvl6pPr indent="0" lvl="5" marL="0" marR="0" algn="r">
              <a:spcBef>
                <a:spcPts val="0"/>
              </a:spcBef>
              <a:buNone/>
              <a:defRPr sz="900">
                <a:solidFill>
                  <a:schemeClr val="lt1"/>
                </a:solidFill>
                <a:latin typeface="Play"/>
                <a:ea typeface="Play"/>
                <a:cs typeface="Play"/>
                <a:sym typeface="Play"/>
              </a:defRPr>
            </a:lvl6pPr>
            <a:lvl7pPr indent="0" lvl="6" marL="0" marR="0" algn="r">
              <a:spcBef>
                <a:spcPts val="0"/>
              </a:spcBef>
              <a:buNone/>
              <a:defRPr sz="900">
                <a:solidFill>
                  <a:schemeClr val="lt1"/>
                </a:solidFill>
                <a:latin typeface="Play"/>
                <a:ea typeface="Play"/>
                <a:cs typeface="Play"/>
                <a:sym typeface="Play"/>
              </a:defRPr>
            </a:lvl7pPr>
            <a:lvl8pPr indent="0" lvl="7" marL="0" marR="0" algn="r">
              <a:spcBef>
                <a:spcPts val="0"/>
              </a:spcBef>
              <a:buNone/>
              <a:defRPr sz="900">
                <a:solidFill>
                  <a:schemeClr val="lt1"/>
                </a:solidFill>
                <a:latin typeface="Play"/>
                <a:ea typeface="Play"/>
                <a:cs typeface="Play"/>
                <a:sym typeface="Play"/>
              </a:defRPr>
            </a:lvl8pPr>
            <a:lvl9pPr indent="0" lvl="8" marL="0" marR="0" algn="r">
              <a:spcBef>
                <a:spcPts val="0"/>
              </a:spcBef>
              <a:buNone/>
              <a:defRPr sz="9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8" name="Google Shape;58;p14"/>
          <p:cNvSpPr txBox="1"/>
          <p:nvPr>
            <p:ph type="title"/>
          </p:nvPr>
        </p:nvSpPr>
        <p:spPr>
          <a:xfrm>
            <a:off x="342900" y="788670"/>
            <a:ext cx="8531352" cy="1255014"/>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body"/>
          </p:nvPr>
        </p:nvSpPr>
        <p:spPr>
          <a:xfrm>
            <a:off x="342900" y="2079690"/>
            <a:ext cx="4125191" cy="1316736"/>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
        <p:nvSpPr>
          <p:cNvPr id="60" name="Google Shape;60;p14"/>
          <p:cNvSpPr txBox="1"/>
          <p:nvPr/>
        </p:nvSpPr>
        <p:spPr>
          <a:xfrm>
            <a:off x="3059422" y="4866302"/>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lt1"/>
                </a:solidFill>
                <a:latin typeface="Arial"/>
                <a:ea typeface="Arial"/>
                <a:cs typeface="Arial"/>
                <a:sym typeface="Arial"/>
              </a:rPr>
              <a:t>© 2024, Amazon Web Services, Inc. o sus filiales. Todos los derechos reservados.</a:t>
            </a:r>
            <a:endParaRPr sz="80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Columns" type="tx">
  <p:cSld name="TITLE_AND_BODY">
    <p:bg>
      <p:bgPr>
        <a:solidFill>
          <a:schemeClr val="lt1"/>
        </a:solidFill>
      </p:bgPr>
    </p:bg>
    <p:spTree>
      <p:nvGrpSpPr>
        <p:cNvPr id="61" name="Shape 61"/>
        <p:cNvGrpSpPr/>
        <p:nvPr/>
      </p:nvGrpSpPr>
      <p:grpSpPr>
        <a:xfrm>
          <a:off x="0" y="0"/>
          <a:ext cx="0" cy="0"/>
          <a:chOff x="0" y="0"/>
          <a:chExt cx="0" cy="0"/>
        </a:xfrm>
      </p:grpSpPr>
      <p:sp>
        <p:nvSpPr>
          <p:cNvPr id="62" name="Google Shape;62;p1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3" name="Google Shape;63;p1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 name="Google Shape;64;p1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65" name="Google Shape;65;p15"/>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67" name="Shape 67"/>
        <p:cNvGrpSpPr/>
        <p:nvPr/>
      </p:nvGrpSpPr>
      <p:grpSpPr>
        <a:xfrm>
          <a:off x="0" y="0"/>
          <a:ext cx="0" cy="0"/>
          <a:chOff x="0" y="0"/>
          <a:chExt cx="0" cy="0"/>
        </a:xfrm>
      </p:grpSpPr>
      <p:sp>
        <p:nvSpPr>
          <p:cNvPr id="68" name="Google Shape;68;p1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9" name="Google Shape;69;p1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70" name="Google Shape;70;p16"/>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71" name="Google Shape;71;p16"/>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Variant" showMasterSp="0">
  <p:cSld name="Section Slide Variant">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p1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74" name="Google Shape;74;p17"/>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lvl="1" algn="ctr">
              <a:lnSpc>
                <a:spcPct val="90000"/>
              </a:lnSpc>
              <a:spcBef>
                <a:spcPts val="0"/>
              </a:spcBef>
              <a:spcAft>
                <a:spcPts val="0"/>
              </a:spcAft>
              <a:buClr>
                <a:srgbClr val="232F3E"/>
              </a:buClr>
              <a:buSzPts val="1500"/>
              <a:buNone/>
              <a:defRPr sz="1500"/>
            </a:lvl2pPr>
            <a:lvl3pPr lvl="2" algn="ctr">
              <a:lnSpc>
                <a:spcPct val="90000"/>
              </a:lnSpc>
              <a:spcBef>
                <a:spcPts val="900"/>
              </a:spcBef>
              <a:spcAft>
                <a:spcPts val="0"/>
              </a:spcAft>
              <a:buClr>
                <a:srgbClr val="232F3E"/>
              </a:buClr>
              <a:buSzPts val="1400"/>
              <a:buNone/>
              <a:defRPr sz="1400"/>
            </a:lvl3pPr>
            <a:lvl4pPr lvl="3" algn="ctr">
              <a:lnSpc>
                <a:spcPct val="90000"/>
              </a:lnSpc>
              <a:spcBef>
                <a:spcPts val="900"/>
              </a:spcBef>
              <a:spcAft>
                <a:spcPts val="0"/>
              </a:spcAft>
              <a:buClr>
                <a:srgbClr val="232F3E"/>
              </a:buClr>
              <a:buSzPts val="1200"/>
              <a:buNone/>
              <a:defRPr sz="1200"/>
            </a:lvl4pPr>
            <a:lvl5pPr lvl="4" algn="ctr">
              <a:lnSpc>
                <a:spcPct val="90000"/>
              </a:lnSpc>
              <a:spcBef>
                <a:spcPts val="900"/>
              </a:spcBef>
              <a:spcAft>
                <a:spcPts val="0"/>
              </a:spcAft>
              <a:buClr>
                <a:srgbClr val="232F3E"/>
              </a:buClr>
              <a:buSzPts val="1200"/>
              <a:buNone/>
              <a:defRPr sz="1200"/>
            </a:lvl5pPr>
            <a:lvl6pPr lvl="5" algn="ctr">
              <a:lnSpc>
                <a:spcPct val="90000"/>
              </a:lnSpc>
              <a:spcBef>
                <a:spcPts val="9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6" name="Google Shape;76;p17"/>
          <p:cNvSpPr txBox="1"/>
          <p:nvPr/>
        </p:nvSpPr>
        <p:spPr>
          <a:xfrm>
            <a:off x="3065891"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77" name="Shape 77"/>
        <p:cNvGrpSpPr/>
        <p:nvPr/>
      </p:nvGrpSpPr>
      <p:grpSpPr>
        <a:xfrm>
          <a:off x="0" y="0"/>
          <a:ext cx="0" cy="0"/>
          <a:chOff x="0" y="0"/>
          <a:chExt cx="0" cy="0"/>
        </a:xfrm>
      </p:grpSpPr>
      <p:sp>
        <p:nvSpPr>
          <p:cNvPr id="78" name="Google Shape;78;p1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pic>
        <p:nvPicPr>
          <p:cNvPr id="79" name="Google Shape;79;p18"/>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80" name="Google Shape;80;p18"/>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Columns">
  <p:cSld name="Title and 3 Columns">
    <p:bg>
      <p:bgPr>
        <a:solidFill>
          <a:schemeClr val="lt1"/>
        </a:solidFill>
      </p:bgPr>
    </p:bg>
    <p:spTree>
      <p:nvGrpSpPr>
        <p:cNvPr id="81" name="Shape 81"/>
        <p:cNvGrpSpPr/>
        <p:nvPr/>
      </p:nvGrpSpPr>
      <p:grpSpPr>
        <a:xfrm>
          <a:off x="0" y="0"/>
          <a:ext cx="0" cy="0"/>
          <a:chOff x="0" y="0"/>
          <a:chExt cx="0" cy="0"/>
        </a:xfrm>
      </p:grpSpPr>
      <p:sp>
        <p:nvSpPr>
          <p:cNvPr id="82" name="Google Shape;82;p1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83" name="Google Shape;83;p1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84" name="Google Shape;84;p19"/>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85" name="Google Shape;85;p19"/>
          <p:cNvSpPr txBox="1"/>
          <p:nvPr>
            <p:ph idx="1" type="body"/>
          </p:nvPr>
        </p:nvSpPr>
        <p:spPr>
          <a:xfrm>
            <a:off x="274320"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9"/>
          <p:cNvSpPr txBox="1"/>
          <p:nvPr>
            <p:ph idx="2" type="body"/>
          </p:nvPr>
        </p:nvSpPr>
        <p:spPr>
          <a:xfrm>
            <a:off x="3168396"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9"/>
          <p:cNvSpPr txBox="1"/>
          <p:nvPr>
            <p:ph idx="3" type="body"/>
          </p:nvPr>
        </p:nvSpPr>
        <p:spPr>
          <a:xfrm>
            <a:off x="6062472" y="822960"/>
            <a:ext cx="2811780"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Variant" showMasterSp="0">
  <p:cSld name="Topic Introduction Variant">
    <p:bg>
      <p:bgPr>
        <a:blipFill>
          <a:blip r:embed="rId2">
            <a:alphaModFix/>
          </a:blip>
          <a:stretch>
            <a:fillRect/>
          </a:stretch>
        </a:blipFill>
      </p:bgPr>
    </p:bg>
    <p:spTree>
      <p:nvGrpSpPr>
        <p:cNvPr id="88" name="Shape 88"/>
        <p:cNvGrpSpPr/>
        <p:nvPr/>
      </p:nvGrpSpPr>
      <p:grpSpPr>
        <a:xfrm>
          <a:off x="0" y="0"/>
          <a:ext cx="0" cy="0"/>
          <a:chOff x="0" y="0"/>
          <a:chExt cx="0" cy="0"/>
        </a:xfrm>
      </p:grpSpPr>
      <p:sp>
        <p:nvSpPr>
          <p:cNvPr id="89" name="Google Shape;89;p2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90" name="Google Shape;90;p20"/>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0"/>
              </a:spcBef>
              <a:spcAft>
                <a:spcPts val="0"/>
              </a:spcAft>
              <a:buClr>
                <a:schemeClr val="lt1"/>
              </a:buClr>
              <a:buSzPts val="2700"/>
              <a:buFont typeface="Play"/>
              <a:buNone/>
              <a:defRPr sz="27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20"/>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20"/>
          <p:cNvSpPr txBox="1"/>
          <p:nvPr/>
        </p:nvSpPr>
        <p:spPr>
          <a:xfrm>
            <a:off x="4722160"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tures, and 3 Text Columns">
  <p:cSld name="Title, 3 Pictures, and 3 Text Columns">
    <p:bg>
      <p:bgPr>
        <a:solidFill>
          <a:schemeClr val="lt1"/>
        </a:solidFill>
      </p:bgPr>
    </p:bg>
    <p:spTree>
      <p:nvGrpSpPr>
        <p:cNvPr id="93" name="Shape 93"/>
        <p:cNvGrpSpPr/>
        <p:nvPr/>
      </p:nvGrpSpPr>
      <p:grpSpPr>
        <a:xfrm>
          <a:off x="0" y="0"/>
          <a:ext cx="0" cy="0"/>
          <a:chOff x="0" y="0"/>
          <a:chExt cx="0" cy="0"/>
        </a:xfrm>
      </p:grpSpPr>
      <p:sp>
        <p:nvSpPr>
          <p:cNvPr id="94" name="Google Shape;94;p2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95" name="Google Shape;95;p2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96" name="Google Shape;96;p21"/>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97" name="Google Shape;97;p21"/>
          <p:cNvSpPr/>
          <p:nvPr>
            <p:ph idx="2" type="pic"/>
          </p:nvPr>
        </p:nvSpPr>
        <p:spPr>
          <a:xfrm>
            <a:off x="822960" y="1714500"/>
            <a:ext cx="1714500" cy="1714500"/>
          </a:xfrm>
          <a:prstGeom prst="rect">
            <a:avLst/>
          </a:prstGeom>
          <a:noFill/>
          <a:ln>
            <a:noFill/>
          </a:ln>
        </p:spPr>
      </p:sp>
      <p:sp>
        <p:nvSpPr>
          <p:cNvPr id="98" name="Google Shape;98;p21"/>
          <p:cNvSpPr txBox="1"/>
          <p:nvPr>
            <p:ph idx="1" type="body"/>
          </p:nvPr>
        </p:nvSpPr>
        <p:spPr>
          <a:xfrm>
            <a:off x="274320"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9" name="Google Shape;99;p21"/>
          <p:cNvSpPr/>
          <p:nvPr>
            <p:ph idx="3" type="pic"/>
          </p:nvPr>
        </p:nvSpPr>
        <p:spPr>
          <a:xfrm>
            <a:off x="3717036" y="1714500"/>
            <a:ext cx="1714500" cy="1714500"/>
          </a:xfrm>
          <a:prstGeom prst="rect">
            <a:avLst/>
          </a:prstGeom>
          <a:noFill/>
          <a:ln>
            <a:noFill/>
          </a:ln>
        </p:spPr>
      </p:sp>
      <p:sp>
        <p:nvSpPr>
          <p:cNvPr id="100" name="Google Shape;100;p21"/>
          <p:cNvSpPr txBox="1"/>
          <p:nvPr>
            <p:ph idx="4" type="body"/>
          </p:nvPr>
        </p:nvSpPr>
        <p:spPr>
          <a:xfrm>
            <a:off x="3168396"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1" name="Google Shape;101;p21"/>
          <p:cNvSpPr/>
          <p:nvPr>
            <p:ph idx="5" type="pic"/>
          </p:nvPr>
        </p:nvSpPr>
        <p:spPr>
          <a:xfrm>
            <a:off x="6611112" y="1714500"/>
            <a:ext cx="1714500" cy="1714500"/>
          </a:xfrm>
          <a:prstGeom prst="rect">
            <a:avLst/>
          </a:prstGeom>
          <a:noFill/>
          <a:ln>
            <a:noFill/>
          </a:ln>
        </p:spPr>
      </p:sp>
      <p:sp>
        <p:nvSpPr>
          <p:cNvPr id="102" name="Google Shape;102;p21"/>
          <p:cNvSpPr txBox="1"/>
          <p:nvPr>
            <p:ph idx="6" type="body"/>
          </p:nvPr>
        </p:nvSpPr>
        <p:spPr>
          <a:xfrm>
            <a:off x="6062472"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blipFill>
          <a:blip r:embed="rId2">
            <a:alphaModFix/>
          </a:blip>
          <a:stretch>
            <a:fillRect/>
          </a:stretch>
        </a:blipFill>
      </p:bgPr>
    </p:bg>
    <p:spTree>
      <p:nvGrpSpPr>
        <p:cNvPr id="103" name="Shape 103"/>
        <p:cNvGrpSpPr/>
        <p:nvPr/>
      </p:nvGrpSpPr>
      <p:grpSpPr>
        <a:xfrm>
          <a:off x="0" y="0"/>
          <a:ext cx="0" cy="0"/>
          <a:chOff x="0" y="0"/>
          <a:chExt cx="0" cy="0"/>
        </a:xfrm>
      </p:grpSpPr>
      <p:sp>
        <p:nvSpPr>
          <p:cNvPr id="104" name="Google Shape;104;p2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05" name="Google Shape;105;p22"/>
          <p:cNvSpPr txBox="1"/>
          <p:nvPr>
            <p:ph type="title"/>
          </p:nvPr>
        </p:nvSpPr>
        <p:spPr>
          <a:xfrm>
            <a:off x="342900" y="942185"/>
            <a:ext cx="5998523" cy="3037368"/>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chemeClr val="lt1"/>
              </a:buClr>
              <a:buSzPts val="3300"/>
              <a:buFont typeface="Play"/>
              <a:buNone/>
              <a:defRPr sz="33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6" name="Google Shape;106;p22"/>
          <p:cNvSpPr txBox="1"/>
          <p:nvPr>
            <p:ph idx="1" type="body"/>
          </p:nvPr>
        </p:nvSpPr>
        <p:spPr>
          <a:xfrm>
            <a:off x="342900" y="3979069"/>
            <a:ext cx="5998369" cy="856060"/>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2100"/>
              <a:buFont typeface="Play"/>
              <a:buNone/>
              <a:defRPr b="0" cap="none">
                <a:solidFill>
                  <a:schemeClr val="lt1"/>
                </a:solidFill>
              </a:defRPr>
            </a:lvl1pPr>
            <a:lvl2pPr indent="-228600" lvl="1" marL="914400" algn="l">
              <a:lnSpc>
                <a:spcPct val="90000"/>
              </a:lnSpc>
              <a:spcBef>
                <a:spcPts val="0"/>
              </a:spcBef>
              <a:spcAft>
                <a:spcPts val="0"/>
              </a:spcAft>
              <a:buClr>
                <a:schemeClr val="lt2"/>
              </a:buClr>
              <a:buSzPts val="1500"/>
              <a:buNone/>
              <a:defRPr sz="1500">
                <a:solidFill>
                  <a:schemeClr val="lt2"/>
                </a:solidFill>
              </a:defRPr>
            </a:lvl2pPr>
            <a:lvl3pPr indent="-228600" lvl="2" marL="1371600" algn="l">
              <a:lnSpc>
                <a:spcPct val="90000"/>
              </a:lnSpc>
              <a:spcBef>
                <a:spcPts val="900"/>
              </a:spcBef>
              <a:spcAft>
                <a:spcPts val="0"/>
              </a:spcAft>
              <a:buClr>
                <a:schemeClr val="lt2"/>
              </a:buClr>
              <a:buSzPts val="1400"/>
              <a:buNone/>
              <a:defRPr sz="1400">
                <a:solidFill>
                  <a:schemeClr val="lt2"/>
                </a:solidFill>
              </a:defRPr>
            </a:lvl3pPr>
            <a:lvl4pPr indent="-228600" lvl="3" marL="1828800" algn="l">
              <a:lnSpc>
                <a:spcPct val="90000"/>
              </a:lnSpc>
              <a:spcBef>
                <a:spcPts val="900"/>
              </a:spcBef>
              <a:spcAft>
                <a:spcPts val="0"/>
              </a:spcAft>
              <a:buClr>
                <a:schemeClr val="lt2"/>
              </a:buClr>
              <a:buSzPts val="1200"/>
              <a:buNone/>
              <a:defRPr sz="1200">
                <a:solidFill>
                  <a:schemeClr val="lt2"/>
                </a:solidFill>
              </a:defRPr>
            </a:lvl4pPr>
            <a:lvl5pPr indent="-228600" lvl="4" marL="2286000" algn="l">
              <a:lnSpc>
                <a:spcPct val="90000"/>
              </a:lnSpc>
              <a:spcBef>
                <a:spcPts val="900"/>
              </a:spcBef>
              <a:spcAft>
                <a:spcPts val="0"/>
              </a:spcAft>
              <a:buClr>
                <a:schemeClr val="lt2"/>
              </a:buClr>
              <a:buSzPts val="1200"/>
              <a:buNone/>
              <a:defRPr sz="1200">
                <a:solidFill>
                  <a:schemeClr val="lt2"/>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22"/>
          <p:cNvSpPr txBox="1"/>
          <p:nvPr/>
        </p:nvSpPr>
        <p:spPr>
          <a:xfrm>
            <a:off x="2852390" y="4846894"/>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bg>
      <p:bgPr>
        <a:solidFill>
          <a:schemeClr val="lt1"/>
        </a:solidFill>
      </p:bgPr>
    </p:bg>
    <p:spTree>
      <p:nvGrpSpPr>
        <p:cNvPr id="108" name="Shape 108"/>
        <p:cNvGrpSpPr/>
        <p:nvPr/>
      </p:nvGrpSpPr>
      <p:grpSpPr>
        <a:xfrm>
          <a:off x="0" y="0"/>
          <a:ext cx="0" cy="0"/>
          <a:chOff x="0" y="0"/>
          <a:chExt cx="0" cy="0"/>
        </a:xfrm>
      </p:grpSpPr>
      <p:sp>
        <p:nvSpPr>
          <p:cNvPr id="109" name="Google Shape;109;p2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10" name="Google Shape;110;p2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Variant">
  <p:cSld name="Title Slide Variant">
    <p:bg>
      <p:bgPr>
        <a:blipFill>
          <a:blip r:embed="rId2">
            <a:alphaModFix/>
          </a:blip>
          <a:stretch>
            <a:fillRect/>
          </a:stretch>
        </a:blipFill>
      </p:bgPr>
    </p:bg>
    <p:spTree>
      <p:nvGrpSpPr>
        <p:cNvPr id="111" name="Shape 111"/>
        <p:cNvGrpSpPr/>
        <p:nvPr/>
      </p:nvGrpSpPr>
      <p:grpSpPr>
        <a:xfrm>
          <a:off x="0" y="0"/>
          <a:ext cx="0" cy="0"/>
          <a:chOff x="0" y="0"/>
          <a:chExt cx="0" cy="0"/>
        </a:xfrm>
      </p:grpSpPr>
      <p:sp>
        <p:nvSpPr>
          <p:cNvPr id="112" name="Google Shape;112;p2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chemeClr val="lt1"/>
                </a:solidFill>
                <a:latin typeface="Play"/>
                <a:ea typeface="Play"/>
                <a:cs typeface="Play"/>
                <a:sym typeface="Play"/>
              </a:defRPr>
            </a:lvl1pPr>
            <a:lvl2pPr indent="0" lvl="1" marL="0" marR="0" algn="r">
              <a:spcBef>
                <a:spcPts val="0"/>
              </a:spcBef>
              <a:buNone/>
              <a:defRPr sz="900">
                <a:solidFill>
                  <a:schemeClr val="lt1"/>
                </a:solidFill>
                <a:latin typeface="Play"/>
                <a:ea typeface="Play"/>
                <a:cs typeface="Play"/>
                <a:sym typeface="Play"/>
              </a:defRPr>
            </a:lvl2pPr>
            <a:lvl3pPr indent="0" lvl="2" marL="0" marR="0" algn="r">
              <a:spcBef>
                <a:spcPts val="0"/>
              </a:spcBef>
              <a:buNone/>
              <a:defRPr sz="900">
                <a:solidFill>
                  <a:schemeClr val="lt1"/>
                </a:solidFill>
                <a:latin typeface="Play"/>
                <a:ea typeface="Play"/>
                <a:cs typeface="Play"/>
                <a:sym typeface="Play"/>
              </a:defRPr>
            </a:lvl3pPr>
            <a:lvl4pPr indent="0" lvl="3" marL="0" marR="0" algn="r">
              <a:spcBef>
                <a:spcPts val="0"/>
              </a:spcBef>
              <a:buNone/>
              <a:defRPr sz="900">
                <a:solidFill>
                  <a:schemeClr val="lt1"/>
                </a:solidFill>
                <a:latin typeface="Play"/>
                <a:ea typeface="Play"/>
                <a:cs typeface="Play"/>
                <a:sym typeface="Play"/>
              </a:defRPr>
            </a:lvl4pPr>
            <a:lvl5pPr indent="0" lvl="4" marL="0" marR="0" algn="r">
              <a:spcBef>
                <a:spcPts val="0"/>
              </a:spcBef>
              <a:buNone/>
              <a:defRPr sz="900">
                <a:solidFill>
                  <a:schemeClr val="lt1"/>
                </a:solidFill>
                <a:latin typeface="Play"/>
                <a:ea typeface="Play"/>
                <a:cs typeface="Play"/>
                <a:sym typeface="Play"/>
              </a:defRPr>
            </a:lvl5pPr>
            <a:lvl6pPr indent="0" lvl="5" marL="0" marR="0" algn="r">
              <a:spcBef>
                <a:spcPts val="0"/>
              </a:spcBef>
              <a:buNone/>
              <a:defRPr sz="900">
                <a:solidFill>
                  <a:schemeClr val="lt1"/>
                </a:solidFill>
                <a:latin typeface="Play"/>
                <a:ea typeface="Play"/>
                <a:cs typeface="Play"/>
                <a:sym typeface="Play"/>
              </a:defRPr>
            </a:lvl6pPr>
            <a:lvl7pPr indent="0" lvl="6" marL="0" marR="0" algn="r">
              <a:spcBef>
                <a:spcPts val="0"/>
              </a:spcBef>
              <a:buNone/>
              <a:defRPr sz="900">
                <a:solidFill>
                  <a:schemeClr val="lt1"/>
                </a:solidFill>
                <a:latin typeface="Play"/>
                <a:ea typeface="Play"/>
                <a:cs typeface="Play"/>
                <a:sym typeface="Play"/>
              </a:defRPr>
            </a:lvl7pPr>
            <a:lvl8pPr indent="0" lvl="7" marL="0" marR="0" algn="r">
              <a:spcBef>
                <a:spcPts val="0"/>
              </a:spcBef>
              <a:buNone/>
              <a:defRPr sz="900">
                <a:solidFill>
                  <a:schemeClr val="lt1"/>
                </a:solidFill>
                <a:latin typeface="Play"/>
                <a:ea typeface="Play"/>
                <a:cs typeface="Play"/>
                <a:sym typeface="Play"/>
              </a:defRPr>
            </a:lvl8pPr>
            <a:lvl9pPr indent="0" lvl="8" marL="0" marR="0" algn="r">
              <a:spcBef>
                <a:spcPts val="0"/>
              </a:spcBef>
              <a:buNone/>
              <a:defRPr sz="9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13" name="Google Shape;113;p24"/>
          <p:cNvSpPr txBox="1"/>
          <p:nvPr>
            <p:ph type="title"/>
          </p:nvPr>
        </p:nvSpPr>
        <p:spPr>
          <a:xfrm>
            <a:off x="342900" y="1877604"/>
            <a:ext cx="6709719" cy="1255014"/>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4"/>
          <p:cNvSpPr txBox="1"/>
          <p:nvPr>
            <p:ph idx="1" type="body"/>
          </p:nvPr>
        </p:nvSpPr>
        <p:spPr>
          <a:xfrm>
            <a:off x="342900" y="3168624"/>
            <a:ext cx="6709719" cy="74692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
        <p:nvSpPr>
          <p:cNvPr id="115" name="Google Shape;115;p24"/>
          <p:cNvSpPr txBox="1"/>
          <p:nvPr/>
        </p:nvSpPr>
        <p:spPr>
          <a:xfrm>
            <a:off x="2852394" y="485336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lt1"/>
                </a:solidFill>
                <a:latin typeface="Arial"/>
                <a:ea typeface="Arial"/>
                <a:cs typeface="Arial"/>
                <a:sym typeface="Arial"/>
              </a:rPr>
              <a:t>© 2024, Amazon Web Services, Inc. o sus filiales. Todos los derechos reservados.</a:t>
            </a:r>
            <a:endParaRPr sz="800">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showMasterSp="0">
  <p:cSld name="Section Slide">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2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18" name="Google Shape;118;p25"/>
          <p:cNvSpPr txBox="1"/>
          <p:nvPr>
            <p:ph type="title"/>
          </p:nvPr>
        </p:nvSpPr>
        <p:spPr>
          <a:xfrm>
            <a:off x="342900" y="1909119"/>
            <a:ext cx="4842304" cy="1835157"/>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5"/>
          <p:cNvSpPr txBox="1"/>
          <p:nvPr>
            <p:ph idx="1" type="body"/>
          </p:nvPr>
        </p:nvSpPr>
        <p:spPr>
          <a:xfrm>
            <a:off x="342900" y="3780282"/>
            <a:ext cx="4842304" cy="746924"/>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400"/>
              <a:buNone/>
              <a:defRPr sz="24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1500"/>
              <a:buNone/>
              <a:defRPr sz="1500"/>
            </a:lvl2pPr>
            <a:lvl3pPr indent="-228600" lvl="2" marL="1371600" algn="ctr">
              <a:lnSpc>
                <a:spcPct val="90000"/>
              </a:lnSpc>
              <a:spcBef>
                <a:spcPts val="900"/>
              </a:spcBef>
              <a:spcAft>
                <a:spcPts val="0"/>
              </a:spcAft>
              <a:buClr>
                <a:srgbClr val="232F3E"/>
              </a:buClr>
              <a:buSzPts val="1400"/>
              <a:buNone/>
              <a:defRPr sz="1400"/>
            </a:lvl3pPr>
            <a:lvl4pPr indent="-228600" lvl="3" marL="1828800" algn="ctr">
              <a:lnSpc>
                <a:spcPct val="90000"/>
              </a:lnSpc>
              <a:spcBef>
                <a:spcPts val="900"/>
              </a:spcBef>
              <a:spcAft>
                <a:spcPts val="0"/>
              </a:spcAft>
              <a:buClr>
                <a:srgbClr val="232F3E"/>
              </a:buClr>
              <a:buSzPts val="1200"/>
              <a:buNone/>
              <a:defRPr sz="1200"/>
            </a:lvl4pPr>
            <a:lvl5pPr indent="-228600" lvl="4" marL="2286000" algn="ctr">
              <a:lnSpc>
                <a:spcPct val="90000"/>
              </a:lnSpc>
              <a:spcBef>
                <a:spcPts val="900"/>
              </a:spcBef>
              <a:spcAft>
                <a:spcPts val="0"/>
              </a:spcAft>
              <a:buClr>
                <a:srgbClr val="232F3E"/>
              </a:buClr>
              <a:buSzPts val="1200"/>
              <a:buNone/>
              <a:defRPr sz="1200"/>
            </a:lvl5pPr>
            <a:lvl6pPr indent="-228600" lvl="5" marL="2743200" algn="ctr">
              <a:lnSpc>
                <a:spcPct val="90000"/>
              </a:lnSpc>
              <a:spcBef>
                <a:spcPts val="900"/>
              </a:spcBef>
              <a:spcAft>
                <a:spcPts val="0"/>
              </a:spcAft>
              <a:buClr>
                <a:schemeClr val="dk1"/>
              </a:buClr>
              <a:buSzPts val="1200"/>
              <a:buNone/>
              <a:defRPr sz="1200"/>
            </a:lvl6pPr>
            <a:lvl7pPr indent="-228600" lvl="6" marL="3200400" algn="ctr">
              <a:lnSpc>
                <a:spcPct val="90000"/>
              </a:lnSpc>
              <a:spcBef>
                <a:spcPts val="400"/>
              </a:spcBef>
              <a:spcAft>
                <a:spcPts val="0"/>
              </a:spcAft>
              <a:buClr>
                <a:schemeClr val="dk1"/>
              </a:buClr>
              <a:buSzPts val="1200"/>
              <a:buNone/>
              <a:defRPr sz="1200"/>
            </a:lvl7pPr>
            <a:lvl8pPr indent="-228600" lvl="7" marL="3657600" algn="ctr">
              <a:lnSpc>
                <a:spcPct val="90000"/>
              </a:lnSpc>
              <a:spcBef>
                <a:spcPts val="400"/>
              </a:spcBef>
              <a:spcAft>
                <a:spcPts val="0"/>
              </a:spcAft>
              <a:buClr>
                <a:schemeClr val="dk1"/>
              </a:buClr>
              <a:buSzPts val="1200"/>
              <a:buNone/>
              <a:defRPr sz="1200"/>
            </a:lvl8pPr>
            <a:lvl9pPr indent="-228600" lvl="8" marL="4114800" algn="ctr">
              <a:lnSpc>
                <a:spcPct val="90000"/>
              </a:lnSpc>
              <a:spcBef>
                <a:spcPts val="400"/>
              </a:spcBef>
              <a:spcAft>
                <a:spcPts val="0"/>
              </a:spcAft>
              <a:buClr>
                <a:schemeClr val="dk1"/>
              </a:buClr>
              <a:buSzPts val="1200"/>
              <a:buNone/>
              <a:defRPr sz="1200"/>
            </a:lvl9pPr>
          </a:lstStyle>
          <a:p/>
        </p:txBody>
      </p:sp>
      <p:sp>
        <p:nvSpPr>
          <p:cNvPr id="120" name="Google Shape;120;p25"/>
          <p:cNvSpPr txBox="1"/>
          <p:nvPr/>
        </p:nvSpPr>
        <p:spPr>
          <a:xfrm>
            <a:off x="872634" y="4846894"/>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800">
                <a:solidFill>
                  <a:schemeClr val="lt1"/>
                </a:solidFill>
                <a:latin typeface="Arial"/>
                <a:ea typeface="Arial"/>
                <a:cs typeface="Arial"/>
                <a:sym typeface="Arial"/>
              </a:rPr>
              <a:t>© 2024, Amazon Web Services, Inc. o sus filiales. Todos los derechos reservados.</a:t>
            </a:r>
            <a:endParaRPr sz="800">
              <a:solidFill>
                <a:schemeClr val="lt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utline" showMasterSp="0" type="secHead">
  <p:cSld name="SECTION_HEADER">
    <p:bg>
      <p:bgPr>
        <a:blipFill>
          <a:blip r:embed="rId2">
            <a:alphaModFix/>
          </a:blip>
          <a:stretch>
            <a:fillRect/>
          </a:stretch>
        </a:blipFill>
      </p:bgPr>
    </p:bg>
    <p:spTree>
      <p:nvGrpSpPr>
        <p:cNvPr id="121" name="Shape 121"/>
        <p:cNvGrpSpPr/>
        <p:nvPr/>
      </p:nvGrpSpPr>
      <p:grpSpPr>
        <a:xfrm>
          <a:off x="0" y="0"/>
          <a:ext cx="0" cy="0"/>
          <a:chOff x="0" y="0"/>
          <a:chExt cx="0" cy="0"/>
        </a:xfrm>
      </p:grpSpPr>
      <p:sp>
        <p:nvSpPr>
          <p:cNvPr id="122" name="Google Shape;122;p2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23" name="Google Shape;123;p26"/>
          <p:cNvSpPr txBox="1"/>
          <p:nvPr>
            <p:ph idx="1" type="body"/>
          </p:nvPr>
        </p:nvSpPr>
        <p:spPr>
          <a:xfrm>
            <a:off x="274320" y="842963"/>
            <a:ext cx="8726090" cy="291704"/>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6"/>
          <p:cNvSpPr txBox="1"/>
          <p:nvPr>
            <p:ph type="title"/>
          </p:nvPr>
        </p:nvSpPr>
        <p:spPr>
          <a:xfrm>
            <a:off x="274320" y="1156487"/>
            <a:ext cx="6410259" cy="8915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26"/>
          <p:cNvSpPr txBox="1"/>
          <p:nvPr>
            <p:ph idx="2" type="body"/>
          </p:nvPr>
        </p:nvSpPr>
        <p:spPr>
          <a:xfrm>
            <a:off x="685800" y="2057400"/>
            <a:ext cx="5998779" cy="27432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100"/>
              <a:buNone/>
              <a:defRPr>
                <a:solidFill>
                  <a:schemeClr val="lt1"/>
                </a:solidFill>
                <a:latin typeface="Play"/>
                <a:ea typeface="Play"/>
                <a:cs typeface="Play"/>
                <a:sym typeface="Play"/>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26" name="Google Shape;126;p26"/>
          <p:cNvPicPr preferRelativeResize="0"/>
          <p:nvPr/>
        </p:nvPicPr>
        <p:blipFill rotWithShape="1">
          <a:blip r:embed="rId3">
            <a:alphaModFix/>
          </a:blip>
          <a:srcRect b="0" l="0" r="0" t="0"/>
          <a:stretch/>
        </p:blipFill>
        <p:spPr>
          <a:xfrm>
            <a:off x="2849987" y="4834889"/>
            <a:ext cx="3457575" cy="23336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blipFill>
          <a:blip r:embed="rId2">
            <a:alphaModFix/>
          </a:blip>
          <a:stretch>
            <a:fillRect/>
          </a:stretch>
        </a:blipFill>
      </p:bgPr>
    </p:bg>
    <p:spTree>
      <p:nvGrpSpPr>
        <p:cNvPr id="127" name="Shape 127"/>
        <p:cNvGrpSpPr/>
        <p:nvPr/>
      </p:nvGrpSpPr>
      <p:grpSpPr>
        <a:xfrm>
          <a:off x="0" y="0"/>
          <a:ext cx="0" cy="0"/>
          <a:chOff x="0" y="0"/>
          <a:chExt cx="0" cy="0"/>
        </a:xfrm>
      </p:grpSpPr>
      <p:sp>
        <p:nvSpPr>
          <p:cNvPr id="128" name="Google Shape;128;p2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29" name="Google Shape;129;p27"/>
          <p:cNvSpPr txBox="1"/>
          <p:nvPr>
            <p:ph type="title"/>
          </p:nvPr>
        </p:nvSpPr>
        <p:spPr>
          <a:xfrm>
            <a:off x="274320" y="1282303"/>
            <a:ext cx="8604010" cy="270738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000"/>
              <a:buFont typeface="Play"/>
              <a:buNone/>
              <a:defRPr sz="3000">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0" name="Google Shape;130;p27"/>
          <p:cNvSpPr txBox="1"/>
          <p:nvPr>
            <p:ph idx="1" type="body"/>
          </p:nvPr>
        </p:nvSpPr>
        <p:spPr>
          <a:xfrm>
            <a:off x="274320" y="3989688"/>
            <a:ext cx="8604010" cy="5775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chemeClr val="lt1"/>
              </a:buClr>
              <a:buSzPts val="2100"/>
              <a:buNone/>
              <a:defRPr sz="21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31" name="Google Shape;131;p27"/>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showMasterSp="0">
  <p:cSld name="Topic Introduction">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2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34" name="Google Shape;134;p28"/>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Autofit/>
          </a:bodyPr>
          <a:lstStyle>
            <a:lvl1pPr lvl="0" algn="ctr">
              <a:lnSpc>
                <a:spcPct val="90000"/>
              </a:lnSpc>
              <a:spcBef>
                <a:spcPts val="0"/>
              </a:spcBef>
              <a:spcAft>
                <a:spcPts val="0"/>
              </a:spcAft>
              <a:buClr>
                <a:srgbClr val="F1F3F3"/>
              </a:buClr>
              <a:buSzPts val="2700"/>
              <a:buFont typeface="Play"/>
              <a:buNone/>
              <a:defRPr sz="2700">
                <a:solidFill>
                  <a:srgbClr val="F1F3F3"/>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5" name="Google Shape;135;p28"/>
          <p:cNvSpPr txBox="1"/>
          <p:nvPr>
            <p:ph idx="1" type="body"/>
          </p:nvPr>
        </p:nvSpPr>
        <p:spPr>
          <a:xfrm>
            <a:off x="185166" y="1826220"/>
            <a:ext cx="3045294" cy="27432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F1F3F3"/>
              </a:buClr>
              <a:buSzPts val="2100"/>
              <a:buNone/>
              <a:defRPr>
                <a:solidFill>
                  <a:srgbClr val="F1F3F3"/>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28"/>
          <p:cNvSpPr txBox="1"/>
          <p:nvPr>
            <p:ph idx="2" type="body"/>
          </p:nvPr>
        </p:nvSpPr>
        <p:spPr>
          <a:xfrm>
            <a:off x="3444476" y="219074"/>
            <a:ext cx="5429776" cy="4606988"/>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37" name="Google Shape;137;p28"/>
          <p:cNvPicPr preferRelativeResize="0"/>
          <p:nvPr/>
        </p:nvPicPr>
        <p:blipFill rotWithShape="1">
          <a:blip r:embed="rId3">
            <a:alphaModFix/>
          </a:blip>
          <a:srcRect b="0" l="0" r="0" t="0"/>
          <a:stretch/>
        </p:blipFill>
        <p:spPr>
          <a:xfrm>
            <a:off x="4507230" y="4834890"/>
            <a:ext cx="3457575" cy="23336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de">
  <p:cSld name="Title and Code">
    <p:bg>
      <p:bgPr>
        <a:solidFill>
          <a:schemeClr val="lt1"/>
        </a:solidFill>
      </p:bgPr>
    </p:bg>
    <p:spTree>
      <p:nvGrpSpPr>
        <p:cNvPr id="138" name="Shape 138"/>
        <p:cNvGrpSpPr/>
        <p:nvPr/>
      </p:nvGrpSpPr>
      <p:grpSpPr>
        <a:xfrm>
          <a:off x="0" y="0"/>
          <a:ext cx="0" cy="0"/>
          <a:chOff x="0" y="0"/>
          <a:chExt cx="0" cy="0"/>
        </a:xfrm>
      </p:grpSpPr>
      <p:sp>
        <p:nvSpPr>
          <p:cNvPr id="139" name="Google Shape;139;p2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40" name="Google Shape;140;p29"/>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1" name="Google Shape;141;p29"/>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42" name="Google Shape;142;p29"/>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Column, and Small Picture">
  <p:cSld name="Title, Text Column, and Small Picture">
    <p:bg>
      <p:bgPr>
        <a:solidFill>
          <a:schemeClr val="lt1"/>
        </a:solidFill>
      </p:bgPr>
    </p:bg>
    <p:spTree>
      <p:nvGrpSpPr>
        <p:cNvPr id="143" name="Shape 143"/>
        <p:cNvGrpSpPr/>
        <p:nvPr/>
      </p:nvGrpSpPr>
      <p:grpSpPr>
        <a:xfrm>
          <a:off x="0" y="0"/>
          <a:ext cx="0" cy="0"/>
          <a:chOff x="0" y="0"/>
          <a:chExt cx="0" cy="0"/>
        </a:xfrm>
      </p:grpSpPr>
      <p:sp>
        <p:nvSpPr>
          <p:cNvPr id="144" name="Google Shape;144;p3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45" name="Google Shape;145;p3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46" name="Google Shape;146;p30"/>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47" name="Google Shape;147;p30"/>
          <p:cNvSpPr txBox="1"/>
          <p:nvPr>
            <p:ph idx="1" type="body"/>
          </p:nvPr>
        </p:nvSpPr>
        <p:spPr>
          <a:xfrm>
            <a:off x="274320" y="822960"/>
            <a:ext cx="5733288"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30"/>
          <p:cNvSpPr/>
          <p:nvPr>
            <p:ph idx="2" type="pic"/>
          </p:nvPr>
        </p:nvSpPr>
        <p:spPr>
          <a:xfrm>
            <a:off x="6373940" y="1707642"/>
            <a:ext cx="2228850" cy="222885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Text, and Small Picture">
  <p:cSld name="Title, Header, Text, and Small Picture">
    <p:bg>
      <p:bgPr>
        <a:solidFill>
          <a:schemeClr val="lt1"/>
        </a:solidFill>
      </p:bgPr>
    </p:bg>
    <p:spTree>
      <p:nvGrpSpPr>
        <p:cNvPr id="149" name="Shape 149"/>
        <p:cNvGrpSpPr/>
        <p:nvPr/>
      </p:nvGrpSpPr>
      <p:grpSpPr>
        <a:xfrm>
          <a:off x="0" y="0"/>
          <a:ext cx="0" cy="0"/>
          <a:chOff x="0" y="0"/>
          <a:chExt cx="0" cy="0"/>
        </a:xfrm>
      </p:grpSpPr>
      <p:sp>
        <p:nvSpPr>
          <p:cNvPr id="150" name="Google Shape;150;p3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51" name="Google Shape;151;p31"/>
          <p:cNvSpPr txBox="1"/>
          <p:nvPr>
            <p:ph type="title"/>
          </p:nvPr>
        </p:nvSpPr>
        <p:spPr>
          <a:xfrm>
            <a:off x="272034"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52" name="Google Shape;152;p31"/>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153" name="Google Shape;153;p31"/>
          <p:cNvSpPr txBox="1"/>
          <p:nvPr>
            <p:ph idx="1" type="body"/>
          </p:nvPr>
        </p:nvSpPr>
        <p:spPr>
          <a:xfrm>
            <a:off x="274320" y="789983"/>
            <a:ext cx="85953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31"/>
          <p:cNvSpPr txBox="1"/>
          <p:nvPr>
            <p:ph idx="2" type="body"/>
          </p:nvPr>
        </p:nvSpPr>
        <p:spPr>
          <a:xfrm>
            <a:off x="274320" y="1172718"/>
            <a:ext cx="5733288" cy="3655314"/>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1"/>
          <p:cNvSpPr/>
          <p:nvPr>
            <p:ph idx="3" type="pic"/>
          </p:nvPr>
        </p:nvSpPr>
        <p:spPr>
          <a:xfrm>
            <a:off x="6373940" y="1707642"/>
            <a:ext cx="2228850" cy="222885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1" type="picTx">
  <p:cSld name="PICTURE_WITH_CAPTION_TEXT">
    <p:bg>
      <p:bgPr>
        <a:solidFill>
          <a:schemeClr val="lt1"/>
        </a:solidFill>
      </p:bgPr>
    </p:bg>
    <p:spTree>
      <p:nvGrpSpPr>
        <p:cNvPr id="156" name="Shape 156"/>
        <p:cNvGrpSpPr/>
        <p:nvPr/>
      </p:nvGrpSpPr>
      <p:grpSpPr>
        <a:xfrm>
          <a:off x="0" y="0"/>
          <a:ext cx="0" cy="0"/>
          <a:chOff x="0" y="0"/>
          <a:chExt cx="0" cy="0"/>
        </a:xfrm>
      </p:grpSpPr>
      <p:grpSp>
        <p:nvGrpSpPr>
          <p:cNvPr id="157" name="Google Shape;157;p32"/>
          <p:cNvGrpSpPr/>
          <p:nvPr/>
        </p:nvGrpSpPr>
        <p:grpSpPr>
          <a:xfrm>
            <a:off x="274319" y="771283"/>
            <a:ext cx="8613648" cy="4131945"/>
            <a:chOff x="365759" y="1028377"/>
            <a:chExt cx="11484864" cy="5509260"/>
          </a:xfrm>
        </p:grpSpPr>
        <p:pic>
          <p:nvPicPr>
            <p:cNvPr id="158" name="Google Shape;158;p3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59" name="Google Shape;159;p32"/>
            <p:cNvPicPr preferRelativeResize="0"/>
            <p:nvPr/>
          </p:nvPicPr>
          <p:blipFill rotWithShape="1">
            <a:blip r:embed="rId2">
              <a:alphaModFix/>
            </a:blip>
            <a:srcRect b="0" l="0" r="0" t="0"/>
            <a:stretch/>
          </p:blipFill>
          <p:spPr>
            <a:xfrm rot="5400000">
              <a:off x="224043" y="3771577"/>
              <a:ext cx="5486400" cy="45720"/>
            </a:xfrm>
            <a:prstGeom prst="rect">
              <a:avLst/>
            </a:prstGeom>
            <a:noFill/>
            <a:ln>
              <a:noFill/>
            </a:ln>
          </p:spPr>
        </p:pic>
      </p:grpSp>
      <p:sp>
        <p:nvSpPr>
          <p:cNvPr id="160" name="Google Shape;160;p3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61" name="Google Shape;161;p3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2" name="Google Shape;162;p32"/>
          <p:cNvSpPr/>
          <p:nvPr>
            <p:ph idx="2" type="pic"/>
          </p:nvPr>
        </p:nvSpPr>
        <p:spPr>
          <a:xfrm>
            <a:off x="398913" y="1637105"/>
            <a:ext cx="1714500" cy="1714500"/>
          </a:xfrm>
          <a:prstGeom prst="rect">
            <a:avLst/>
          </a:prstGeom>
          <a:noFill/>
          <a:ln>
            <a:noFill/>
          </a:ln>
        </p:spPr>
      </p:sp>
      <p:sp>
        <p:nvSpPr>
          <p:cNvPr id="163" name="Google Shape;163;p32"/>
          <p:cNvSpPr txBox="1"/>
          <p:nvPr>
            <p:ph idx="1" type="body"/>
          </p:nvPr>
        </p:nvSpPr>
        <p:spPr>
          <a:xfrm>
            <a:off x="398913" y="3381196"/>
            <a:ext cx="1714501"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 name="Google Shape;164;p32"/>
          <p:cNvSpPr txBox="1"/>
          <p:nvPr>
            <p:ph idx="3" type="body"/>
          </p:nvPr>
        </p:nvSpPr>
        <p:spPr>
          <a:xfrm>
            <a:off x="2338578" y="822960"/>
            <a:ext cx="6535674" cy="3998214"/>
          </a:xfrm>
          <a:prstGeom prst="rect">
            <a:avLst/>
          </a:prstGeom>
          <a:noFill/>
          <a:ln>
            <a:noFill/>
          </a:ln>
        </p:spPr>
        <p:txBody>
          <a:bodyPr anchorCtr="0" anchor="ctr" bIns="34275" lIns="68575" spcFirstLastPara="1" rIns="68575" wrap="square" tIns="34275">
            <a:norm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61950" lvl="1" marL="914400" algn="l">
              <a:lnSpc>
                <a:spcPct val="100000"/>
              </a:lnSpc>
              <a:spcBef>
                <a:spcPts val="900"/>
              </a:spcBef>
              <a:spcAft>
                <a:spcPts val="0"/>
              </a:spcAft>
              <a:buClr>
                <a:srgbClr val="232F3E"/>
              </a:buClr>
              <a:buSzPts val="2100"/>
              <a:buChar char="•"/>
              <a:defRPr sz="2100">
                <a:solidFill>
                  <a:srgbClr val="232F3E"/>
                </a:solidFill>
              </a:defRPr>
            </a:lvl2pPr>
            <a:lvl3pPr indent="-342900" lvl="2" marL="1371600" algn="l">
              <a:lnSpc>
                <a:spcPct val="100000"/>
              </a:lnSpc>
              <a:spcBef>
                <a:spcPts val="900"/>
              </a:spcBef>
              <a:spcAft>
                <a:spcPts val="0"/>
              </a:spcAft>
              <a:buClr>
                <a:srgbClr val="232F3E"/>
              </a:buClr>
              <a:buSzPts val="1800"/>
              <a:buChar char="•"/>
              <a:defRPr sz="1800">
                <a:solidFill>
                  <a:srgbClr val="232F3E"/>
                </a:solidFill>
              </a:defRPr>
            </a:lvl3pPr>
            <a:lvl4pPr indent="-323850" lvl="3" marL="1828800" algn="l">
              <a:lnSpc>
                <a:spcPct val="100000"/>
              </a:lnSpc>
              <a:spcBef>
                <a:spcPts val="900"/>
              </a:spcBef>
              <a:spcAft>
                <a:spcPts val="0"/>
              </a:spcAft>
              <a:buClr>
                <a:srgbClr val="232F3E"/>
              </a:buClr>
              <a:buSzPts val="1500"/>
              <a:buChar char="•"/>
              <a:defRPr sz="1500">
                <a:solidFill>
                  <a:srgbClr val="232F3E"/>
                </a:solidFill>
              </a:defRPr>
            </a:lvl4pPr>
            <a:lvl5pPr indent="-323850" lvl="4" marL="2286000" algn="l">
              <a:lnSpc>
                <a:spcPct val="100000"/>
              </a:lnSpc>
              <a:spcBef>
                <a:spcPts val="900"/>
              </a:spcBef>
              <a:spcAft>
                <a:spcPts val="0"/>
              </a:spcAft>
              <a:buClr>
                <a:srgbClr val="232F3E"/>
              </a:buClr>
              <a:buSzPts val="1500"/>
              <a:buChar char="•"/>
              <a:defRPr sz="15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2">
  <p:cSld name="Service Introduction Option 2">
    <p:bg>
      <p:bgPr>
        <a:solidFill>
          <a:schemeClr val="lt1"/>
        </a:solidFill>
      </p:bgPr>
    </p:bg>
    <p:spTree>
      <p:nvGrpSpPr>
        <p:cNvPr id="165" name="Shape 165"/>
        <p:cNvGrpSpPr/>
        <p:nvPr/>
      </p:nvGrpSpPr>
      <p:grpSpPr>
        <a:xfrm>
          <a:off x="0" y="0"/>
          <a:ext cx="0" cy="0"/>
          <a:chOff x="0" y="0"/>
          <a:chExt cx="0" cy="0"/>
        </a:xfrm>
      </p:grpSpPr>
      <p:grpSp>
        <p:nvGrpSpPr>
          <p:cNvPr id="166" name="Google Shape;166;p33"/>
          <p:cNvGrpSpPr/>
          <p:nvPr/>
        </p:nvGrpSpPr>
        <p:grpSpPr>
          <a:xfrm>
            <a:off x="274319" y="771283"/>
            <a:ext cx="8613648" cy="4131945"/>
            <a:chOff x="365759" y="1028377"/>
            <a:chExt cx="11484864" cy="5509260"/>
          </a:xfrm>
        </p:grpSpPr>
        <p:pic>
          <p:nvPicPr>
            <p:cNvPr id="167" name="Google Shape;167;p3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68" name="Google Shape;168;p33"/>
            <p:cNvPicPr preferRelativeResize="0"/>
            <p:nvPr/>
          </p:nvPicPr>
          <p:blipFill rotWithShape="1">
            <a:blip r:embed="rId2">
              <a:alphaModFix/>
            </a:blip>
            <a:srcRect b="0" l="0" r="0" t="0"/>
            <a:stretch/>
          </p:blipFill>
          <p:spPr>
            <a:xfrm rot="5400000">
              <a:off x="224043" y="3771577"/>
              <a:ext cx="5486400" cy="45720"/>
            </a:xfrm>
            <a:prstGeom prst="rect">
              <a:avLst/>
            </a:prstGeom>
            <a:noFill/>
            <a:ln>
              <a:noFill/>
            </a:ln>
          </p:spPr>
        </p:pic>
      </p:grpSp>
      <p:sp>
        <p:nvSpPr>
          <p:cNvPr id="169" name="Google Shape;169;p3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70" name="Google Shape;170;p3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1" name="Google Shape;171;p33"/>
          <p:cNvSpPr/>
          <p:nvPr>
            <p:ph idx="2" type="pic"/>
          </p:nvPr>
        </p:nvSpPr>
        <p:spPr>
          <a:xfrm>
            <a:off x="398913" y="1637105"/>
            <a:ext cx="1714500" cy="1714500"/>
          </a:xfrm>
          <a:prstGeom prst="rect">
            <a:avLst/>
          </a:prstGeom>
          <a:noFill/>
          <a:ln>
            <a:noFill/>
          </a:ln>
        </p:spPr>
      </p:sp>
      <p:sp>
        <p:nvSpPr>
          <p:cNvPr id="172" name="Google Shape;172;p33"/>
          <p:cNvSpPr txBox="1"/>
          <p:nvPr>
            <p:ph idx="1" type="body"/>
          </p:nvPr>
        </p:nvSpPr>
        <p:spPr>
          <a:xfrm>
            <a:off x="398913" y="3381196"/>
            <a:ext cx="1714501"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33"/>
          <p:cNvSpPr txBox="1"/>
          <p:nvPr>
            <p:ph idx="3" type="body"/>
          </p:nvPr>
        </p:nvSpPr>
        <p:spPr>
          <a:xfrm>
            <a:off x="2338578" y="822960"/>
            <a:ext cx="6535674" cy="1241298"/>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1800"/>
              <a:buNone/>
              <a:defRPr sz="1800">
                <a:solidFill>
                  <a:srgbClr val="232F3E"/>
                </a:solidFill>
                <a:latin typeface="Play"/>
                <a:ea typeface="Play"/>
                <a:cs typeface="Play"/>
                <a:sym typeface="Play"/>
              </a:defRPr>
            </a:lvl1pPr>
            <a:lvl2pPr indent="-228600" lvl="1" marL="914400" algn="l">
              <a:lnSpc>
                <a:spcPct val="90000"/>
              </a:lnSpc>
              <a:spcBef>
                <a:spcPts val="200"/>
              </a:spcBef>
              <a:spcAft>
                <a:spcPts val="0"/>
              </a:spcAft>
              <a:buClr>
                <a:srgbClr val="232F3E"/>
              </a:buClr>
              <a:buSzPts val="1800"/>
              <a:buNone/>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33"/>
          <p:cNvSpPr/>
          <p:nvPr>
            <p:ph idx="4" type="pic"/>
          </p:nvPr>
        </p:nvSpPr>
        <p:spPr>
          <a:xfrm>
            <a:off x="2612898" y="2098548"/>
            <a:ext cx="1508760" cy="1508760"/>
          </a:xfrm>
          <a:prstGeom prst="rect">
            <a:avLst/>
          </a:prstGeom>
          <a:noFill/>
          <a:ln>
            <a:noFill/>
          </a:ln>
        </p:spPr>
      </p:sp>
      <p:sp>
        <p:nvSpPr>
          <p:cNvPr id="175" name="Google Shape;175;p33"/>
          <p:cNvSpPr txBox="1"/>
          <p:nvPr>
            <p:ph idx="5" type="body"/>
          </p:nvPr>
        </p:nvSpPr>
        <p:spPr>
          <a:xfrm>
            <a:off x="2338578"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3"/>
          <p:cNvSpPr/>
          <p:nvPr>
            <p:ph idx="6" type="pic"/>
          </p:nvPr>
        </p:nvSpPr>
        <p:spPr>
          <a:xfrm>
            <a:off x="4855464" y="2098548"/>
            <a:ext cx="1508760" cy="1508760"/>
          </a:xfrm>
          <a:prstGeom prst="rect">
            <a:avLst/>
          </a:prstGeom>
          <a:noFill/>
          <a:ln>
            <a:noFill/>
          </a:ln>
        </p:spPr>
      </p:sp>
      <p:sp>
        <p:nvSpPr>
          <p:cNvPr id="177" name="Google Shape;177;p33"/>
          <p:cNvSpPr txBox="1"/>
          <p:nvPr>
            <p:ph idx="7" type="body"/>
          </p:nvPr>
        </p:nvSpPr>
        <p:spPr>
          <a:xfrm>
            <a:off x="4581144"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33"/>
          <p:cNvSpPr/>
          <p:nvPr>
            <p:ph idx="8" type="pic"/>
          </p:nvPr>
        </p:nvSpPr>
        <p:spPr>
          <a:xfrm>
            <a:off x="7091172" y="2098548"/>
            <a:ext cx="1508760" cy="1508760"/>
          </a:xfrm>
          <a:prstGeom prst="rect">
            <a:avLst/>
          </a:prstGeom>
          <a:noFill/>
          <a:ln>
            <a:noFill/>
          </a:ln>
        </p:spPr>
      </p:sp>
      <p:sp>
        <p:nvSpPr>
          <p:cNvPr id="179" name="Google Shape;179;p33"/>
          <p:cNvSpPr txBox="1"/>
          <p:nvPr>
            <p:ph idx="9" type="body"/>
          </p:nvPr>
        </p:nvSpPr>
        <p:spPr>
          <a:xfrm>
            <a:off x="6816852" y="3634740"/>
            <a:ext cx="2057400" cy="120015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rgbClr val="232F3E"/>
              </a:buClr>
              <a:buSzPts val="1500"/>
              <a:buNone/>
              <a:defRPr b="0"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rrow, and Wide Columns">
  <p:cSld name="Title, Narrow, and Wide Columns">
    <p:bg>
      <p:bgPr>
        <a:solidFill>
          <a:schemeClr val="lt1"/>
        </a:solidFill>
      </p:bgPr>
    </p:bg>
    <p:spTree>
      <p:nvGrpSpPr>
        <p:cNvPr id="180" name="Shape 180"/>
        <p:cNvGrpSpPr/>
        <p:nvPr/>
      </p:nvGrpSpPr>
      <p:grpSpPr>
        <a:xfrm>
          <a:off x="0" y="0"/>
          <a:ext cx="0" cy="0"/>
          <a:chOff x="0" y="0"/>
          <a:chExt cx="0" cy="0"/>
        </a:xfrm>
      </p:grpSpPr>
      <p:sp>
        <p:nvSpPr>
          <p:cNvPr id="181" name="Google Shape;181;p3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82" name="Google Shape;182;p3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83" name="Google Shape;183;p34"/>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84" name="Google Shape;184;p34"/>
          <p:cNvSpPr txBox="1"/>
          <p:nvPr>
            <p:ph idx="1" type="body"/>
          </p:nvPr>
        </p:nvSpPr>
        <p:spPr>
          <a:xfrm>
            <a:off x="274320" y="822960"/>
            <a:ext cx="274320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900"/>
              </a:spcBef>
              <a:spcAft>
                <a:spcPts val="0"/>
              </a:spcAft>
              <a:buClr>
                <a:srgbClr val="232F3E"/>
              </a:buClr>
              <a:buSzPts val="1500"/>
              <a:buChar char="•"/>
              <a:defRPr sz="1500">
                <a:solidFill>
                  <a:srgbClr val="232F3E"/>
                </a:solidFill>
              </a:defRPr>
            </a:lvl2pPr>
            <a:lvl3pPr indent="-317500" lvl="2" marL="1371600" algn="l">
              <a:lnSpc>
                <a:spcPct val="100000"/>
              </a:lnSpc>
              <a:spcBef>
                <a:spcPts val="900"/>
              </a:spcBef>
              <a:spcAft>
                <a:spcPts val="0"/>
              </a:spcAft>
              <a:buClr>
                <a:srgbClr val="232F3E"/>
              </a:buClr>
              <a:buSzPts val="1400"/>
              <a:buChar char="•"/>
              <a:defRPr sz="1400">
                <a:solidFill>
                  <a:srgbClr val="232F3E"/>
                </a:solidFill>
              </a:defRPr>
            </a:lvl3pPr>
            <a:lvl4pPr indent="-304800" lvl="3" marL="1828800" algn="l">
              <a:lnSpc>
                <a:spcPct val="100000"/>
              </a:lnSpc>
              <a:spcBef>
                <a:spcPts val="900"/>
              </a:spcBef>
              <a:spcAft>
                <a:spcPts val="0"/>
              </a:spcAft>
              <a:buClr>
                <a:srgbClr val="232F3E"/>
              </a:buClr>
              <a:buSzPts val="1200"/>
              <a:buChar char="•"/>
              <a:defRPr sz="1200">
                <a:solidFill>
                  <a:srgbClr val="232F3E"/>
                </a:solidFill>
              </a:defRPr>
            </a:lvl4pPr>
            <a:lvl5pPr indent="-304800" lvl="4" marL="2286000" algn="l">
              <a:lnSpc>
                <a:spcPct val="100000"/>
              </a:lnSpc>
              <a:spcBef>
                <a:spcPts val="900"/>
              </a:spcBef>
              <a:spcAft>
                <a:spcPts val="0"/>
              </a:spcAft>
              <a:buClr>
                <a:srgbClr val="232F3E"/>
              </a:buClr>
              <a:buSzPts val="1200"/>
              <a:buChar char="•"/>
              <a:defRPr sz="12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 name="Google Shape;185;p34"/>
          <p:cNvSpPr txBox="1"/>
          <p:nvPr>
            <p:ph idx="2" type="body"/>
          </p:nvPr>
        </p:nvSpPr>
        <p:spPr>
          <a:xfrm>
            <a:off x="3140964" y="822960"/>
            <a:ext cx="5733288"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900"/>
              </a:spcBef>
              <a:spcAft>
                <a:spcPts val="0"/>
              </a:spcAft>
              <a:buClr>
                <a:srgbClr val="232F3E"/>
              </a:buClr>
              <a:buSzPts val="1500"/>
              <a:buChar char="•"/>
              <a:defRPr sz="1500">
                <a:solidFill>
                  <a:srgbClr val="232F3E"/>
                </a:solidFill>
              </a:defRPr>
            </a:lvl2pPr>
            <a:lvl3pPr indent="-317500" lvl="2" marL="1371600" algn="l">
              <a:lnSpc>
                <a:spcPct val="100000"/>
              </a:lnSpc>
              <a:spcBef>
                <a:spcPts val="900"/>
              </a:spcBef>
              <a:spcAft>
                <a:spcPts val="0"/>
              </a:spcAft>
              <a:buClr>
                <a:srgbClr val="232F3E"/>
              </a:buClr>
              <a:buSzPts val="1400"/>
              <a:buChar char="•"/>
              <a:defRPr sz="1400">
                <a:solidFill>
                  <a:srgbClr val="232F3E"/>
                </a:solidFill>
              </a:defRPr>
            </a:lvl3pPr>
            <a:lvl4pPr indent="-304800" lvl="3" marL="1828800" algn="l">
              <a:lnSpc>
                <a:spcPct val="100000"/>
              </a:lnSpc>
              <a:spcBef>
                <a:spcPts val="900"/>
              </a:spcBef>
              <a:spcAft>
                <a:spcPts val="0"/>
              </a:spcAft>
              <a:buClr>
                <a:srgbClr val="232F3E"/>
              </a:buClr>
              <a:buSzPts val="1200"/>
              <a:buChar char="•"/>
              <a:defRPr sz="1200">
                <a:solidFill>
                  <a:srgbClr val="232F3E"/>
                </a:solidFill>
              </a:defRPr>
            </a:lvl4pPr>
            <a:lvl5pPr indent="-304800" lvl="4" marL="2286000" algn="l">
              <a:lnSpc>
                <a:spcPct val="100000"/>
              </a:lnSpc>
              <a:spcBef>
                <a:spcPts val="900"/>
              </a:spcBef>
              <a:spcAft>
                <a:spcPts val="0"/>
              </a:spcAft>
              <a:buClr>
                <a:srgbClr val="232F3E"/>
              </a:buClr>
              <a:buSzPts val="1200"/>
              <a:buChar char="•"/>
              <a:defRPr sz="12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de Columns">
  <p:cSld name="Title and 2 Code Columns">
    <p:bg>
      <p:bgPr>
        <a:solidFill>
          <a:schemeClr val="lt1"/>
        </a:solidFill>
      </p:bgPr>
    </p:bg>
    <p:spTree>
      <p:nvGrpSpPr>
        <p:cNvPr id="186" name="Shape 186"/>
        <p:cNvGrpSpPr/>
        <p:nvPr/>
      </p:nvGrpSpPr>
      <p:grpSpPr>
        <a:xfrm>
          <a:off x="0" y="0"/>
          <a:ext cx="0" cy="0"/>
          <a:chOff x="0" y="0"/>
          <a:chExt cx="0" cy="0"/>
        </a:xfrm>
      </p:grpSpPr>
      <p:sp>
        <p:nvSpPr>
          <p:cNvPr id="187" name="Google Shape;187;p3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88" name="Google Shape;188;p3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89" name="Google Shape;189;p3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190" name="Google Shape;190;p35"/>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1" name="Google Shape;191;p35"/>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rgbClr val="232F3E"/>
              </a:buClr>
              <a:buSzPts val="1200"/>
              <a:buNone/>
              <a:defRPr sz="1200">
                <a:solidFill>
                  <a:srgbClr val="232F3E"/>
                </a:solidFill>
                <a:latin typeface="Droid Sans Mono"/>
                <a:ea typeface="Droid Sans Mono"/>
                <a:cs typeface="Droid Sans Mono"/>
                <a:sym typeface="Droid Sans Mono"/>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and 2 Text Columns">
  <p:cSld name="Title, Header, and 2 Text Columns">
    <p:bg>
      <p:bgPr>
        <a:solidFill>
          <a:schemeClr val="lt1"/>
        </a:solidFill>
      </p:bgPr>
    </p:bg>
    <p:spTree>
      <p:nvGrpSpPr>
        <p:cNvPr id="192" name="Shape 192"/>
        <p:cNvGrpSpPr/>
        <p:nvPr/>
      </p:nvGrpSpPr>
      <p:grpSpPr>
        <a:xfrm>
          <a:off x="0" y="0"/>
          <a:ext cx="0" cy="0"/>
          <a:chOff x="0" y="0"/>
          <a:chExt cx="0" cy="0"/>
        </a:xfrm>
      </p:grpSpPr>
      <p:sp>
        <p:nvSpPr>
          <p:cNvPr id="193" name="Google Shape;193;p3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194" name="Google Shape;194;p3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95" name="Google Shape;195;p36"/>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196" name="Google Shape;196;p36"/>
          <p:cNvSpPr txBox="1"/>
          <p:nvPr>
            <p:ph idx="1" type="body"/>
          </p:nvPr>
        </p:nvSpPr>
        <p:spPr>
          <a:xfrm>
            <a:off x="274320" y="789983"/>
            <a:ext cx="85953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 name="Google Shape;197;p36"/>
          <p:cNvSpPr txBox="1"/>
          <p:nvPr>
            <p:ph idx="2" type="body"/>
          </p:nvPr>
        </p:nvSpPr>
        <p:spPr>
          <a:xfrm>
            <a:off x="274320"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8" name="Google Shape;198;p36"/>
          <p:cNvSpPr txBox="1"/>
          <p:nvPr>
            <p:ph idx="3" type="body"/>
          </p:nvPr>
        </p:nvSpPr>
        <p:spPr>
          <a:xfrm>
            <a:off x="4622292"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Headers, and 2 Text Columns">
  <p:cSld name="Title, 2 Headers, and 2 Text Columns">
    <p:bg>
      <p:bgPr>
        <a:solidFill>
          <a:schemeClr val="lt1"/>
        </a:solidFill>
      </p:bgPr>
    </p:bg>
    <p:spTree>
      <p:nvGrpSpPr>
        <p:cNvPr id="199" name="Shape 199"/>
        <p:cNvGrpSpPr/>
        <p:nvPr/>
      </p:nvGrpSpPr>
      <p:grpSpPr>
        <a:xfrm>
          <a:off x="0" y="0"/>
          <a:ext cx="0" cy="0"/>
          <a:chOff x="0" y="0"/>
          <a:chExt cx="0" cy="0"/>
        </a:xfrm>
      </p:grpSpPr>
      <p:pic>
        <p:nvPicPr>
          <p:cNvPr id="200" name="Google Shape;200;p37"/>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201" name="Google Shape;201;p3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02" name="Google Shape;202;p3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3" name="Google Shape;203;p37"/>
          <p:cNvSpPr txBox="1"/>
          <p:nvPr>
            <p:ph idx="1" type="body"/>
          </p:nvPr>
        </p:nvSpPr>
        <p:spPr>
          <a:xfrm>
            <a:off x="274320" y="789983"/>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37"/>
          <p:cNvSpPr txBox="1"/>
          <p:nvPr>
            <p:ph idx="2" type="body"/>
          </p:nvPr>
        </p:nvSpPr>
        <p:spPr>
          <a:xfrm>
            <a:off x="274320"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 name="Google Shape;205;p37"/>
          <p:cNvSpPr txBox="1"/>
          <p:nvPr>
            <p:ph idx="3" type="body"/>
          </p:nvPr>
        </p:nvSpPr>
        <p:spPr>
          <a:xfrm>
            <a:off x="4622292" y="789983"/>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37"/>
          <p:cNvSpPr txBox="1"/>
          <p:nvPr>
            <p:ph idx="4" type="body"/>
          </p:nvPr>
        </p:nvSpPr>
        <p:spPr>
          <a:xfrm>
            <a:off x="4622292" y="1172718"/>
            <a:ext cx="425196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9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9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9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Content, Full Height Picture">
  <p:cSld name="Title, Header, Content, Full Height Picture">
    <p:bg>
      <p:bgPr>
        <a:solidFill>
          <a:schemeClr val="lt1"/>
        </a:solidFill>
      </p:bgPr>
    </p:bg>
    <p:spTree>
      <p:nvGrpSpPr>
        <p:cNvPr id="207" name="Shape 207"/>
        <p:cNvGrpSpPr/>
        <p:nvPr/>
      </p:nvGrpSpPr>
      <p:grpSpPr>
        <a:xfrm>
          <a:off x="0" y="0"/>
          <a:ext cx="0" cy="0"/>
          <a:chOff x="0" y="0"/>
          <a:chExt cx="0" cy="0"/>
        </a:xfrm>
      </p:grpSpPr>
      <p:pic>
        <p:nvPicPr>
          <p:cNvPr id="208" name="Google Shape;208;p38"/>
          <p:cNvPicPr preferRelativeResize="0"/>
          <p:nvPr/>
        </p:nvPicPr>
        <p:blipFill rotWithShape="1">
          <a:blip r:embed="rId2">
            <a:alphaModFix/>
          </a:blip>
          <a:srcRect b="0" l="0" r="50690" t="0"/>
          <a:stretch/>
        </p:blipFill>
        <p:spPr>
          <a:xfrm>
            <a:off x="274321" y="794974"/>
            <a:ext cx="4247388" cy="344979"/>
          </a:xfrm>
          <a:prstGeom prst="rect">
            <a:avLst/>
          </a:prstGeom>
          <a:noFill/>
          <a:ln>
            <a:noFill/>
          </a:ln>
        </p:spPr>
      </p:pic>
      <p:sp>
        <p:nvSpPr>
          <p:cNvPr id="209" name="Google Shape;209;p3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10" name="Google Shape;210;p3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1" name="Google Shape;211;p38"/>
          <p:cNvSpPr txBox="1"/>
          <p:nvPr>
            <p:ph idx="1" type="body"/>
          </p:nvPr>
        </p:nvSpPr>
        <p:spPr>
          <a:xfrm>
            <a:off x="274321" y="788670"/>
            <a:ext cx="4251959"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2" name="Google Shape;212;p38"/>
          <p:cNvSpPr txBox="1"/>
          <p:nvPr>
            <p:ph idx="2" type="body"/>
          </p:nvPr>
        </p:nvSpPr>
        <p:spPr>
          <a:xfrm>
            <a:off x="274320" y="1165860"/>
            <a:ext cx="4251960" cy="3661307"/>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900"/>
              </a:spcBef>
              <a:spcAft>
                <a:spcPts val="0"/>
              </a:spcAft>
              <a:buClr>
                <a:srgbClr val="232F3E"/>
              </a:buClr>
              <a:buSzPts val="1800"/>
              <a:buChar char="•"/>
              <a:defRPr sz="1800">
                <a:solidFill>
                  <a:srgbClr val="232F3E"/>
                </a:solidFill>
              </a:defRPr>
            </a:lvl2pPr>
            <a:lvl3pPr indent="-323850" lvl="2" marL="1371600" algn="l">
              <a:lnSpc>
                <a:spcPct val="100000"/>
              </a:lnSpc>
              <a:spcBef>
                <a:spcPts val="900"/>
              </a:spcBef>
              <a:spcAft>
                <a:spcPts val="0"/>
              </a:spcAft>
              <a:buClr>
                <a:srgbClr val="232F3E"/>
              </a:buClr>
              <a:buSzPts val="1500"/>
              <a:buChar char="•"/>
              <a:defRPr sz="1500">
                <a:solidFill>
                  <a:srgbClr val="232F3E"/>
                </a:solidFill>
              </a:defRPr>
            </a:lvl3pPr>
            <a:lvl4pPr indent="-317500" lvl="3" marL="1828800" algn="l">
              <a:lnSpc>
                <a:spcPct val="100000"/>
              </a:lnSpc>
              <a:spcBef>
                <a:spcPts val="900"/>
              </a:spcBef>
              <a:spcAft>
                <a:spcPts val="0"/>
              </a:spcAft>
              <a:buClr>
                <a:srgbClr val="232F3E"/>
              </a:buClr>
              <a:buSzPts val="1400"/>
              <a:buChar char="•"/>
              <a:defRPr sz="1400">
                <a:solidFill>
                  <a:srgbClr val="232F3E"/>
                </a:solidFill>
              </a:defRPr>
            </a:lvl4pPr>
            <a:lvl5pPr indent="-317500" lvl="4" marL="2286000" algn="l">
              <a:lnSpc>
                <a:spcPct val="100000"/>
              </a:lnSpc>
              <a:spcBef>
                <a:spcPts val="900"/>
              </a:spcBef>
              <a:spcAft>
                <a:spcPts val="0"/>
              </a:spcAft>
              <a:buClr>
                <a:srgbClr val="232F3E"/>
              </a:buClr>
              <a:buSzPts val="1400"/>
              <a:buChar char="•"/>
              <a:defRPr sz="1400">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3" name="Google Shape;213;p38"/>
          <p:cNvSpPr/>
          <p:nvPr>
            <p:ph idx="3" type="pic"/>
          </p:nvPr>
        </p:nvSpPr>
        <p:spPr>
          <a:xfrm>
            <a:off x="4622292" y="785114"/>
            <a:ext cx="4251960" cy="4048577"/>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ictures, 2 Headers, and 2 Text Columns">
  <p:cSld name="Title, 2 Pictures, 2 Headers, and 2 Text Columns">
    <p:bg>
      <p:bgPr>
        <a:solidFill>
          <a:schemeClr val="lt1"/>
        </a:solidFill>
      </p:bgPr>
    </p:bg>
    <p:spTree>
      <p:nvGrpSpPr>
        <p:cNvPr id="214" name="Shape 214"/>
        <p:cNvGrpSpPr/>
        <p:nvPr/>
      </p:nvGrpSpPr>
      <p:grpSpPr>
        <a:xfrm>
          <a:off x="0" y="0"/>
          <a:ext cx="0" cy="0"/>
          <a:chOff x="0" y="0"/>
          <a:chExt cx="0" cy="0"/>
        </a:xfrm>
      </p:grpSpPr>
      <p:grpSp>
        <p:nvGrpSpPr>
          <p:cNvPr id="215" name="Google Shape;215;p39"/>
          <p:cNvGrpSpPr/>
          <p:nvPr/>
        </p:nvGrpSpPr>
        <p:grpSpPr>
          <a:xfrm>
            <a:off x="274319" y="771283"/>
            <a:ext cx="8613648" cy="2137572"/>
            <a:chOff x="365759" y="1028377"/>
            <a:chExt cx="11484864" cy="2850096"/>
          </a:xfrm>
        </p:grpSpPr>
        <p:pic>
          <p:nvPicPr>
            <p:cNvPr id="216" name="Google Shape;216;p39"/>
            <p:cNvPicPr preferRelativeResize="0"/>
            <p:nvPr/>
          </p:nvPicPr>
          <p:blipFill rotWithShape="1">
            <a:blip r:embed="rId2">
              <a:alphaModFix/>
            </a:blip>
            <a:srcRect b="0" l="0" r="0" t="0"/>
            <a:stretch/>
          </p:blipFill>
          <p:spPr>
            <a:xfrm>
              <a:off x="365760" y="3438144"/>
              <a:ext cx="11460480" cy="440329"/>
            </a:xfrm>
            <a:prstGeom prst="rect">
              <a:avLst/>
            </a:prstGeom>
            <a:noFill/>
            <a:ln>
              <a:noFill/>
            </a:ln>
          </p:spPr>
        </p:pic>
        <p:pic>
          <p:nvPicPr>
            <p:cNvPr id="217" name="Google Shape;217;p39"/>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18" name="Google Shape;218;p3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19" name="Google Shape;219;p3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39"/>
          <p:cNvSpPr/>
          <p:nvPr>
            <p:ph idx="2" type="pic"/>
          </p:nvPr>
        </p:nvSpPr>
        <p:spPr>
          <a:xfrm>
            <a:off x="1543050" y="822960"/>
            <a:ext cx="1714500" cy="1714500"/>
          </a:xfrm>
          <a:prstGeom prst="rect">
            <a:avLst/>
          </a:prstGeom>
          <a:noFill/>
          <a:ln>
            <a:noFill/>
          </a:ln>
        </p:spPr>
      </p:sp>
      <p:sp>
        <p:nvSpPr>
          <p:cNvPr id="221" name="Google Shape;221;p39"/>
          <p:cNvSpPr txBox="1"/>
          <p:nvPr>
            <p:ph idx="1" type="body"/>
          </p:nvPr>
        </p:nvSpPr>
        <p:spPr>
          <a:xfrm>
            <a:off x="274320" y="2578608"/>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39"/>
          <p:cNvSpPr txBox="1"/>
          <p:nvPr>
            <p:ph idx="3" type="body"/>
          </p:nvPr>
        </p:nvSpPr>
        <p:spPr>
          <a:xfrm>
            <a:off x="274320" y="2921508"/>
            <a:ext cx="4251960" cy="191338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5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5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3" name="Google Shape;223;p39"/>
          <p:cNvSpPr/>
          <p:nvPr>
            <p:ph idx="4" type="pic"/>
          </p:nvPr>
        </p:nvSpPr>
        <p:spPr>
          <a:xfrm>
            <a:off x="5918454" y="822960"/>
            <a:ext cx="1714500" cy="1714500"/>
          </a:xfrm>
          <a:prstGeom prst="rect">
            <a:avLst/>
          </a:prstGeom>
          <a:noFill/>
          <a:ln>
            <a:noFill/>
          </a:ln>
        </p:spPr>
      </p:sp>
      <p:sp>
        <p:nvSpPr>
          <p:cNvPr id="224" name="Google Shape;224;p39"/>
          <p:cNvSpPr txBox="1"/>
          <p:nvPr>
            <p:ph idx="5" type="body"/>
          </p:nvPr>
        </p:nvSpPr>
        <p:spPr>
          <a:xfrm>
            <a:off x="4622292" y="2578608"/>
            <a:ext cx="425196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39"/>
          <p:cNvSpPr txBox="1"/>
          <p:nvPr>
            <p:ph idx="6" type="body"/>
          </p:nvPr>
        </p:nvSpPr>
        <p:spPr>
          <a:xfrm>
            <a:off x="4622292" y="2921508"/>
            <a:ext cx="4251960" cy="191338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latin typeface="Play"/>
                <a:ea typeface="Play"/>
                <a:cs typeface="Play"/>
                <a:sym typeface="Play"/>
              </a:defRPr>
            </a:lvl1pPr>
            <a:lvl2pPr indent="-342900" lvl="1" marL="914400" algn="l">
              <a:lnSpc>
                <a:spcPct val="100000"/>
              </a:lnSpc>
              <a:spcBef>
                <a:spcPts val="500"/>
              </a:spcBef>
              <a:spcAft>
                <a:spcPts val="0"/>
              </a:spcAft>
              <a:buClr>
                <a:srgbClr val="232F3E"/>
              </a:buClr>
              <a:buSzPts val="1800"/>
              <a:buChar char="•"/>
              <a:defRPr sz="1800">
                <a:solidFill>
                  <a:srgbClr val="232F3E"/>
                </a:solidFill>
                <a:latin typeface="Play"/>
                <a:ea typeface="Play"/>
                <a:cs typeface="Play"/>
                <a:sym typeface="Play"/>
              </a:defRPr>
            </a:lvl2pPr>
            <a:lvl3pPr indent="-323850" lvl="2" marL="1371600" algn="l">
              <a:lnSpc>
                <a:spcPct val="100000"/>
              </a:lnSpc>
              <a:spcBef>
                <a:spcPts val="500"/>
              </a:spcBef>
              <a:spcAft>
                <a:spcPts val="0"/>
              </a:spcAft>
              <a:buClr>
                <a:srgbClr val="232F3E"/>
              </a:buClr>
              <a:buSzPts val="1500"/>
              <a:buChar char="•"/>
              <a:defRPr sz="1500">
                <a:solidFill>
                  <a:srgbClr val="232F3E"/>
                </a:solidFill>
                <a:latin typeface="Play"/>
                <a:ea typeface="Play"/>
                <a:cs typeface="Play"/>
                <a:sym typeface="Play"/>
              </a:defRPr>
            </a:lvl3pPr>
            <a:lvl4pPr indent="-317500" lvl="3" marL="18288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4pPr>
            <a:lvl5pPr indent="-317500" lvl="4" marL="2286000" algn="l">
              <a:lnSpc>
                <a:spcPct val="100000"/>
              </a:lnSpc>
              <a:spcBef>
                <a:spcPts val="500"/>
              </a:spcBef>
              <a:spcAft>
                <a:spcPts val="0"/>
              </a:spcAft>
              <a:buClr>
                <a:srgbClr val="232F3E"/>
              </a:buClr>
              <a:buSzPts val="1400"/>
              <a:buChar char="•"/>
              <a:defRPr sz="1400">
                <a:solidFill>
                  <a:srgbClr val="232F3E"/>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Headers, and 3 Text Columns">
  <p:cSld name="Title, 3 Headers, and 3 Text Columns">
    <p:bg>
      <p:bgPr>
        <a:solidFill>
          <a:schemeClr val="lt1"/>
        </a:solidFill>
      </p:bgPr>
    </p:bg>
    <p:spTree>
      <p:nvGrpSpPr>
        <p:cNvPr id="226" name="Shape 226"/>
        <p:cNvGrpSpPr/>
        <p:nvPr/>
      </p:nvGrpSpPr>
      <p:grpSpPr>
        <a:xfrm>
          <a:off x="0" y="0"/>
          <a:ext cx="0" cy="0"/>
          <a:chOff x="0" y="0"/>
          <a:chExt cx="0" cy="0"/>
        </a:xfrm>
      </p:grpSpPr>
      <p:pic>
        <p:nvPicPr>
          <p:cNvPr id="227" name="Google Shape;227;p40"/>
          <p:cNvPicPr preferRelativeResize="0"/>
          <p:nvPr/>
        </p:nvPicPr>
        <p:blipFill rotWithShape="1">
          <a:blip r:embed="rId2">
            <a:alphaModFix/>
          </a:blip>
          <a:srcRect b="0" l="0" r="0" t="0"/>
          <a:stretch/>
        </p:blipFill>
        <p:spPr>
          <a:xfrm>
            <a:off x="274320" y="789983"/>
            <a:ext cx="8595360" cy="330247"/>
          </a:xfrm>
          <a:prstGeom prst="rect">
            <a:avLst/>
          </a:prstGeom>
          <a:noFill/>
          <a:ln>
            <a:noFill/>
          </a:ln>
        </p:spPr>
      </p:pic>
      <p:sp>
        <p:nvSpPr>
          <p:cNvPr id="228" name="Google Shape;228;p4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29" name="Google Shape;229;p4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0" name="Google Shape;230;p40"/>
          <p:cNvSpPr txBox="1"/>
          <p:nvPr>
            <p:ph idx="1" type="body"/>
          </p:nvPr>
        </p:nvSpPr>
        <p:spPr>
          <a:xfrm>
            <a:off x="274320"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1" name="Google Shape;231;p40"/>
          <p:cNvSpPr txBox="1"/>
          <p:nvPr>
            <p:ph idx="2" type="body"/>
          </p:nvPr>
        </p:nvSpPr>
        <p:spPr>
          <a:xfrm>
            <a:off x="274320" y="1172718"/>
            <a:ext cx="281178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40"/>
          <p:cNvSpPr txBox="1"/>
          <p:nvPr>
            <p:ph idx="3" type="body"/>
          </p:nvPr>
        </p:nvSpPr>
        <p:spPr>
          <a:xfrm>
            <a:off x="3168396"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3" name="Google Shape;233;p40"/>
          <p:cNvSpPr txBox="1"/>
          <p:nvPr>
            <p:ph idx="4" type="body"/>
          </p:nvPr>
        </p:nvSpPr>
        <p:spPr>
          <a:xfrm>
            <a:off x="3168396" y="1172718"/>
            <a:ext cx="2811780" cy="36553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4" name="Google Shape;234;p40"/>
          <p:cNvSpPr txBox="1"/>
          <p:nvPr>
            <p:ph idx="5" type="body"/>
          </p:nvPr>
        </p:nvSpPr>
        <p:spPr>
          <a:xfrm>
            <a:off x="6062472" y="789983"/>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40"/>
          <p:cNvSpPr txBox="1"/>
          <p:nvPr>
            <p:ph idx="6" type="body"/>
          </p:nvPr>
        </p:nvSpPr>
        <p:spPr>
          <a:xfrm>
            <a:off x="6062472" y="1193292"/>
            <a:ext cx="2811780" cy="3632766"/>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sz="2100">
                <a:solidFill>
                  <a:srgbClr val="232F3E"/>
                </a:solidFill>
              </a:defRPr>
            </a:lvl1pPr>
            <a:lvl2pPr indent="-342900" lvl="1" marL="914400" algn="l">
              <a:lnSpc>
                <a:spcPct val="100000"/>
              </a:lnSpc>
              <a:spcBef>
                <a:spcPts val="500"/>
              </a:spcBef>
              <a:spcAft>
                <a:spcPts val="0"/>
              </a:spcAft>
              <a:buClr>
                <a:srgbClr val="232F3E"/>
              </a:buClr>
              <a:buSzPts val="1800"/>
              <a:buChar char="•"/>
              <a:defRPr sz="1800">
                <a:solidFill>
                  <a:srgbClr val="232F3E"/>
                </a:solidFill>
              </a:defRPr>
            </a:lvl2pPr>
            <a:lvl3pPr indent="-323850" lvl="2" marL="1371600" algn="l">
              <a:lnSpc>
                <a:spcPct val="100000"/>
              </a:lnSpc>
              <a:spcBef>
                <a:spcPts val="500"/>
              </a:spcBef>
              <a:spcAft>
                <a:spcPts val="0"/>
              </a:spcAft>
              <a:buClr>
                <a:srgbClr val="232F3E"/>
              </a:buClr>
              <a:buSzPts val="1500"/>
              <a:buChar char="•"/>
              <a:defRPr sz="1500">
                <a:solidFill>
                  <a:srgbClr val="232F3E"/>
                </a:solidFill>
              </a:defRPr>
            </a:lvl3pPr>
            <a:lvl4pPr indent="-317500" lvl="3" marL="1828800" algn="l">
              <a:lnSpc>
                <a:spcPct val="100000"/>
              </a:lnSpc>
              <a:spcBef>
                <a:spcPts val="500"/>
              </a:spcBef>
              <a:spcAft>
                <a:spcPts val="0"/>
              </a:spcAft>
              <a:buClr>
                <a:srgbClr val="232F3E"/>
              </a:buClr>
              <a:buSzPts val="1400"/>
              <a:buChar char="•"/>
              <a:defRPr sz="1400">
                <a:solidFill>
                  <a:srgbClr val="232F3E"/>
                </a:solidFill>
              </a:defRPr>
            </a:lvl4pPr>
            <a:lvl5pPr indent="-317500" lvl="4" marL="2286000" algn="l">
              <a:lnSpc>
                <a:spcPct val="100000"/>
              </a:lnSpc>
              <a:spcBef>
                <a:spcPts val="500"/>
              </a:spcBef>
              <a:spcAft>
                <a:spcPts val="0"/>
              </a:spcAft>
              <a:buClr>
                <a:srgbClr val="232F3E"/>
              </a:buClr>
              <a:buSzPts val="1400"/>
              <a:buChar char="•"/>
              <a:defRPr sz="14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Lg Pics, and 3 Headers">
  <p:cSld name="Title, 3 Lg Pics, and 3 Headers">
    <p:bg>
      <p:bgPr>
        <a:solidFill>
          <a:schemeClr val="lt1"/>
        </a:solidFill>
      </p:bgPr>
    </p:bg>
    <p:spTree>
      <p:nvGrpSpPr>
        <p:cNvPr id="236" name="Shape 236"/>
        <p:cNvGrpSpPr/>
        <p:nvPr/>
      </p:nvGrpSpPr>
      <p:grpSpPr>
        <a:xfrm>
          <a:off x="0" y="0"/>
          <a:ext cx="0" cy="0"/>
          <a:chOff x="0" y="0"/>
          <a:chExt cx="0" cy="0"/>
        </a:xfrm>
      </p:grpSpPr>
      <p:grpSp>
        <p:nvGrpSpPr>
          <p:cNvPr id="237" name="Google Shape;237;p41"/>
          <p:cNvGrpSpPr/>
          <p:nvPr/>
        </p:nvGrpSpPr>
        <p:grpSpPr>
          <a:xfrm>
            <a:off x="265176" y="771283"/>
            <a:ext cx="8622791" cy="3056544"/>
            <a:chOff x="353568" y="1028377"/>
            <a:chExt cx="11497055" cy="4075392"/>
          </a:xfrm>
        </p:grpSpPr>
        <p:pic>
          <p:nvPicPr>
            <p:cNvPr id="238" name="Google Shape;238;p41"/>
            <p:cNvPicPr preferRelativeResize="0"/>
            <p:nvPr/>
          </p:nvPicPr>
          <p:blipFill rotWithShape="1">
            <a:blip r:embed="rId2">
              <a:alphaModFix/>
            </a:blip>
            <a:srcRect b="0" l="0" r="0" t="0"/>
            <a:stretch/>
          </p:blipFill>
          <p:spPr>
            <a:xfrm>
              <a:off x="353568" y="4663440"/>
              <a:ext cx="11460480" cy="440329"/>
            </a:xfrm>
            <a:prstGeom prst="rect">
              <a:avLst/>
            </a:prstGeom>
            <a:noFill/>
            <a:ln>
              <a:noFill/>
            </a:ln>
          </p:spPr>
        </p:pic>
        <p:pic>
          <p:nvPicPr>
            <p:cNvPr id="239" name="Google Shape;239;p41"/>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40" name="Google Shape;240;p4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41" name="Google Shape;241;p4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2" name="Google Shape;242;p41"/>
          <p:cNvSpPr txBox="1"/>
          <p:nvPr>
            <p:ph idx="1" type="body"/>
          </p:nvPr>
        </p:nvSpPr>
        <p:spPr>
          <a:xfrm>
            <a:off x="822960"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3" name="Google Shape;243;p41"/>
          <p:cNvSpPr txBox="1"/>
          <p:nvPr>
            <p:ph idx="2" type="body"/>
          </p:nvPr>
        </p:nvSpPr>
        <p:spPr>
          <a:xfrm>
            <a:off x="274320"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4" name="Google Shape;244;p41"/>
          <p:cNvSpPr txBox="1"/>
          <p:nvPr>
            <p:ph idx="3" type="body"/>
          </p:nvPr>
        </p:nvSpPr>
        <p:spPr>
          <a:xfrm>
            <a:off x="3717036"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5" name="Google Shape;245;p41"/>
          <p:cNvSpPr txBox="1"/>
          <p:nvPr>
            <p:ph idx="4" type="body"/>
          </p:nvPr>
        </p:nvSpPr>
        <p:spPr>
          <a:xfrm>
            <a:off x="3168396"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46" name="Google Shape;246;p41"/>
          <p:cNvSpPr txBox="1"/>
          <p:nvPr>
            <p:ph idx="5" type="body"/>
          </p:nvPr>
        </p:nvSpPr>
        <p:spPr>
          <a:xfrm>
            <a:off x="6611112" y="1714500"/>
            <a:ext cx="1714500" cy="17145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0"/>
              </a:spcBef>
              <a:spcAft>
                <a:spcPts val="0"/>
              </a:spcAft>
              <a:buClr>
                <a:schemeClr val="dk2"/>
              </a:buClr>
              <a:buSzPts val="1500"/>
              <a:buNone/>
              <a:defRPr sz="1500">
                <a:solidFill>
                  <a:schemeClr val="dk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7" name="Google Shape;247;p41"/>
          <p:cNvSpPr txBox="1"/>
          <p:nvPr>
            <p:ph idx="6" type="body"/>
          </p:nvPr>
        </p:nvSpPr>
        <p:spPr>
          <a:xfrm>
            <a:off x="6062472" y="3497580"/>
            <a:ext cx="2811780" cy="330247"/>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3 Pictures, and 3 Text Labels">
  <p:cSld name="Title, Header, 3 Pictures, and 3 Text Labels">
    <p:bg>
      <p:bgPr>
        <a:solidFill>
          <a:schemeClr val="lt1"/>
        </a:solidFill>
      </p:bgPr>
    </p:bg>
    <p:spTree>
      <p:nvGrpSpPr>
        <p:cNvPr id="248" name="Shape 248"/>
        <p:cNvGrpSpPr/>
        <p:nvPr/>
      </p:nvGrpSpPr>
      <p:grpSpPr>
        <a:xfrm>
          <a:off x="0" y="0"/>
          <a:ext cx="0" cy="0"/>
          <a:chOff x="0" y="0"/>
          <a:chExt cx="0" cy="0"/>
        </a:xfrm>
      </p:grpSpPr>
      <p:sp>
        <p:nvSpPr>
          <p:cNvPr id="249" name="Google Shape;249;p4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50" name="Google Shape;250;p4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51" name="Google Shape;251;p42"/>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52" name="Google Shape;252;p42"/>
          <p:cNvSpPr txBox="1"/>
          <p:nvPr>
            <p:ph idx="1" type="body"/>
          </p:nvPr>
        </p:nvSpPr>
        <p:spPr>
          <a:xfrm>
            <a:off x="273844" y="813197"/>
            <a:ext cx="8599932" cy="868508"/>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Clr>
                <a:srgbClr val="232F3E"/>
              </a:buClr>
              <a:buSzPts val="2100"/>
              <a:buNone/>
              <a:defRPr>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3" name="Google Shape;253;p42"/>
          <p:cNvSpPr/>
          <p:nvPr>
            <p:ph idx="2" type="pic"/>
          </p:nvPr>
        </p:nvSpPr>
        <p:spPr>
          <a:xfrm>
            <a:off x="822960" y="1714500"/>
            <a:ext cx="1714500" cy="1714500"/>
          </a:xfrm>
          <a:prstGeom prst="rect">
            <a:avLst/>
          </a:prstGeom>
          <a:noFill/>
          <a:ln>
            <a:noFill/>
          </a:ln>
        </p:spPr>
      </p:sp>
      <p:sp>
        <p:nvSpPr>
          <p:cNvPr id="254" name="Google Shape;254;p42"/>
          <p:cNvSpPr txBox="1"/>
          <p:nvPr>
            <p:ph idx="3" type="body"/>
          </p:nvPr>
        </p:nvSpPr>
        <p:spPr>
          <a:xfrm>
            <a:off x="274320"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55" name="Google Shape;255;p42"/>
          <p:cNvSpPr/>
          <p:nvPr>
            <p:ph idx="4" type="pic"/>
          </p:nvPr>
        </p:nvSpPr>
        <p:spPr>
          <a:xfrm>
            <a:off x="3717036" y="1714500"/>
            <a:ext cx="1714500" cy="1714500"/>
          </a:xfrm>
          <a:prstGeom prst="rect">
            <a:avLst/>
          </a:prstGeom>
          <a:noFill/>
          <a:ln>
            <a:noFill/>
          </a:ln>
        </p:spPr>
      </p:sp>
      <p:sp>
        <p:nvSpPr>
          <p:cNvPr id="256" name="Google Shape;256;p42"/>
          <p:cNvSpPr txBox="1"/>
          <p:nvPr>
            <p:ph idx="5" type="body"/>
          </p:nvPr>
        </p:nvSpPr>
        <p:spPr>
          <a:xfrm>
            <a:off x="3168396"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57" name="Google Shape;257;p42"/>
          <p:cNvSpPr/>
          <p:nvPr>
            <p:ph idx="6" type="pic"/>
          </p:nvPr>
        </p:nvSpPr>
        <p:spPr>
          <a:xfrm>
            <a:off x="6611112" y="1714500"/>
            <a:ext cx="1714500" cy="1714500"/>
          </a:xfrm>
          <a:prstGeom prst="rect">
            <a:avLst/>
          </a:prstGeom>
          <a:noFill/>
          <a:ln>
            <a:noFill/>
          </a:ln>
        </p:spPr>
      </p:sp>
      <p:sp>
        <p:nvSpPr>
          <p:cNvPr id="258" name="Google Shape;258;p42"/>
          <p:cNvSpPr txBox="1"/>
          <p:nvPr>
            <p:ph idx="7" type="body"/>
          </p:nvPr>
        </p:nvSpPr>
        <p:spPr>
          <a:xfrm>
            <a:off x="6062472" y="3497580"/>
            <a:ext cx="2811780" cy="133731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800"/>
              <a:buNone/>
              <a:defRPr b="0" sz="1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and 3 Text Columns">
  <p:cSld name="Title, 3 Pics, and 3 Text Columns">
    <p:bg>
      <p:bgPr>
        <a:solidFill>
          <a:schemeClr val="lt1"/>
        </a:solidFill>
      </p:bgPr>
    </p:bg>
    <p:spTree>
      <p:nvGrpSpPr>
        <p:cNvPr id="259" name="Shape 259"/>
        <p:cNvGrpSpPr/>
        <p:nvPr/>
      </p:nvGrpSpPr>
      <p:grpSpPr>
        <a:xfrm>
          <a:off x="0" y="0"/>
          <a:ext cx="0" cy="0"/>
          <a:chOff x="0" y="0"/>
          <a:chExt cx="0" cy="0"/>
        </a:xfrm>
      </p:grpSpPr>
      <p:sp>
        <p:nvSpPr>
          <p:cNvPr id="260" name="Google Shape;260;p4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61" name="Google Shape;261;p4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62" name="Google Shape;262;p43"/>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63" name="Google Shape;263;p43"/>
          <p:cNvSpPr/>
          <p:nvPr>
            <p:ph idx="2" type="pic"/>
          </p:nvPr>
        </p:nvSpPr>
        <p:spPr>
          <a:xfrm>
            <a:off x="822960" y="822960"/>
            <a:ext cx="1714500" cy="1714500"/>
          </a:xfrm>
          <a:prstGeom prst="rect">
            <a:avLst/>
          </a:prstGeom>
          <a:noFill/>
          <a:ln>
            <a:noFill/>
          </a:ln>
        </p:spPr>
      </p:sp>
      <p:sp>
        <p:nvSpPr>
          <p:cNvPr id="264" name="Google Shape;264;p43"/>
          <p:cNvSpPr txBox="1"/>
          <p:nvPr>
            <p:ph idx="1" type="body"/>
          </p:nvPr>
        </p:nvSpPr>
        <p:spPr>
          <a:xfrm>
            <a:off x="274320"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5" name="Google Shape;265;p43"/>
          <p:cNvSpPr/>
          <p:nvPr>
            <p:ph idx="3" type="pic"/>
          </p:nvPr>
        </p:nvSpPr>
        <p:spPr>
          <a:xfrm>
            <a:off x="3717036" y="822960"/>
            <a:ext cx="1714500" cy="1714500"/>
          </a:xfrm>
          <a:prstGeom prst="rect">
            <a:avLst/>
          </a:prstGeom>
          <a:noFill/>
          <a:ln>
            <a:noFill/>
          </a:ln>
        </p:spPr>
      </p:sp>
      <p:sp>
        <p:nvSpPr>
          <p:cNvPr id="266" name="Google Shape;266;p43"/>
          <p:cNvSpPr txBox="1"/>
          <p:nvPr>
            <p:ph idx="4" type="body"/>
          </p:nvPr>
        </p:nvSpPr>
        <p:spPr>
          <a:xfrm>
            <a:off x="3168396"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7" name="Google Shape;267;p43"/>
          <p:cNvSpPr/>
          <p:nvPr>
            <p:ph idx="5" type="pic"/>
          </p:nvPr>
        </p:nvSpPr>
        <p:spPr>
          <a:xfrm>
            <a:off x="6611112" y="822960"/>
            <a:ext cx="1714500" cy="1714500"/>
          </a:xfrm>
          <a:prstGeom prst="rect">
            <a:avLst/>
          </a:prstGeom>
          <a:noFill/>
          <a:ln>
            <a:noFill/>
          </a:ln>
        </p:spPr>
      </p:sp>
      <p:sp>
        <p:nvSpPr>
          <p:cNvPr id="268" name="Google Shape;268;p43"/>
          <p:cNvSpPr txBox="1"/>
          <p:nvPr>
            <p:ph idx="6" type="body"/>
          </p:nvPr>
        </p:nvSpPr>
        <p:spPr>
          <a:xfrm>
            <a:off x="6062472" y="2571750"/>
            <a:ext cx="2811780" cy="224942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3 Headers, and 3 Text Columns">
  <p:cSld name="Title, 3 Pics, 3 Headers, and 3 Text Columns">
    <p:bg>
      <p:bgPr>
        <a:solidFill>
          <a:schemeClr val="lt1"/>
        </a:solidFill>
      </p:bgPr>
    </p:bg>
    <p:spTree>
      <p:nvGrpSpPr>
        <p:cNvPr id="269" name="Shape 269"/>
        <p:cNvGrpSpPr/>
        <p:nvPr/>
      </p:nvGrpSpPr>
      <p:grpSpPr>
        <a:xfrm>
          <a:off x="0" y="0"/>
          <a:ext cx="0" cy="0"/>
          <a:chOff x="0" y="0"/>
          <a:chExt cx="0" cy="0"/>
        </a:xfrm>
      </p:grpSpPr>
      <p:grpSp>
        <p:nvGrpSpPr>
          <p:cNvPr id="270" name="Google Shape;270;p44"/>
          <p:cNvGrpSpPr/>
          <p:nvPr/>
        </p:nvGrpSpPr>
        <p:grpSpPr>
          <a:xfrm>
            <a:off x="274319" y="771283"/>
            <a:ext cx="8613648" cy="2130714"/>
            <a:chOff x="365759" y="1028377"/>
            <a:chExt cx="11484864" cy="2840952"/>
          </a:xfrm>
        </p:grpSpPr>
        <p:pic>
          <p:nvPicPr>
            <p:cNvPr id="271" name="Google Shape;271;p44"/>
            <p:cNvPicPr preferRelativeResize="0"/>
            <p:nvPr/>
          </p:nvPicPr>
          <p:blipFill rotWithShape="1">
            <a:blip r:embed="rId2">
              <a:alphaModFix/>
            </a:blip>
            <a:srcRect b="0" l="0" r="0" t="0"/>
            <a:stretch/>
          </p:blipFill>
          <p:spPr>
            <a:xfrm>
              <a:off x="365760" y="3429000"/>
              <a:ext cx="11460480" cy="440329"/>
            </a:xfrm>
            <a:prstGeom prst="rect">
              <a:avLst/>
            </a:prstGeom>
            <a:noFill/>
            <a:ln>
              <a:noFill/>
            </a:ln>
          </p:spPr>
        </p:pic>
        <p:pic>
          <p:nvPicPr>
            <p:cNvPr id="272" name="Google Shape;272;p44"/>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73" name="Google Shape;273;p4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74" name="Google Shape;274;p44"/>
          <p:cNvSpPr txBox="1"/>
          <p:nvPr>
            <p:ph type="title"/>
          </p:nvPr>
        </p:nvSpPr>
        <p:spPr>
          <a:xfrm>
            <a:off x="274321"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5" name="Google Shape;275;p44"/>
          <p:cNvSpPr/>
          <p:nvPr>
            <p:ph idx="2" type="pic"/>
          </p:nvPr>
        </p:nvSpPr>
        <p:spPr>
          <a:xfrm>
            <a:off x="822960" y="822960"/>
            <a:ext cx="1714500" cy="1714500"/>
          </a:xfrm>
          <a:prstGeom prst="rect">
            <a:avLst/>
          </a:prstGeom>
          <a:noFill/>
          <a:ln>
            <a:noFill/>
          </a:ln>
        </p:spPr>
      </p:sp>
      <p:sp>
        <p:nvSpPr>
          <p:cNvPr id="276" name="Google Shape;276;p44"/>
          <p:cNvSpPr txBox="1"/>
          <p:nvPr>
            <p:ph idx="1" type="body"/>
          </p:nvPr>
        </p:nvSpPr>
        <p:spPr>
          <a:xfrm>
            <a:off x="274320"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77" name="Google Shape;277;p44"/>
          <p:cNvSpPr txBox="1"/>
          <p:nvPr>
            <p:ph idx="3" type="body"/>
          </p:nvPr>
        </p:nvSpPr>
        <p:spPr>
          <a:xfrm>
            <a:off x="274320"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44"/>
          <p:cNvSpPr/>
          <p:nvPr>
            <p:ph idx="4" type="pic"/>
          </p:nvPr>
        </p:nvSpPr>
        <p:spPr>
          <a:xfrm>
            <a:off x="3717036" y="822960"/>
            <a:ext cx="1714500" cy="1714500"/>
          </a:xfrm>
          <a:prstGeom prst="rect">
            <a:avLst/>
          </a:prstGeom>
          <a:noFill/>
          <a:ln>
            <a:noFill/>
          </a:ln>
        </p:spPr>
      </p:sp>
      <p:sp>
        <p:nvSpPr>
          <p:cNvPr id="279" name="Google Shape;279;p44"/>
          <p:cNvSpPr txBox="1"/>
          <p:nvPr>
            <p:ph idx="5" type="body"/>
          </p:nvPr>
        </p:nvSpPr>
        <p:spPr>
          <a:xfrm>
            <a:off x="3168396"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80" name="Google Shape;280;p44"/>
          <p:cNvSpPr txBox="1"/>
          <p:nvPr>
            <p:ph idx="6" type="body"/>
          </p:nvPr>
        </p:nvSpPr>
        <p:spPr>
          <a:xfrm>
            <a:off x="3168396"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1" name="Google Shape;281;p44"/>
          <p:cNvSpPr/>
          <p:nvPr>
            <p:ph idx="7" type="pic"/>
          </p:nvPr>
        </p:nvSpPr>
        <p:spPr>
          <a:xfrm>
            <a:off x="6611112" y="822960"/>
            <a:ext cx="1714500" cy="1714500"/>
          </a:xfrm>
          <a:prstGeom prst="rect">
            <a:avLst/>
          </a:prstGeom>
          <a:noFill/>
          <a:ln>
            <a:noFill/>
          </a:ln>
        </p:spPr>
      </p:sp>
      <p:sp>
        <p:nvSpPr>
          <p:cNvPr id="282" name="Google Shape;282;p44"/>
          <p:cNvSpPr txBox="1"/>
          <p:nvPr>
            <p:ph idx="8" type="body"/>
          </p:nvPr>
        </p:nvSpPr>
        <p:spPr>
          <a:xfrm>
            <a:off x="6076187" y="2571750"/>
            <a:ext cx="281178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83" name="Google Shape;283;p44"/>
          <p:cNvSpPr txBox="1"/>
          <p:nvPr>
            <p:ph idx="9" type="body"/>
          </p:nvPr>
        </p:nvSpPr>
        <p:spPr>
          <a:xfrm>
            <a:off x="6062472" y="2921508"/>
            <a:ext cx="2811780" cy="1904549"/>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images, and 3 text">
  <p:cSld name="Title, 3 images, and 3 text">
    <p:bg>
      <p:bgPr>
        <a:solidFill>
          <a:schemeClr val="lt1"/>
        </a:solidFill>
      </p:bgPr>
    </p:bg>
    <p:spTree>
      <p:nvGrpSpPr>
        <p:cNvPr id="284" name="Shape 284"/>
        <p:cNvGrpSpPr/>
        <p:nvPr/>
      </p:nvGrpSpPr>
      <p:grpSpPr>
        <a:xfrm>
          <a:off x="0" y="0"/>
          <a:ext cx="0" cy="0"/>
          <a:chOff x="0" y="0"/>
          <a:chExt cx="0" cy="0"/>
        </a:xfrm>
      </p:grpSpPr>
      <p:sp>
        <p:nvSpPr>
          <p:cNvPr id="285" name="Google Shape;285;p4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86" name="Google Shape;286;p4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87" name="Google Shape;287;p4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88" name="Google Shape;288;p45"/>
          <p:cNvSpPr/>
          <p:nvPr>
            <p:ph idx="2" type="pic"/>
          </p:nvPr>
        </p:nvSpPr>
        <p:spPr>
          <a:xfrm>
            <a:off x="274320" y="929134"/>
            <a:ext cx="1165860" cy="1165860"/>
          </a:xfrm>
          <a:prstGeom prst="rect">
            <a:avLst/>
          </a:prstGeom>
          <a:noFill/>
          <a:ln>
            <a:noFill/>
          </a:ln>
        </p:spPr>
      </p:sp>
      <p:sp>
        <p:nvSpPr>
          <p:cNvPr id="289" name="Google Shape;289;p45"/>
          <p:cNvSpPr txBox="1"/>
          <p:nvPr>
            <p:ph idx="1" type="body"/>
          </p:nvPr>
        </p:nvSpPr>
        <p:spPr>
          <a:xfrm>
            <a:off x="1533782" y="860555"/>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45"/>
          <p:cNvSpPr/>
          <p:nvPr>
            <p:ph idx="3" type="pic"/>
          </p:nvPr>
        </p:nvSpPr>
        <p:spPr>
          <a:xfrm>
            <a:off x="274320" y="2256708"/>
            <a:ext cx="1165860" cy="1165860"/>
          </a:xfrm>
          <a:prstGeom prst="rect">
            <a:avLst/>
          </a:prstGeom>
          <a:noFill/>
          <a:ln>
            <a:noFill/>
          </a:ln>
        </p:spPr>
      </p:sp>
      <p:sp>
        <p:nvSpPr>
          <p:cNvPr id="291" name="Google Shape;291;p45"/>
          <p:cNvSpPr txBox="1"/>
          <p:nvPr>
            <p:ph idx="4" type="body"/>
          </p:nvPr>
        </p:nvSpPr>
        <p:spPr>
          <a:xfrm>
            <a:off x="1533782" y="2188128"/>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2" name="Google Shape;292;p45"/>
          <p:cNvSpPr/>
          <p:nvPr>
            <p:ph idx="5" type="pic"/>
          </p:nvPr>
        </p:nvSpPr>
        <p:spPr>
          <a:xfrm>
            <a:off x="274320" y="3582085"/>
            <a:ext cx="1165860" cy="1165860"/>
          </a:xfrm>
          <a:prstGeom prst="rect">
            <a:avLst/>
          </a:prstGeom>
          <a:noFill/>
          <a:ln>
            <a:noFill/>
          </a:ln>
        </p:spPr>
      </p:sp>
      <p:sp>
        <p:nvSpPr>
          <p:cNvPr id="293" name="Google Shape;293;p45"/>
          <p:cNvSpPr txBox="1"/>
          <p:nvPr>
            <p:ph idx="6" type="body"/>
          </p:nvPr>
        </p:nvSpPr>
        <p:spPr>
          <a:xfrm>
            <a:off x="1533782" y="3513506"/>
            <a:ext cx="7335898"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ronyms">
  <p:cSld name="Acronyms">
    <p:bg>
      <p:bgPr>
        <a:solidFill>
          <a:schemeClr val="lt1"/>
        </a:solidFill>
      </p:bgPr>
    </p:bg>
    <p:spTree>
      <p:nvGrpSpPr>
        <p:cNvPr id="294" name="Shape 294"/>
        <p:cNvGrpSpPr/>
        <p:nvPr/>
      </p:nvGrpSpPr>
      <p:grpSpPr>
        <a:xfrm>
          <a:off x="0" y="0"/>
          <a:ext cx="0" cy="0"/>
          <a:chOff x="0" y="0"/>
          <a:chExt cx="0" cy="0"/>
        </a:xfrm>
      </p:grpSpPr>
      <p:sp>
        <p:nvSpPr>
          <p:cNvPr id="295" name="Google Shape;295;p4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296" name="Google Shape;296;p4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97" name="Google Shape;297;p46"/>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298" name="Google Shape;298;p46"/>
          <p:cNvSpPr txBox="1"/>
          <p:nvPr>
            <p:ph idx="1" type="body"/>
          </p:nvPr>
        </p:nvSpPr>
        <p:spPr>
          <a:xfrm>
            <a:off x="264795" y="891302"/>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9" name="Google Shape;299;p46"/>
          <p:cNvSpPr txBox="1"/>
          <p:nvPr>
            <p:ph idx="2" type="body"/>
          </p:nvPr>
        </p:nvSpPr>
        <p:spPr>
          <a:xfrm>
            <a:off x="1645622" y="822722"/>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228600" lvl="1" marL="914400" algn="l">
              <a:lnSpc>
                <a:spcPct val="100000"/>
              </a:lnSpc>
              <a:spcBef>
                <a:spcPts val="200"/>
              </a:spcBef>
              <a:spcAft>
                <a:spcPts val="0"/>
              </a:spcAft>
              <a:buClr>
                <a:srgbClr val="232F3E"/>
              </a:buClr>
              <a:buSzPts val="1500"/>
              <a:buNone/>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0" name="Google Shape;300;p46"/>
          <p:cNvSpPr txBox="1"/>
          <p:nvPr>
            <p:ph idx="3" type="body"/>
          </p:nvPr>
        </p:nvSpPr>
        <p:spPr>
          <a:xfrm>
            <a:off x="264795" y="2235590"/>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1" name="Google Shape;301;p46"/>
          <p:cNvSpPr txBox="1"/>
          <p:nvPr>
            <p:ph idx="4" type="body"/>
          </p:nvPr>
        </p:nvSpPr>
        <p:spPr>
          <a:xfrm>
            <a:off x="1645622" y="2167010"/>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2" name="Google Shape;302;p46"/>
          <p:cNvSpPr txBox="1"/>
          <p:nvPr>
            <p:ph idx="5" type="body"/>
          </p:nvPr>
        </p:nvSpPr>
        <p:spPr>
          <a:xfrm>
            <a:off x="264795" y="3579876"/>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46"/>
          <p:cNvSpPr txBox="1"/>
          <p:nvPr>
            <p:ph idx="6" type="body"/>
          </p:nvPr>
        </p:nvSpPr>
        <p:spPr>
          <a:xfrm>
            <a:off x="1645622" y="3511296"/>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46"/>
          <p:cNvSpPr txBox="1"/>
          <p:nvPr>
            <p:ph idx="7" type="body"/>
          </p:nvPr>
        </p:nvSpPr>
        <p:spPr>
          <a:xfrm>
            <a:off x="4621809" y="891302"/>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5" name="Google Shape;305;p46"/>
          <p:cNvSpPr txBox="1"/>
          <p:nvPr>
            <p:ph idx="8" type="body"/>
          </p:nvPr>
        </p:nvSpPr>
        <p:spPr>
          <a:xfrm>
            <a:off x="5993908" y="822722"/>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Font typeface="Play"/>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6" name="Google Shape;306;p46"/>
          <p:cNvSpPr txBox="1"/>
          <p:nvPr>
            <p:ph idx="9" type="body"/>
          </p:nvPr>
        </p:nvSpPr>
        <p:spPr>
          <a:xfrm>
            <a:off x="4621809" y="2235590"/>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7" name="Google Shape;307;p46"/>
          <p:cNvSpPr txBox="1"/>
          <p:nvPr>
            <p:ph idx="13" type="body"/>
          </p:nvPr>
        </p:nvSpPr>
        <p:spPr>
          <a:xfrm>
            <a:off x="5993908" y="2167010"/>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8" name="Google Shape;308;p46"/>
          <p:cNvSpPr txBox="1"/>
          <p:nvPr>
            <p:ph idx="14" type="body"/>
          </p:nvPr>
        </p:nvSpPr>
        <p:spPr>
          <a:xfrm>
            <a:off x="4621809" y="3579876"/>
            <a:ext cx="1371600" cy="11658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4100"/>
              <a:buNone/>
              <a:defRPr b="1" sz="4100" cap="none">
                <a:solidFill>
                  <a:schemeClr val="accent2"/>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9" name="Google Shape;309;p46"/>
          <p:cNvSpPr txBox="1"/>
          <p:nvPr>
            <p:ph idx="15" type="body"/>
          </p:nvPr>
        </p:nvSpPr>
        <p:spPr>
          <a:xfrm>
            <a:off x="5993908" y="3511296"/>
            <a:ext cx="2880360"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23850" lvl="1" marL="914400" algn="l">
              <a:lnSpc>
                <a:spcPct val="100000"/>
              </a:lnSpc>
              <a:spcBef>
                <a:spcPts val="200"/>
              </a:spcBef>
              <a:spcAft>
                <a:spcPts val="0"/>
              </a:spcAft>
              <a:buClr>
                <a:srgbClr val="232F3E"/>
              </a:buClr>
              <a:buSzPts val="1500"/>
              <a:buChar char="•"/>
              <a:defRPr sz="1500">
                <a:solidFill>
                  <a:srgbClr val="232F3E"/>
                </a:solidFill>
                <a:latin typeface="Play"/>
                <a:ea typeface="Play"/>
                <a:cs typeface="Play"/>
                <a:sym typeface="Play"/>
              </a:defRPr>
            </a:lvl2pPr>
            <a:lvl3pPr indent="-228600" lvl="2" marL="1371600" algn="l">
              <a:lnSpc>
                <a:spcPct val="100000"/>
              </a:lnSpc>
              <a:spcBef>
                <a:spcPts val="500"/>
              </a:spcBef>
              <a:spcAft>
                <a:spcPts val="0"/>
              </a:spcAft>
              <a:buClr>
                <a:schemeClr val="dk2"/>
              </a:buClr>
              <a:buSzPts val="1500"/>
              <a:buNone/>
              <a:defRPr sz="1500">
                <a:solidFill>
                  <a:schemeClr val="dk2"/>
                </a:solidFill>
                <a:latin typeface="Play"/>
                <a:ea typeface="Play"/>
                <a:cs typeface="Play"/>
                <a:sym typeface="Play"/>
              </a:defRPr>
            </a:lvl3pPr>
            <a:lvl4pPr indent="-317500" lvl="3" marL="18288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4pPr>
            <a:lvl5pPr indent="-317500" lvl="4" marL="2286000" algn="l">
              <a:lnSpc>
                <a:spcPct val="100000"/>
              </a:lnSpc>
              <a:spcBef>
                <a:spcPts val="500"/>
              </a:spcBef>
              <a:spcAft>
                <a:spcPts val="0"/>
              </a:spcAft>
              <a:buClr>
                <a:schemeClr val="dk2"/>
              </a:buClr>
              <a:buSzPts val="1400"/>
              <a:buChar char="•"/>
              <a:defRPr sz="1400">
                <a:solidFill>
                  <a:schemeClr val="dk2"/>
                </a:solidFill>
                <a:latin typeface="Play"/>
                <a:ea typeface="Play"/>
                <a:cs typeface="Play"/>
                <a:sym typeface="Play"/>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images, and 6 text">
  <p:cSld name="Title, 6 images, and 6 text">
    <p:bg>
      <p:bgPr>
        <a:solidFill>
          <a:schemeClr val="lt1"/>
        </a:solidFill>
      </p:bgPr>
    </p:bg>
    <p:spTree>
      <p:nvGrpSpPr>
        <p:cNvPr id="310" name="Shape 310"/>
        <p:cNvGrpSpPr/>
        <p:nvPr/>
      </p:nvGrpSpPr>
      <p:grpSpPr>
        <a:xfrm>
          <a:off x="0" y="0"/>
          <a:ext cx="0" cy="0"/>
          <a:chOff x="0" y="0"/>
          <a:chExt cx="0" cy="0"/>
        </a:xfrm>
      </p:grpSpPr>
      <p:sp>
        <p:nvSpPr>
          <p:cNvPr id="311" name="Google Shape;311;p4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12" name="Google Shape;312;p4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13" name="Google Shape;313;p47"/>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314" name="Google Shape;314;p47"/>
          <p:cNvSpPr/>
          <p:nvPr>
            <p:ph idx="2" type="pic"/>
          </p:nvPr>
        </p:nvSpPr>
        <p:spPr>
          <a:xfrm>
            <a:off x="274320" y="929134"/>
            <a:ext cx="1165860" cy="1165860"/>
          </a:xfrm>
          <a:prstGeom prst="rect">
            <a:avLst/>
          </a:prstGeom>
          <a:noFill/>
          <a:ln>
            <a:noFill/>
          </a:ln>
        </p:spPr>
      </p:sp>
      <p:sp>
        <p:nvSpPr>
          <p:cNvPr id="315" name="Google Shape;315;p47"/>
          <p:cNvSpPr txBox="1"/>
          <p:nvPr>
            <p:ph idx="1" type="body"/>
          </p:nvPr>
        </p:nvSpPr>
        <p:spPr>
          <a:xfrm>
            <a:off x="1533783" y="860555"/>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6" name="Google Shape;316;p47"/>
          <p:cNvSpPr/>
          <p:nvPr>
            <p:ph idx="3" type="pic"/>
          </p:nvPr>
        </p:nvSpPr>
        <p:spPr>
          <a:xfrm>
            <a:off x="274320" y="2256708"/>
            <a:ext cx="1165860" cy="1165860"/>
          </a:xfrm>
          <a:prstGeom prst="rect">
            <a:avLst/>
          </a:prstGeom>
          <a:noFill/>
          <a:ln>
            <a:noFill/>
          </a:ln>
        </p:spPr>
      </p:sp>
      <p:sp>
        <p:nvSpPr>
          <p:cNvPr id="317" name="Google Shape;317;p47"/>
          <p:cNvSpPr txBox="1"/>
          <p:nvPr>
            <p:ph idx="4" type="body"/>
          </p:nvPr>
        </p:nvSpPr>
        <p:spPr>
          <a:xfrm>
            <a:off x="1533783" y="2188128"/>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8" name="Google Shape;318;p47"/>
          <p:cNvSpPr/>
          <p:nvPr>
            <p:ph idx="5" type="pic"/>
          </p:nvPr>
        </p:nvSpPr>
        <p:spPr>
          <a:xfrm>
            <a:off x="274320" y="3582085"/>
            <a:ext cx="1165860" cy="1165860"/>
          </a:xfrm>
          <a:prstGeom prst="rect">
            <a:avLst/>
          </a:prstGeom>
          <a:noFill/>
          <a:ln>
            <a:noFill/>
          </a:ln>
        </p:spPr>
      </p:sp>
      <p:sp>
        <p:nvSpPr>
          <p:cNvPr id="319" name="Google Shape;319;p47"/>
          <p:cNvSpPr txBox="1"/>
          <p:nvPr>
            <p:ph idx="6" type="body"/>
          </p:nvPr>
        </p:nvSpPr>
        <p:spPr>
          <a:xfrm>
            <a:off x="1533783" y="3513506"/>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47"/>
          <p:cNvSpPr/>
          <p:nvPr>
            <p:ph idx="7" type="pic"/>
          </p:nvPr>
        </p:nvSpPr>
        <p:spPr>
          <a:xfrm>
            <a:off x="4653864" y="929134"/>
            <a:ext cx="1165860" cy="1165860"/>
          </a:xfrm>
          <a:prstGeom prst="rect">
            <a:avLst/>
          </a:prstGeom>
          <a:noFill/>
          <a:ln>
            <a:noFill/>
          </a:ln>
        </p:spPr>
      </p:sp>
      <p:sp>
        <p:nvSpPr>
          <p:cNvPr id="321" name="Google Shape;321;p47"/>
          <p:cNvSpPr txBox="1"/>
          <p:nvPr>
            <p:ph idx="8" type="body"/>
          </p:nvPr>
        </p:nvSpPr>
        <p:spPr>
          <a:xfrm>
            <a:off x="5913327" y="860555"/>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2" name="Google Shape;322;p47"/>
          <p:cNvSpPr/>
          <p:nvPr>
            <p:ph idx="9" type="pic"/>
          </p:nvPr>
        </p:nvSpPr>
        <p:spPr>
          <a:xfrm>
            <a:off x="4653864" y="2256708"/>
            <a:ext cx="1165860" cy="1165860"/>
          </a:xfrm>
          <a:prstGeom prst="rect">
            <a:avLst/>
          </a:prstGeom>
          <a:noFill/>
          <a:ln>
            <a:noFill/>
          </a:ln>
        </p:spPr>
      </p:sp>
      <p:sp>
        <p:nvSpPr>
          <p:cNvPr id="323" name="Google Shape;323;p47"/>
          <p:cNvSpPr txBox="1"/>
          <p:nvPr>
            <p:ph idx="13" type="body"/>
          </p:nvPr>
        </p:nvSpPr>
        <p:spPr>
          <a:xfrm>
            <a:off x="5913327" y="2188128"/>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4" name="Google Shape;324;p47"/>
          <p:cNvSpPr/>
          <p:nvPr>
            <p:ph idx="14" type="pic"/>
          </p:nvPr>
        </p:nvSpPr>
        <p:spPr>
          <a:xfrm>
            <a:off x="4653864" y="3582085"/>
            <a:ext cx="1165860" cy="1165860"/>
          </a:xfrm>
          <a:prstGeom prst="rect">
            <a:avLst/>
          </a:prstGeom>
          <a:noFill/>
          <a:ln>
            <a:noFill/>
          </a:ln>
        </p:spPr>
      </p:sp>
      <p:sp>
        <p:nvSpPr>
          <p:cNvPr id="325" name="Google Shape;325;p47"/>
          <p:cNvSpPr txBox="1"/>
          <p:nvPr>
            <p:ph idx="15" type="body"/>
          </p:nvPr>
        </p:nvSpPr>
        <p:spPr>
          <a:xfrm>
            <a:off x="5913327" y="3513506"/>
            <a:ext cx="2956355" cy="130302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228600" lvl="1" marL="914400" algn="l">
              <a:lnSpc>
                <a:spcPct val="100000"/>
              </a:lnSpc>
              <a:spcBef>
                <a:spcPts val="200"/>
              </a:spcBef>
              <a:spcAft>
                <a:spcPts val="0"/>
              </a:spcAft>
              <a:buClr>
                <a:srgbClr val="232F3E"/>
              </a:buClr>
              <a:buSzPts val="1500"/>
              <a:buNone/>
              <a:defRPr sz="1500">
                <a:solidFill>
                  <a:srgbClr val="232F3E"/>
                </a:solidFill>
              </a:defRPr>
            </a:lvl2pPr>
            <a:lvl3pPr indent="-228600" lvl="2" marL="1371600" algn="l">
              <a:lnSpc>
                <a:spcPct val="100000"/>
              </a:lnSpc>
              <a:spcBef>
                <a:spcPts val="500"/>
              </a:spcBef>
              <a:spcAft>
                <a:spcPts val="0"/>
              </a:spcAft>
              <a:buClr>
                <a:schemeClr val="dk2"/>
              </a:buClr>
              <a:buSzPts val="1500"/>
              <a:buNone/>
              <a:defRPr sz="1500">
                <a:solidFill>
                  <a:schemeClr val="dk2"/>
                </a:solidFill>
              </a:defRPr>
            </a:lvl3pPr>
            <a:lvl4pPr indent="-317500" lvl="3" marL="1828800" algn="l">
              <a:lnSpc>
                <a:spcPct val="100000"/>
              </a:lnSpc>
              <a:spcBef>
                <a:spcPts val="500"/>
              </a:spcBef>
              <a:spcAft>
                <a:spcPts val="0"/>
              </a:spcAft>
              <a:buClr>
                <a:schemeClr val="dk2"/>
              </a:buClr>
              <a:buSzPts val="1400"/>
              <a:buChar char="•"/>
              <a:defRPr sz="1400">
                <a:solidFill>
                  <a:schemeClr val="dk2"/>
                </a:solidFill>
              </a:defRPr>
            </a:lvl4pPr>
            <a:lvl5pPr indent="-317500" lvl="4" marL="2286000" algn="l">
              <a:lnSpc>
                <a:spcPct val="100000"/>
              </a:lnSpc>
              <a:spcBef>
                <a:spcPts val="500"/>
              </a:spcBef>
              <a:spcAft>
                <a:spcPts val="0"/>
              </a:spcAft>
              <a:buClr>
                <a:schemeClr val="dk2"/>
              </a:buClr>
              <a:buSzPts val="1400"/>
              <a:buChar char="•"/>
              <a:defRPr sz="1400">
                <a:solidFill>
                  <a:schemeClr val="dk2"/>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Columns">
  <p:cSld name="Title and 4 Content Columns">
    <p:bg>
      <p:bgPr>
        <a:solidFill>
          <a:schemeClr val="lt1"/>
        </a:solidFill>
      </p:bgPr>
    </p:bg>
    <p:spTree>
      <p:nvGrpSpPr>
        <p:cNvPr id="326" name="Shape 326"/>
        <p:cNvGrpSpPr/>
        <p:nvPr/>
      </p:nvGrpSpPr>
      <p:grpSpPr>
        <a:xfrm>
          <a:off x="0" y="0"/>
          <a:ext cx="0" cy="0"/>
          <a:chOff x="0" y="0"/>
          <a:chExt cx="0" cy="0"/>
        </a:xfrm>
      </p:grpSpPr>
      <p:sp>
        <p:nvSpPr>
          <p:cNvPr id="327" name="Google Shape;327;p4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28" name="Google Shape;328;p4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29" name="Google Shape;329;p48"/>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330" name="Google Shape;330;p48"/>
          <p:cNvSpPr txBox="1"/>
          <p:nvPr>
            <p:ph idx="1" type="body"/>
          </p:nvPr>
        </p:nvSpPr>
        <p:spPr>
          <a:xfrm>
            <a:off x="274320"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48"/>
          <p:cNvSpPr txBox="1"/>
          <p:nvPr>
            <p:ph idx="2" type="body"/>
          </p:nvPr>
        </p:nvSpPr>
        <p:spPr>
          <a:xfrm>
            <a:off x="2443734"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48"/>
          <p:cNvSpPr txBox="1"/>
          <p:nvPr>
            <p:ph idx="3" type="body"/>
          </p:nvPr>
        </p:nvSpPr>
        <p:spPr>
          <a:xfrm>
            <a:off x="4613148"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48"/>
          <p:cNvSpPr txBox="1"/>
          <p:nvPr>
            <p:ph idx="4" type="body"/>
          </p:nvPr>
        </p:nvSpPr>
        <p:spPr>
          <a:xfrm>
            <a:off x="6782562" y="822960"/>
            <a:ext cx="2091690" cy="3998214"/>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Headers, and 4 Text Columns">
  <p:cSld name="Title, 4 Headers, and 4 Text Columns">
    <p:bg>
      <p:bgPr>
        <a:solidFill>
          <a:schemeClr val="lt1"/>
        </a:solidFill>
      </p:bgPr>
    </p:bg>
    <p:spTree>
      <p:nvGrpSpPr>
        <p:cNvPr id="334" name="Shape 334"/>
        <p:cNvGrpSpPr/>
        <p:nvPr/>
      </p:nvGrpSpPr>
      <p:grpSpPr>
        <a:xfrm>
          <a:off x="0" y="0"/>
          <a:ext cx="0" cy="0"/>
          <a:chOff x="0" y="0"/>
          <a:chExt cx="0" cy="0"/>
        </a:xfrm>
      </p:grpSpPr>
      <p:pic>
        <p:nvPicPr>
          <p:cNvPr id="335" name="Google Shape;335;p49"/>
          <p:cNvPicPr preferRelativeResize="0"/>
          <p:nvPr/>
        </p:nvPicPr>
        <p:blipFill rotWithShape="1">
          <a:blip r:embed="rId2">
            <a:alphaModFix/>
          </a:blip>
          <a:srcRect b="0" l="0" r="0" t="0"/>
          <a:stretch/>
        </p:blipFill>
        <p:spPr>
          <a:xfrm>
            <a:off x="274320" y="788670"/>
            <a:ext cx="8613648" cy="342900"/>
          </a:xfrm>
          <a:prstGeom prst="rect">
            <a:avLst/>
          </a:prstGeom>
          <a:noFill/>
          <a:ln>
            <a:noFill/>
          </a:ln>
        </p:spPr>
      </p:pic>
      <p:sp>
        <p:nvSpPr>
          <p:cNvPr id="336" name="Google Shape;336;p4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37" name="Google Shape;337;p4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8" name="Google Shape;338;p49"/>
          <p:cNvSpPr txBox="1"/>
          <p:nvPr>
            <p:ph idx="1" type="body"/>
          </p:nvPr>
        </p:nvSpPr>
        <p:spPr>
          <a:xfrm>
            <a:off x="274320"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9" name="Google Shape;339;p49"/>
          <p:cNvSpPr txBox="1"/>
          <p:nvPr>
            <p:ph idx="2" type="body"/>
          </p:nvPr>
        </p:nvSpPr>
        <p:spPr>
          <a:xfrm>
            <a:off x="274320"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49"/>
          <p:cNvSpPr txBox="1"/>
          <p:nvPr>
            <p:ph idx="3" type="body"/>
          </p:nvPr>
        </p:nvSpPr>
        <p:spPr>
          <a:xfrm>
            <a:off x="2448306"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1" name="Google Shape;341;p49"/>
          <p:cNvSpPr txBox="1"/>
          <p:nvPr>
            <p:ph idx="4" type="body"/>
          </p:nvPr>
        </p:nvSpPr>
        <p:spPr>
          <a:xfrm>
            <a:off x="2448306"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2" name="Google Shape;342;p49"/>
          <p:cNvSpPr txBox="1"/>
          <p:nvPr>
            <p:ph idx="5" type="body"/>
          </p:nvPr>
        </p:nvSpPr>
        <p:spPr>
          <a:xfrm>
            <a:off x="4622292"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3" name="Google Shape;343;p49"/>
          <p:cNvSpPr txBox="1"/>
          <p:nvPr>
            <p:ph idx="6" type="body"/>
          </p:nvPr>
        </p:nvSpPr>
        <p:spPr>
          <a:xfrm>
            <a:off x="4622292"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4" name="Google Shape;344;p49"/>
          <p:cNvSpPr txBox="1"/>
          <p:nvPr>
            <p:ph idx="7" type="body"/>
          </p:nvPr>
        </p:nvSpPr>
        <p:spPr>
          <a:xfrm>
            <a:off x="6796278" y="788670"/>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800"/>
              <a:buNone/>
              <a:defRPr b="0" sz="18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5" name="Google Shape;345;p49"/>
          <p:cNvSpPr txBox="1"/>
          <p:nvPr>
            <p:ph idx="8" type="body"/>
          </p:nvPr>
        </p:nvSpPr>
        <p:spPr>
          <a:xfrm>
            <a:off x="6796278" y="1172718"/>
            <a:ext cx="2091690" cy="366217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500"/>
              </a:spcBef>
              <a:spcAft>
                <a:spcPts val="0"/>
              </a:spcAft>
              <a:buClr>
                <a:srgbClr val="232F3E"/>
              </a:buClr>
              <a:buSzPts val="1500"/>
              <a:buChar char="•"/>
              <a:defRPr sz="1500">
                <a:solidFill>
                  <a:srgbClr val="232F3E"/>
                </a:solidFill>
              </a:defRPr>
            </a:lvl2pPr>
            <a:lvl3pPr indent="-317500" lvl="2" marL="1371600" algn="l">
              <a:lnSpc>
                <a:spcPct val="100000"/>
              </a:lnSpc>
              <a:spcBef>
                <a:spcPts val="500"/>
              </a:spcBef>
              <a:spcAft>
                <a:spcPts val="0"/>
              </a:spcAft>
              <a:buClr>
                <a:srgbClr val="232F3E"/>
              </a:buClr>
              <a:buSzPts val="1400"/>
              <a:buChar char="•"/>
              <a:defRPr sz="1400">
                <a:solidFill>
                  <a:srgbClr val="232F3E"/>
                </a:solidFill>
              </a:defRPr>
            </a:lvl3pPr>
            <a:lvl4pPr indent="-304800" lvl="3" marL="1828800" algn="l">
              <a:lnSpc>
                <a:spcPct val="100000"/>
              </a:lnSpc>
              <a:spcBef>
                <a:spcPts val="500"/>
              </a:spcBef>
              <a:spcAft>
                <a:spcPts val="0"/>
              </a:spcAft>
              <a:buClr>
                <a:srgbClr val="232F3E"/>
              </a:buClr>
              <a:buSzPts val="1200"/>
              <a:buChar char="•"/>
              <a:defRPr sz="1200">
                <a:solidFill>
                  <a:srgbClr val="232F3E"/>
                </a:solidFill>
              </a:defRPr>
            </a:lvl4pPr>
            <a:lvl5pPr indent="-304800" lvl="4" marL="2286000" algn="l">
              <a:lnSpc>
                <a:spcPct val="100000"/>
              </a:lnSpc>
              <a:spcBef>
                <a:spcPts val="500"/>
              </a:spcBef>
              <a:spcAft>
                <a:spcPts val="0"/>
              </a:spcAft>
              <a:buClr>
                <a:srgbClr val="232F3E"/>
              </a:buClr>
              <a:buSzPts val="1200"/>
              <a:buChar char="•"/>
              <a:defRPr sz="1200">
                <a:solidFill>
                  <a:srgbClr val="232F3E"/>
                </a:solidFill>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4 Lg Pics, and 4 Text Columns">
  <p:cSld name="Title, Header, 4 Lg Pics, and 4 Text Columns">
    <p:bg>
      <p:bgPr>
        <a:solidFill>
          <a:schemeClr val="lt1"/>
        </a:solidFill>
      </p:bgPr>
    </p:bg>
    <p:spTree>
      <p:nvGrpSpPr>
        <p:cNvPr id="346" name="Shape 346"/>
        <p:cNvGrpSpPr/>
        <p:nvPr/>
      </p:nvGrpSpPr>
      <p:grpSpPr>
        <a:xfrm>
          <a:off x="0" y="0"/>
          <a:ext cx="0" cy="0"/>
          <a:chOff x="0" y="0"/>
          <a:chExt cx="0" cy="0"/>
        </a:xfrm>
      </p:grpSpPr>
      <p:sp>
        <p:nvSpPr>
          <p:cNvPr id="347" name="Google Shape;347;p5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48" name="Google Shape;348;p5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49" name="Google Shape;349;p50"/>
          <p:cNvPicPr preferRelativeResize="0"/>
          <p:nvPr/>
        </p:nvPicPr>
        <p:blipFill rotWithShape="1">
          <a:blip r:embed="rId2">
            <a:alphaModFix/>
          </a:blip>
          <a:srcRect b="19987" l="0" r="1111" t="70015"/>
          <a:stretch/>
        </p:blipFill>
        <p:spPr>
          <a:xfrm>
            <a:off x="274320" y="778313"/>
            <a:ext cx="8599932" cy="34289"/>
          </a:xfrm>
          <a:prstGeom prst="rect">
            <a:avLst/>
          </a:prstGeom>
          <a:noFill/>
          <a:ln>
            <a:noFill/>
          </a:ln>
        </p:spPr>
      </p:pic>
      <p:sp>
        <p:nvSpPr>
          <p:cNvPr id="350" name="Google Shape;350;p50"/>
          <p:cNvSpPr txBox="1"/>
          <p:nvPr>
            <p:ph idx="1" type="body"/>
          </p:nvPr>
        </p:nvSpPr>
        <p:spPr>
          <a:xfrm>
            <a:off x="274320" y="785159"/>
            <a:ext cx="8599932" cy="824766"/>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2100"/>
              <a:buNone/>
              <a:defRPr b="0" sz="21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51" name="Google Shape;351;p50"/>
          <p:cNvSpPr/>
          <p:nvPr>
            <p:ph idx="2" type="pic"/>
          </p:nvPr>
        </p:nvSpPr>
        <p:spPr>
          <a:xfrm>
            <a:off x="478952" y="1701998"/>
            <a:ext cx="1714500" cy="1714500"/>
          </a:xfrm>
          <a:prstGeom prst="rect">
            <a:avLst/>
          </a:prstGeom>
          <a:noFill/>
          <a:ln>
            <a:noFill/>
          </a:ln>
        </p:spPr>
      </p:sp>
      <p:sp>
        <p:nvSpPr>
          <p:cNvPr id="352" name="Google Shape;352;p50"/>
          <p:cNvSpPr txBox="1"/>
          <p:nvPr>
            <p:ph idx="3" type="body"/>
          </p:nvPr>
        </p:nvSpPr>
        <p:spPr>
          <a:xfrm>
            <a:off x="274320"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3" name="Google Shape;353;p50"/>
          <p:cNvSpPr/>
          <p:nvPr>
            <p:ph idx="4" type="pic"/>
          </p:nvPr>
        </p:nvSpPr>
        <p:spPr>
          <a:xfrm>
            <a:off x="2652938" y="1701998"/>
            <a:ext cx="1714500" cy="1714500"/>
          </a:xfrm>
          <a:prstGeom prst="rect">
            <a:avLst/>
          </a:prstGeom>
          <a:noFill/>
          <a:ln>
            <a:noFill/>
          </a:ln>
        </p:spPr>
      </p:sp>
      <p:sp>
        <p:nvSpPr>
          <p:cNvPr id="354" name="Google Shape;354;p50"/>
          <p:cNvSpPr txBox="1"/>
          <p:nvPr>
            <p:ph idx="5" type="body"/>
          </p:nvPr>
        </p:nvSpPr>
        <p:spPr>
          <a:xfrm>
            <a:off x="2448306"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5" name="Google Shape;355;p50"/>
          <p:cNvSpPr/>
          <p:nvPr>
            <p:ph idx="6" type="pic"/>
          </p:nvPr>
        </p:nvSpPr>
        <p:spPr>
          <a:xfrm>
            <a:off x="4826924" y="1701998"/>
            <a:ext cx="1714500" cy="1714500"/>
          </a:xfrm>
          <a:prstGeom prst="rect">
            <a:avLst/>
          </a:prstGeom>
          <a:noFill/>
          <a:ln>
            <a:noFill/>
          </a:ln>
        </p:spPr>
      </p:sp>
      <p:sp>
        <p:nvSpPr>
          <p:cNvPr id="356" name="Google Shape;356;p50"/>
          <p:cNvSpPr txBox="1"/>
          <p:nvPr>
            <p:ph idx="7" type="body"/>
          </p:nvPr>
        </p:nvSpPr>
        <p:spPr>
          <a:xfrm>
            <a:off x="4622292"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7" name="Google Shape;357;p50"/>
          <p:cNvSpPr/>
          <p:nvPr>
            <p:ph idx="8" type="pic"/>
          </p:nvPr>
        </p:nvSpPr>
        <p:spPr>
          <a:xfrm>
            <a:off x="7000910" y="1701998"/>
            <a:ext cx="1714500" cy="1714500"/>
          </a:xfrm>
          <a:prstGeom prst="rect">
            <a:avLst/>
          </a:prstGeom>
          <a:noFill/>
          <a:ln>
            <a:noFill/>
          </a:ln>
        </p:spPr>
      </p:sp>
      <p:sp>
        <p:nvSpPr>
          <p:cNvPr id="358" name="Google Shape;358;p50"/>
          <p:cNvSpPr txBox="1"/>
          <p:nvPr>
            <p:ph idx="9" type="body"/>
          </p:nvPr>
        </p:nvSpPr>
        <p:spPr>
          <a:xfrm>
            <a:off x="6782562" y="3478590"/>
            <a:ext cx="2091690" cy="1356300"/>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 4 Headers, and 4 Text Columns">
  <p:cSld name="Title, 4 Lg Pics, 4 Headers, and 4 Text Columns">
    <p:bg>
      <p:bgPr>
        <a:solidFill>
          <a:schemeClr val="lt1"/>
        </a:solidFill>
      </p:bgPr>
    </p:bg>
    <p:spTree>
      <p:nvGrpSpPr>
        <p:cNvPr id="359" name="Shape 359"/>
        <p:cNvGrpSpPr/>
        <p:nvPr/>
      </p:nvGrpSpPr>
      <p:grpSpPr>
        <a:xfrm>
          <a:off x="0" y="0"/>
          <a:ext cx="0" cy="0"/>
          <a:chOff x="0" y="0"/>
          <a:chExt cx="0" cy="0"/>
        </a:xfrm>
      </p:grpSpPr>
      <p:grpSp>
        <p:nvGrpSpPr>
          <p:cNvPr id="360" name="Google Shape;360;p51"/>
          <p:cNvGrpSpPr/>
          <p:nvPr/>
        </p:nvGrpSpPr>
        <p:grpSpPr>
          <a:xfrm>
            <a:off x="274319" y="771283"/>
            <a:ext cx="8613649" cy="2158146"/>
            <a:chOff x="365759" y="1028377"/>
            <a:chExt cx="11484865" cy="2877528"/>
          </a:xfrm>
        </p:grpSpPr>
        <p:pic>
          <p:nvPicPr>
            <p:cNvPr id="361" name="Google Shape;361;p51"/>
            <p:cNvPicPr preferRelativeResize="0"/>
            <p:nvPr/>
          </p:nvPicPr>
          <p:blipFill rotWithShape="1">
            <a:blip r:embed="rId2">
              <a:alphaModFix/>
            </a:blip>
            <a:srcRect b="0" l="0" r="0" t="0"/>
            <a:stretch/>
          </p:blipFill>
          <p:spPr>
            <a:xfrm>
              <a:off x="365760" y="3448705"/>
              <a:ext cx="11484864" cy="457200"/>
            </a:xfrm>
            <a:prstGeom prst="rect">
              <a:avLst/>
            </a:prstGeom>
            <a:noFill/>
            <a:ln>
              <a:noFill/>
            </a:ln>
          </p:spPr>
        </p:pic>
        <p:pic>
          <p:nvPicPr>
            <p:cNvPr id="362" name="Google Shape;362;p51"/>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63" name="Google Shape;363;p5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64" name="Google Shape;364;p5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5" name="Google Shape;365;p51"/>
          <p:cNvSpPr/>
          <p:nvPr>
            <p:ph idx="2" type="pic"/>
          </p:nvPr>
        </p:nvSpPr>
        <p:spPr>
          <a:xfrm>
            <a:off x="462915" y="822960"/>
            <a:ext cx="1714500" cy="1714500"/>
          </a:xfrm>
          <a:prstGeom prst="rect">
            <a:avLst/>
          </a:prstGeom>
          <a:noFill/>
          <a:ln>
            <a:noFill/>
          </a:ln>
        </p:spPr>
      </p:sp>
      <p:sp>
        <p:nvSpPr>
          <p:cNvPr id="366" name="Google Shape;366;p51"/>
          <p:cNvSpPr txBox="1"/>
          <p:nvPr>
            <p:ph idx="1" type="body"/>
          </p:nvPr>
        </p:nvSpPr>
        <p:spPr>
          <a:xfrm>
            <a:off x="274320"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67" name="Google Shape;367;p51"/>
          <p:cNvSpPr txBox="1"/>
          <p:nvPr>
            <p:ph idx="3" type="body"/>
          </p:nvPr>
        </p:nvSpPr>
        <p:spPr>
          <a:xfrm>
            <a:off x="274320"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8" name="Google Shape;368;p51"/>
          <p:cNvSpPr/>
          <p:nvPr>
            <p:ph idx="4" type="pic"/>
          </p:nvPr>
        </p:nvSpPr>
        <p:spPr>
          <a:xfrm>
            <a:off x="2634615" y="822960"/>
            <a:ext cx="1714500" cy="1714500"/>
          </a:xfrm>
          <a:prstGeom prst="rect">
            <a:avLst/>
          </a:prstGeom>
          <a:noFill/>
          <a:ln>
            <a:noFill/>
          </a:ln>
        </p:spPr>
      </p:sp>
      <p:sp>
        <p:nvSpPr>
          <p:cNvPr id="369" name="Google Shape;369;p51"/>
          <p:cNvSpPr txBox="1"/>
          <p:nvPr>
            <p:ph idx="5" type="body"/>
          </p:nvPr>
        </p:nvSpPr>
        <p:spPr>
          <a:xfrm>
            <a:off x="2446020"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70" name="Google Shape;370;p51"/>
          <p:cNvSpPr txBox="1"/>
          <p:nvPr>
            <p:ph idx="6" type="body"/>
          </p:nvPr>
        </p:nvSpPr>
        <p:spPr>
          <a:xfrm>
            <a:off x="2446020"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51"/>
          <p:cNvSpPr/>
          <p:nvPr>
            <p:ph idx="7" type="pic"/>
          </p:nvPr>
        </p:nvSpPr>
        <p:spPr>
          <a:xfrm>
            <a:off x="4810887" y="822960"/>
            <a:ext cx="1714500" cy="1714500"/>
          </a:xfrm>
          <a:prstGeom prst="rect">
            <a:avLst/>
          </a:prstGeom>
          <a:noFill/>
          <a:ln>
            <a:noFill/>
          </a:ln>
        </p:spPr>
      </p:sp>
      <p:sp>
        <p:nvSpPr>
          <p:cNvPr id="372" name="Google Shape;372;p51"/>
          <p:cNvSpPr txBox="1"/>
          <p:nvPr>
            <p:ph idx="8" type="body"/>
          </p:nvPr>
        </p:nvSpPr>
        <p:spPr>
          <a:xfrm>
            <a:off x="4622293" y="2599182"/>
            <a:ext cx="2091690" cy="330247"/>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73" name="Google Shape;373;p51"/>
          <p:cNvSpPr txBox="1"/>
          <p:nvPr>
            <p:ph idx="9" type="body"/>
          </p:nvPr>
        </p:nvSpPr>
        <p:spPr>
          <a:xfrm>
            <a:off x="4622293"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4" name="Google Shape;374;p51"/>
          <p:cNvSpPr/>
          <p:nvPr>
            <p:ph idx="13" type="pic"/>
          </p:nvPr>
        </p:nvSpPr>
        <p:spPr>
          <a:xfrm>
            <a:off x="6971157" y="822960"/>
            <a:ext cx="1714500" cy="1714500"/>
          </a:xfrm>
          <a:prstGeom prst="rect">
            <a:avLst/>
          </a:prstGeom>
          <a:noFill/>
          <a:ln>
            <a:noFill/>
          </a:ln>
        </p:spPr>
      </p:sp>
      <p:sp>
        <p:nvSpPr>
          <p:cNvPr id="375" name="Google Shape;375;p51"/>
          <p:cNvSpPr txBox="1"/>
          <p:nvPr>
            <p:ph idx="14" type="subTitle"/>
          </p:nvPr>
        </p:nvSpPr>
        <p:spPr>
          <a:xfrm>
            <a:off x="6782562" y="2599182"/>
            <a:ext cx="2091690" cy="330247"/>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lvl="1" algn="l">
              <a:lnSpc>
                <a:spcPct val="90000"/>
              </a:lnSpc>
              <a:spcBef>
                <a:spcPts val="0"/>
              </a:spcBef>
              <a:spcAft>
                <a:spcPts val="0"/>
              </a:spcAft>
              <a:buClr>
                <a:srgbClr val="232F3E"/>
              </a:buClr>
              <a:buSzPts val="1500"/>
              <a:buNone/>
              <a:defRPr b="1" sz="1500"/>
            </a:lvl2pPr>
            <a:lvl3pPr lvl="2" algn="l">
              <a:lnSpc>
                <a:spcPct val="90000"/>
              </a:lnSpc>
              <a:spcBef>
                <a:spcPts val="900"/>
              </a:spcBef>
              <a:spcAft>
                <a:spcPts val="0"/>
              </a:spcAft>
              <a:buClr>
                <a:srgbClr val="232F3E"/>
              </a:buClr>
              <a:buSzPts val="1400"/>
              <a:buNone/>
              <a:defRPr b="1" sz="1400"/>
            </a:lvl3pPr>
            <a:lvl4pPr lvl="3" algn="l">
              <a:lnSpc>
                <a:spcPct val="90000"/>
              </a:lnSpc>
              <a:spcBef>
                <a:spcPts val="900"/>
              </a:spcBef>
              <a:spcAft>
                <a:spcPts val="0"/>
              </a:spcAft>
              <a:buClr>
                <a:srgbClr val="232F3E"/>
              </a:buClr>
              <a:buSzPts val="1200"/>
              <a:buNone/>
              <a:defRPr b="1" sz="1200"/>
            </a:lvl4pPr>
            <a:lvl5pPr lvl="4" algn="l">
              <a:lnSpc>
                <a:spcPct val="90000"/>
              </a:lnSpc>
              <a:spcBef>
                <a:spcPts val="900"/>
              </a:spcBef>
              <a:spcAft>
                <a:spcPts val="0"/>
              </a:spcAft>
              <a:buClr>
                <a:srgbClr val="232F3E"/>
              </a:buClr>
              <a:buSzPts val="1200"/>
              <a:buNone/>
              <a:defRPr b="1" sz="1200"/>
            </a:lvl5pPr>
            <a:lvl6pPr lvl="5" algn="l">
              <a:lnSpc>
                <a:spcPct val="90000"/>
              </a:lnSpc>
              <a:spcBef>
                <a:spcPts val="900"/>
              </a:spcBef>
              <a:spcAft>
                <a:spcPts val="0"/>
              </a:spcAft>
              <a:buClr>
                <a:schemeClr val="dk1"/>
              </a:buClr>
              <a:buSzPts val="1200"/>
              <a:buNone/>
              <a:defRPr b="1" sz="1200"/>
            </a:lvl6pPr>
            <a:lvl7pPr lvl="6" algn="l">
              <a:lnSpc>
                <a:spcPct val="90000"/>
              </a:lnSpc>
              <a:spcBef>
                <a:spcPts val="400"/>
              </a:spcBef>
              <a:spcAft>
                <a:spcPts val="0"/>
              </a:spcAft>
              <a:buClr>
                <a:schemeClr val="dk1"/>
              </a:buClr>
              <a:buSzPts val="1200"/>
              <a:buNone/>
              <a:defRPr b="1" sz="1200"/>
            </a:lvl7pPr>
            <a:lvl8pPr lvl="7" algn="l">
              <a:lnSpc>
                <a:spcPct val="90000"/>
              </a:lnSpc>
              <a:spcBef>
                <a:spcPts val="400"/>
              </a:spcBef>
              <a:spcAft>
                <a:spcPts val="0"/>
              </a:spcAft>
              <a:buClr>
                <a:schemeClr val="dk1"/>
              </a:buClr>
              <a:buSzPts val="1200"/>
              <a:buNone/>
              <a:defRPr b="1" sz="1200"/>
            </a:lvl8pPr>
            <a:lvl9pPr lvl="8" algn="l">
              <a:lnSpc>
                <a:spcPct val="90000"/>
              </a:lnSpc>
              <a:spcBef>
                <a:spcPts val="400"/>
              </a:spcBef>
              <a:spcAft>
                <a:spcPts val="0"/>
              </a:spcAft>
              <a:buClr>
                <a:schemeClr val="dk1"/>
              </a:buClr>
              <a:buSzPts val="1200"/>
              <a:buNone/>
              <a:defRPr b="1" sz="1200"/>
            </a:lvl9pPr>
          </a:lstStyle>
          <a:p/>
        </p:txBody>
      </p:sp>
      <p:sp>
        <p:nvSpPr>
          <p:cNvPr id="376" name="Google Shape;376;p51"/>
          <p:cNvSpPr txBox="1"/>
          <p:nvPr>
            <p:ph idx="15" type="body"/>
          </p:nvPr>
        </p:nvSpPr>
        <p:spPr>
          <a:xfrm>
            <a:off x="6782562" y="2936629"/>
            <a:ext cx="2091690" cy="1889429"/>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0"/>
              </a:spcBef>
              <a:spcAft>
                <a:spcPts val="0"/>
              </a:spcAft>
              <a:buClr>
                <a:srgbClr val="232F3E"/>
              </a:buClr>
              <a:buSzPts val="1500"/>
              <a:buFont typeface="Arial"/>
              <a:buChar char="•"/>
              <a:defRPr sz="1500">
                <a:solidFill>
                  <a:srgbClr val="232F3E"/>
                </a:solidFill>
              </a:defRPr>
            </a:lvl1pPr>
            <a:lvl2pPr indent="-317500" lvl="1" marL="914400" algn="l">
              <a:lnSpc>
                <a:spcPct val="100000"/>
              </a:lnSpc>
              <a:spcBef>
                <a:spcPts val="500"/>
              </a:spcBef>
              <a:spcAft>
                <a:spcPts val="0"/>
              </a:spcAft>
              <a:buClr>
                <a:srgbClr val="232F3E"/>
              </a:buClr>
              <a:buSzPts val="1400"/>
              <a:buChar char="•"/>
              <a:defRPr sz="1400">
                <a:solidFill>
                  <a:srgbClr val="232F3E"/>
                </a:solidFill>
              </a:defRPr>
            </a:lvl2pPr>
            <a:lvl3pPr indent="-304800" lvl="2" marL="1371600" algn="l">
              <a:lnSpc>
                <a:spcPct val="100000"/>
              </a:lnSpc>
              <a:spcBef>
                <a:spcPts val="500"/>
              </a:spcBef>
              <a:spcAft>
                <a:spcPts val="0"/>
              </a:spcAft>
              <a:buClr>
                <a:srgbClr val="232F3E"/>
              </a:buClr>
              <a:buSzPts val="1200"/>
              <a:buChar char="•"/>
              <a:defRPr sz="1200">
                <a:solidFill>
                  <a:srgbClr val="232F3E"/>
                </a:solidFill>
              </a:defRPr>
            </a:lvl3pPr>
            <a:lvl4pPr indent="-317500" lvl="3" marL="1828800" algn="l">
              <a:lnSpc>
                <a:spcPct val="90000"/>
              </a:lnSpc>
              <a:spcBef>
                <a:spcPts val="5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m Pics, 4 Headers, and 4 Text Columns">
  <p:cSld name="Title, 4 Sm Pics, 4 Headers, and 4 Text Columns">
    <p:bg>
      <p:bgPr>
        <a:solidFill>
          <a:schemeClr val="lt1"/>
        </a:solidFill>
      </p:bgPr>
    </p:bg>
    <p:spTree>
      <p:nvGrpSpPr>
        <p:cNvPr id="377" name="Shape 377"/>
        <p:cNvGrpSpPr/>
        <p:nvPr/>
      </p:nvGrpSpPr>
      <p:grpSpPr>
        <a:xfrm>
          <a:off x="0" y="0"/>
          <a:ext cx="0" cy="0"/>
          <a:chOff x="0" y="0"/>
          <a:chExt cx="0" cy="0"/>
        </a:xfrm>
      </p:grpSpPr>
      <p:grpSp>
        <p:nvGrpSpPr>
          <p:cNvPr id="378" name="Google Shape;378;p52"/>
          <p:cNvGrpSpPr/>
          <p:nvPr/>
        </p:nvGrpSpPr>
        <p:grpSpPr>
          <a:xfrm>
            <a:off x="274319" y="771283"/>
            <a:ext cx="8613649" cy="1760998"/>
            <a:chOff x="365759" y="1028377"/>
            <a:chExt cx="11484865" cy="2347997"/>
          </a:xfrm>
        </p:grpSpPr>
        <p:pic>
          <p:nvPicPr>
            <p:cNvPr id="379" name="Google Shape;379;p52"/>
            <p:cNvPicPr preferRelativeResize="0"/>
            <p:nvPr/>
          </p:nvPicPr>
          <p:blipFill rotWithShape="1">
            <a:blip r:embed="rId2">
              <a:alphaModFix/>
            </a:blip>
            <a:srcRect b="0" l="0" r="0" t="0"/>
            <a:stretch/>
          </p:blipFill>
          <p:spPr>
            <a:xfrm>
              <a:off x="365760" y="2919174"/>
              <a:ext cx="11484864" cy="457200"/>
            </a:xfrm>
            <a:prstGeom prst="rect">
              <a:avLst/>
            </a:prstGeom>
            <a:noFill/>
            <a:ln>
              <a:noFill/>
            </a:ln>
          </p:spPr>
        </p:pic>
        <p:pic>
          <p:nvPicPr>
            <p:cNvPr id="380" name="Google Shape;380;p52"/>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81" name="Google Shape;381;p5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382" name="Google Shape;382;p52"/>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3" name="Google Shape;383;p52"/>
          <p:cNvSpPr/>
          <p:nvPr>
            <p:ph idx="2" type="pic"/>
          </p:nvPr>
        </p:nvSpPr>
        <p:spPr>
          <a:xfrm>
            <a:off x="634365" y="788670"/>
            <a:ext cx="1371600" cy="1371600"/>
          </a:xfrm>
          <a:prstGeom prst="rect">
            <a:avLst/>
          </a:prstGeom>
          <a:noFill/>
          <a:ln>
            <a:noFill/>
          </a:ln>
        </p:spPr>
      </p:sp>
      <p:sp>
        <p:nvSpPr>
          <p:cNvPr id="384" name="Google Shape;384;p52"/>
          <p:cNvSpPr txBox="1"/>
          <p:nvPr>
            <p:ph idx="1" type="body"/>
          </p:nvPr>
        </p:nvSpPr>
        <p:spPr>
          <a:xfrm>
            <a:off x="274320"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5" name="Google Shape;385;p52"/>
          <p:cNvSpPr txBox="1"/>
          <p:nvPr>
            <p:ph idx="3" type="body"/>
          </p:nvPr>
        </p:nvSpPr>
        <p:spPr>
          <a:xfrm>
            <a:off x="274320"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6" name="Google Shape;386;p52"/>
          <p:cNvSpPr/>
          <p:nvPr>
            <p:ph idx="4" type="pic"/>
          </p:nvPr>
        </p:nvSpPr>
        <p:spPr>
          <a:xfrm>
            <a:off x="2803779" y="788670"/>
            <a:ext cx="1371600" cy="1371600"/>
          </a:xfrm>
          <a:prstGeom prst="rect">
            <a:avLst/>
          </a:prstGeom>
          <a:noFill/>
          <a:ln>
            <a:noFill/>
          </a:ln>
        </p:spPr>
      </p:sp>
      <p:sp>
        <p:nvSpPr>
          <p:cNvPr id="387" name="Google Shape;387;p52"/>
          <p:cNvSpPr txBox="1"/>
          <p:nvPr>
            <p:ph idx="5" type="body"/>
          </p:nvPr>
        </p:nvSpPr>
        <p:spPr>
          <a:xfrm>
            <a:off x="2443734"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8" name="Google Shape;388;p52"/>
          <p:cNvSpPr txBox="1"/>
          <p:nvPr>
            <p:ph idx="6" type="body"/>
          </p:nvPr>
        </p:nvSpPr>
        <p:spPr>
          <a:xfrm>
            <a:off x="2443734"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9" name="Google Shape;389;p52"/>
          <p:cNvSpPr/>
          <p:nvPr>
            <p:ph idx="7" type="pic"/>
          </p:nvPr>
        </p:nvSpPr>
        <p:spPr>
          <a:xfrm>
            <a:off x="4973193" y="788670"/>
            <a:ext cx="1371600" cy="1371600"/>
          </a:xfrm>
          <a:prstGeom prst="rect">
            <a:avLst/>
          </a:prstGeom>
          <a:noFill/>
          <a:ln>
            <a:noFill/>
          </a:ln>
        </p:spPr>
      </p:sp>
      <p:sp>
        <p:nvSpPr>
          <p:cNvPr id="390" name="Google Shape;390;p52"/>
          <p:cNvSpPr txBox="1"/>
          <p:nvPr>
            <p:ph idx="8" type="body"/>
          </p:nvPr>
        </p:nvSpPr>
        <p:spPr>
          <a:xfrm>
            <a:off x="4613148"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1" name="Google Shape;391;p52"/>
          <p:cNvSpPr txBox="1"/>
          <p:nvPr>
            <p:ph idx="9" type="body"/>
          </p:nvPr>
        </p:nvSpPr>
        <p:spPr>
          <a:xfrm>
            <a:off x="4613148"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2" name="Google Shape;392;p52"/>
          <p:cNvSpPr/>
          <p:nvPr>
            <p:ph idx="13" type="pic"/>
          </p:nvPr>
        </p:nvSpPr>
        <p:spPr>
          <a:xfrm>
            <a:off x="7142607" y="788670"/>
            <a:ext cx="1371600" cy="1371600"/>
          </a:xfrm>
          <a:prstGeom prst="rect">
            <a:avLst/>
          </a:prstGeom>
          <a:noFill/>
          <a:ln>
            <a:noFill/>
          </a:ln>
        </p:spPr>
      </p:sp>
      <p:sp>
        <p:nvSpPr>
          <p:cNvPr id="393" name="Google Shape;393;p52"/>
          <p:cNvSpPr txBox="1"/>
          <p:nvPr>
            <p:ph idx="14" type="body"/>
          </p:nvPr>
        </p:nvSpPr>
        <p:spPr>
          <a:xfrm>
            <a:off x="6782562" y="2194560"/>
            <a:ext cx="2091690" cy="337721"/>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4" name="Google Shape;394;p52"/>
          <p:cNvSpPr txBox="1"/>
          <p:nvPr>
            <p:ph idx="15" type="body"/>
          </p:nvPr>
        </p:nvSpPr>
        <p:spPr>
          <a:xfrm>
            <a:off x="6782562" y="2571750"/>
            <a:ext cx="2091690" cy="225430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and 4 Headers">
  <p:cSld name="Title, 4 Lg Pics,and 4 Headers">
    <p:bg>
      <p:bgPr>
        <a:solidFill>
          <a:schemeClr val="lt1"/>
        </a:solidFill>
      </p:bgPr>
    </p:bg>
    <p:spTree>
      <p:nvGrpSpPr>
        <p:cNvPr id="395" name="Shape 395"/>
        <p:cNvGrpSpPr/>
        <p:nvPr/>
      </p:nvGrpSpPr>
      <p:grpSpPr>
        <a:xfrm>
          <a:off x="0" y="0"/>
          <a:ext cx="0" cy="0"/>
          <a:chOff x="0" y="0"/>
          <a:chExt cx="0" cy="0"/>
        </a:xfrm>
      </p:grpSpPr>
      <p:grpSp>
        <p:nvGrpSpPr>
          <p:cNvPr id="396" name="Google Shape;396;p53"/>
          <p:cNvGrpSpPr/>
          <p:nvPr/>
        </p:nvGrpSpPr>
        <p:grpSpPr>
          <a:xfrm>
            <a:off x="274319" y="771283"/>
            <a:ext cx="8613649" cy="3130363"/>
            <a:chOff x="365759" y="1028377"/>
            <a:chExt cx="11484865" cy="4173818"/>
          </a:xfrm>
        </p:grpSpPr>
        <p:pic>
          <p:nvPicPr>
            <p:cNvPr id="397" name="Google Shape;397;p5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398" name="Google Shape;398;p53"/>
            <p:cNvPicPr preferRelativeResize="0"/>
            <p:nvPr/>
          </p:nvPicPr>
          <p:blipFill rotWithShape="1">
            <a:blip r:embed="rId3">
              <a:alphaModFix/>
            </a:blip>
            <a:srcRect b="0" l="0" r="0" t="0"/>
            <a:stretch/>
          </p:blipFill>
          <p:spPr>
            <a:xfrm>
              <a:off x="365760" y="4744995"/>
              <a:ext cx="11484864" cy="457200"/>
            </a:xfrm>
            <a:prstGeom prst="rect">
              <a:avLst/>
            </a:prstGeom>
            <a:noFill/>
            <a:ln>
              <a:noFill/>
            </a:ln>
          </p:spPr>
        </p:pic>
      </p:grpSp>
      <p:sp>
        <p:nvSpPr>
          <p:cNvPr id="399" name="Google Shape;399;p5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00" name="Google Shape;400;p5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1" name="Google Shape;401;p53"/>
          <p:cNvSpPr/>
          <p:nvPr>
            <p:ph idx="2" type="pic"/>
          </p:nvPr>
        </p:nvSpPr>
        <p:spPr>
          <a:xfrm>
            <a:off x="274320" y="1376500"/>
            <a:ext cx="2091690" cy="2125980"/>
          </a:xfrm>
          <a:prstGeom prst="rect">
            <a:avLst/>
          </a:prstGeom>
          <a:noFill/>
          <a:ln>
            <a:noFill/>
          </a:ln>
        </p:spPr>
      </p:sp>
      <p:sp>
        <p:nvSpPr>
          <p:cNvPr id="402" name="Google Shape;402;p53"/>
          <p:cNvSpPr txBox="1"/>
          <p:nvPr>
            <p:ph idx="1" type="body"/>
          </p:nvPr>
        </p:nvSpPr>
        <p:spPr>
          <a:xfrm>
            <a:off x="274320"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03" name="Google Shape;403;p53"/>
          <p:cNvSpPr/>
          <p:nvPr>
            <p:ph idx="3" type="pic"/>
          </p:nvPr>
        </p:nvSpPr>
        <p:spPr>
          <a:xfrm>
            <a:off x="2443734" y="1376500"/>
            <a:ext cx="2091690" cy="2125980"/>
          </a:xfrm>
          <a:prstGeom prst="rect">
            <a:avLst/>
          </a:prstGeom>
          <a:noFill/>
          <a:ln>
            <a:noFill/>
          </a:ln>
        </p:spPr>
      </p:sp>
      <p:sp>
        <p:nvSpPr>
          <p:cNvPr id="404" name="Google Shape;404;p53"/>
          <p:cNvSpPr txBox="1"/>
          <p:nvPr>
            <p:ph idx="4" type="body"/>
          </p:nvPr>
        </p:nvSpPr>
        <p:spPr>
          <a:xfrm>
            <a:off x="2443734"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05" name="Google Shape;405;p53"/>
          <p:cNvSpPr/>
          <p:nvPr>
            <p:ph idx="5" type="pic"/>
          </p:nvPr>
        </p:nvSpPr>
        <p:spPr>
          <a:xfrm>
            <a:off x="4613148" y="1376500"/>
            <a:ext cx="2091690" cy="2125980"/>
          </a:xfrm>
          <a:prstGeom prst="rect">
            <a:avLst/>
          </a:prstGeom>
          <a:noFill/>
          <a:ln>
            <a:noFill/>
          </a:ln>
        </p:spPr>
      </p:sp>
      <p:sp>
        <p:nvSpPr>
          <p:cNvPr id="406" name="Google Shape;406;p53"/>
          <p:cNvSpPr txBox="1"/>
          <p:nvPr>
            <p:ph idx="6" type="body"/>
          </p:nvPr>
        </p:nvSpPr>
        <p:spPr>
          <a:xfrm>
            <a:off x="4613148"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07" name="Google Shape;407;p53"/>
          <p:cNvSpPr/>
          <p:nvPr>
            <p:ph idx="7" type="pic"/>
          </p:nvPr>
        </p:nvSpPr>
        <p:spPr>
          <a:xfrm>
            <a:off x="6782562" y="1376500"/>
            <a:ext cx="2091690" cy="2125980"/>
          </a:xfrm>
          <a:prstGeom prst="rect">
            <a:avLst/>
          </a:prstGeom>
          <a:noFill/>
          <a:ln>
            <a:noFill/>
          </a:ln>
        </p:spPr>
      </p:sp>
      <p:sp>
        <p:nvSpPr>
          <p:cNvPr id="408" name="Google Shape;408;p53"/>
          <p:cNvSpPr txBox="1"/>
          <p:nvPr>
            <p:ph idx="8" type="body"/>
          </p:nvPr>
        </p:nvSpPr>
        <p:spPr>
          <a:xfrm>
            <a:off x="6782562" y="3573018"/>
            <a:ext cx="2091690" cy="328628"/>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500"/>
              <a:buNone/>
              <a:defRPr b="0"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500"/>
              <a:buNone/>
              <a:defRPr b="1" sz="1500"/>
            </a:lvl2pPr>
            <a:lvl3pPr indent="-228600" lvl="2" marL="1371600" algn="l">
              <a:lnSpc>
                <a:spcPct val="90000"/>
              </a:lnSpc>
              <a:spcBef>
                <a:spcPts val="900"/>
              </a:spcBef>
              <a:spcAft>
                <a:spcPts val="0"/>
              </a:spcAft>
              <a:buClr>
                <a:srgbClr val="232F3E"/>
              </a:buClr>
              <a:buSzPts val="1400"/>
              <a:buNone/>
              <a:defRPr b="1" sz="1400"/>
            </a:lvl3pPr>
            <a:lvl4pPr indent="-228600" lvl="3" marL="1828800" algn="l">
              <a:lnSpc>
                <a:spcPct val="90000"/>
              </a:lnSpc>
              <a:spcBef>
                <a:spcPts val="900"/>
              </a:spcBef>
              <a:spcAft>
                <a:spcPts val="0"/>
              </a:spcAft>
              <a:buClr>
                <a:srgbClr val="232F3E"/>
              </a:buClr>
              <a:buSzPts val="1200"/>
              <a:buNone/>
              <a:defRPr b="1" sz="1200"/>
            </a:lvl4pPr>
            <a:lvl5pPr indent="-228600" lvl="4" marL="2286000" algn="l">
              <a:lnSpc>
                <a:spcPct val="90000"/>
              </a:lnSpc>
              <a:spcBef>
                <a:spcPts val="900"/>
              </a:spcBef>
              <a:spcAft>
                <a:spcPts val="0"/>
              </a:spcAft>
              <a:buClr>
                <a:srgbClr val="232F3E"/>
              </a:buClr>
              <a:buSzPts val="1200"/>
              <a:buNone/>
              <a:defRPr b="1" sz="1200"/>
            </a:lvl5pPr>
            <a:lvl6pPr indent="-228600" lvl="5" marL="2743200" algn="l">
              <a:lnSpc>
                <a:spcPct val="90000"/>
              </a:lnSpc>
              <a:spcBef>
                <a:spcPts val="9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ics, and 6 Text Boxes">
  <p:cSld name="Title, 6 Pics, and 6 Text Boxes">
    <p:bg>
      <p:bgPr>
        <a:solidFill>
          <a:schemeClr val="lt1"/>
        </a:solidFill>
      </p:bgPr>
    </p:bg>
    <p:spTree>
      <p:nvGrpSpPr>
        <p:cNvPr id="409" name="Shape 409"/>
        <p:cNvGrpSpPr/>
        <p:nvPr/>
      </p:nvGrpSpPr>
      <p:grpSpPr>
        <a:xfrm>
          <a:off x="0" y="0"/>
          <a:ext cx="0" cy="0"/>
          <a:chOff x="0" y="0"/>
          <a:chExt cx="0" cy="0"/>
        </a:xfrm>
      </p:grpSpPr>
      <p:pic>
        <p:nvPicPr>
          <p:cNvPr id="410" name="Google Shape;410;p54"/>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411" name="Google Shape;411;p5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12" name="Google Shape;412;p54"/>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3" name="Google Shape;413;p54"/>
          <p:cNvSpPr/>
          <p:nvPr>
            <p:ph idx="2" type="pic"/>
          </p:nvPr>
        </p:nvSpPr>
        <p:spPr>
          <a:xfrm>
            <a:off x="1137285" y="908382"/>
            <a:ext cx="1371600" cy="1371600"/>
          </a:xfrm>
          <a:prstGeom prst="rect">
            <a:avLst/>
          </a:prstGeom>
          <a:noFill/>
          <a:ln>
            <a:noFill/>
          </a:ln>
        </p:spPr>
      </p:sp>
      <p:sp>
        <p:nvSpPr>
          <p:cNvPr id="414" name="Google Shape;414;p54"/>
          <p:cNvSpPr txBox="1"/>
          <p:nvPr>
            <p:ph idx="1" type="body"/>
          </p:nvPr>
        </p:nvSpPr>
        <p:spPr>
          <a:xfrm>
            <a:off x="622935"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5" name="Google Shape;415;p54"/>
          <p:cNvSpPr/>
          <p:nvPr>
            <p:ph idx="3" type="pic"/>
          </p:nvPr>
        </p:nvSpPr>
        <p:spPr>
          <a:xfrm>
            <a:off x="3886200" y="908382"/>
            <a:ext cx="1371600" cy="1371600"/>
          </a:xfrm>
          <a:prstGeom prst="rect">
            <a:avLst/>
          </a:prstGeom>
          <a:noFill/>
          <a:ln>
            <a:noFill/>
          </a:ln>
        </p:spPr>
      </p:sp>
      <p:sp>
        <p:nvSpPr>
          <p:cNvPr id="416" name="Google Shape;416;p54"/>
          <p:cNvSpPr txBox="1"/>
          <p:nvPr>
            <p:ph idx="4" type="body"/>
          </p:nvPr>
        </p:nvSpPr>
        <p:spPr>
          <a:xfrm>
            <a:off x="3371850"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7" name="Google Shape;417;p54"/>
          <p:cNvSpPr/>
          <p:nvPr>
            <p:ph idx="5" type="pic"/>
          </p:nvPr>
        </p:nvSpPr>
        <p:spPr>
          <a:xfrm>
            <a:off x="6639687" y="908382"/>
            <a:ext cx="1371600" cy="1371600"/>
          </a:xfrm>
          <a:prstGeom prst="rect">
            <a:avLst/>
          </a:prstGeom>
          <a:noFill/>
          <a:ln>
            <a:noFill/>
          </a:ln>
        </p:spPr>
      </p:sp>
      <p:sp>
        <p:nvSpPr>
          <p:cNvPr id="418" name="Google Shape;418;p54"/>
          <p:cNvSpPr txBox="1"/>
          <p:nvPr>
            <p:ph idx="6" type="body"/>
          </p:nvPr>
        </p:nvSpPr>
        <p:spPr>
          <a:xfrm>
            <a:off x="6125337" y="2292487"/>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9" name="Google Shape;419;p54"/>
          <p:cNvSpPr/>
          <p:nvPr>
            <p:ph idx="7" type="pic"/>
          </p:nvPr>
        </p:nvSpPr>
        <p:spPr>
          <a:xfrm>
            <a:off x="1137285" y="2899599"/>
            <a:ext cx="1371600" cy="1371600"/>
          </a:xfrm>
          <a:prstGeom prst="rect">
            <a:avLst/>
          </a:prstGeom>
          <a:noFill/>
          <a:ln>
            <a:noFill/>
          </a:ln>
        </p:spPr>
      </p:sp>
      <p:sp>
        <p:nvSpPr>
          <p:cNvPr id="420" name="Google Shape;420;p54"/>
          <p:cNvSpPr txBox="1"/>
          <p:nvPr>
            <p:ph idx="8" type="body"/>
          </p:nvPr>
        </p:nvSpPr>
        <p:spPr>
          <a:xfrm>
            <a:off x="622935"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1" name="Google Shape;421;p54"/>
          <p:cNvSpPr/>
          <p:nvPr>
            <p:ph idx="9" type="pic"/>
          </p:nvPr>
        </p:nvSpPr>
        <p:spPr>
          <a:xfrm>
            <a:off x="3886200" y="2899599"/>
            <a:ext cx="1371600" cy="1371600"/>
          </a:xfrm>
          <a:prstGeom prst="rect">
            <a:avLst/>
          </a:prstGeom>
          <a:noFill/>
          <a:ln>
            <a:noFill/>
          </a:ln>
        </p:spPr>
      </p:sp>
      <p:sp>
        <p:nvSpPr>
          <p:cNvPr id="422" name="Google Shape;422;p54"/>
          <p:cNvSpPr txBox="1"/>
          <p:nvPr>
            <p:ph idx="13" type="body"/>
          </p:nvPr>
        </p:nvSpPr>
        <p:spPr>
          <a:xfrm>
            <a:off x="3371850"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3" name="Google Shape;423;p54"/>
          <p:cNvSpPr/>
          <p:nvPr>
            <p:ph idx="14" type="pic"/>
          </p:nvPr>
        </p:nvSpPr>
        <p:spPr>
          <a:xfrm>
            <a:off x="6639687" y="2899599"/>
            <a:ext cx="1371600" cy="1371600"/>
          </a:xfrm>
          <a:prstGeom prst="rect">
            <a:avLst/>
          </a:prstGeom>
          <a:noFill/>
          <a:ln>
            <a:noFill/>
          </a:ln>
        </p:spPr>
      </p:sp>
      <p:sp>
        <p:nvSpPr>
          <p:cNvPr id="424" name="Google Shape;424;p54"/>
          <p:cNvSpPr txBox="1"/>
          <p:nvPr>
            <p:ph idx="15" type="body"/>
          </p:nvPr>
        </p:nvSpPr>
        <p:spPr>
          <a:xfrm>
            <a:off x="6125337" y="4278578"/>
            <a:ext cx="2400300" cy="42814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500"/>
              <a:buNone/>
              <a:defRPr sz="15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8 pictures">
  <p:cSld name="Title and 8 pictures">
    <p:bg>
      <p:bgPr>
        <a:solidFill>
          <a:schemeClr val="lt1"/>
        </a:solidFill>
      </p:bgPr>
    </p:bg>
    <p:spTree>
      <p:nvGrpSpPr>
        <p:cNvPr id="425" name="Shape 425"/>
        <p:cNvGrpSpPr/>
        <p:nvPr/>
      </p:nvGrpSpPr>
      <p:grpSpPr>
        <a:xfrm>
          <a:off x="0" y="0"/>
          <a:ext cx="0" cy="0"/>
          <a:chOff x="0" y="0"/>
          <a:chExt cx="0" cy="0"/>
        </a:xfrm>
      </p:grpSpPr>
      <p:pic>
        <p:nvPicPr>
          <p:cNvPr id="426" name="Google Shape;426;p55"/>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427" name="Google Shape;427;p5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28" name="Google Shape;428;p5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9" name="Google Shape;429;p55"/>
          <p:cNvSpPr/>
          <p:nvPr>
            <p:ph idx="2" type="pic"/>
          </p:nvPr>
        </p:nvSpPr>
        <p:spPr>
          <a:xfrm>
            <a:off x="480060" y="871698"/>
            <a:ext cx="1714500" cy="1714500"/>
          </a:xfrm>
          <a:prstGeom prst="rect">
            <a:avLst/>
          </a:prstGeom>
          <a:noFill/>
          <a:ln>
            <a:noFill/>
          </a:ln>
        </p:spPr>
      </p:sp>
      <p:sp>
        <p:nvSpPr>
          <p:cNvPr id="430" name="Google Shape;430;p55"/>
          <p:cNvSpPr/>
          <p:nvPr>
            <p:ph idx="3" type="pic"/>
          </p:nvPr>
        </p:nvSpPr>
        <p:spPr>
          <a:xfrm>
            <a:off x="2638044" y="871698"/>
            <a:ext cx="1714500" cy="1714500"/>
          </a:xfrm>
          <a:prstGeom prst="rect">
            <a:avLst/>
          </a:prstGeom>
          <a:noFill/>
          <a:ln>
            <a:noFill/>
          </a:ln>
        </p:spPr>
      </p:sp>
      <p:sp>
        <p:nvSpPr>
          <p:cNvPr id="431" name="Google Shape;431;p55"/>
          <p:cNvSpPr/>
          <p:nvPr>
            <p:ph idx="4" type="pic"/>
          </p:nvPr>
        </p:nvSpPr>
        <p:spPr>
          <a:xfrm>
            <a:off x="4796028" y="871698"/>
            <a:ext cx="1714500" cy="1714500"/>
          </a:xfrm>
          <a:prstGeom prst="rect">
            <a:avLst/>
          </a:prstGeom>
          <a:noFill/>
          <a:ln>
            <a:noFill/>
          </a:ln>
        </p:spPr>
      </p:sp>
      <p:sp>
        <p:nvSpPr>
          <p:cNvPr id="432" name="Google Shape;432;p55"/>
          <p:cNvSpPr/>
          <p:nvPr>
            <p:ph idx="5" type="pic"/>
          </p:nvPr>
        </p:nvSpPr>
        <p:spPr>
          <a:xfrm>
            <a:off x="6954012" y="871698"/>
            <a:ext cx="1714500" cy="1714500"/>
          </a:xfrm>
          <a:prstGeom prst="rect">
            <a:avLst/>
          </a:prstGeom>
          <a:noFill/>
          <a:ln>
            <a:noFill/>
          </a:ln>
        </p:spPr>
      </p:sp>
      <p:sp>
        <p:nvSpPr>
          <p:cNvPr id="433" name="Google Shape;433;p55"/>
          <p:cNvSpPr/>
          <p:nvPr>
            <p:ph idx="6" type="pic"/>
          </p:nvPr>
        </p:nvSpPr>
        <p:spPr>
          <a:xfrm>
            <a:off x="480060" y="2904955"/>
            <a:ext cx="1714500" cy="1714500"/>
          </a:xfrm>
          <a:prstGeom prst="rect">
            <a:avLst/>
          </a:prstGeom>
          <a:noFill/>
          <a:ln>
            <a:noFill/>
          </a:ln>
        </p:spPr>
      </p:sp>
      <p:sp>
        <p:nvSpPr>
          <p:cNvPr id="434" name="Google Shape;434;p55"/>
          <p:cNvSpPr/>
          <p:nvPr>
            <p:ph idx="7" type="pic"/>
          </p:nvPr>
        </p:nvSpPr>
        <p:spPr>
          <a:xfrm>
            <a:off x="2638044" y="2904955"/>
            <a:ext cx="1714500" cy="1714500"/>
          </a:xfrm>
          <a:prstGeom prst="rect">
            <a:avLst/>
          </a:prstGeom>
          <a:noFill/>
          <a:ln>
            <a:noFill/>
          </a:ln>
        </p:spPr>
      </p:sp>
      <p:sp>
        <p:nvSpPr>
          <p:cNvPr id="435" name="Google Shape;435;p55"/>
          <p:cNvSpPr/>
          <p:nvPr>
            <p:ph idx="8" type="pic"/>
          </p:nvPr>
        </p:nvSpPr>
        <p:spPr>
          <a:xfrm>
            <a:off x="4796028" y="2904955"/>
            <a:ext cx="1714500" cy="1714500"/>
          </a:xfrm>
          <a:prstGeom prst="rect">
            <a:avLst/>
          </a:prstGeom>
          <a:noFill/>
          <a:ln>
            <a:noFill/>
          </a:ln>
        </p:spPr>
      </p:sp>
      <p:sp>
        <p:nvSpPr>
          <p:cNvPr id="436" name="Google Shape;436;p55"/>
          <p:cNvSpPr/>
          <p:nvPr>
            <p:ph idx="9" type="pic"/>
          </p:nvPr>
        </p:nvSpPr>
        <p:spPr>
          <a:xfrm>
            <a:off x="6954012" y="2904955"/>
            <a:ext cx="1714500" cy="17145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and 8 Text Columns">
  <p:cSld name="Title, 8 Sm Pics, and 8 Text Columns">
    <p:bg>
      <p:bgPr>
        <a:solidFill>
          <a:schemeClr val="lt1"/>
        </a:solidFill>
      </p:bgPr>
    </p:bg>
    <p:spTree>
      <p:nvGrpSpPr>
        <p:cNvPr id="437" name="Shape 437"/>
        <p:cNvGrpSpPr/>
        <p:nvPr/>
      </p:nvGrpSpPr>
      <p:grpSpPr>
        <a:xfrm>
          <a:off x="0" y="0"/>
          <a:ext cx="0" cy="0"/>
          <a:chOff x="0" y="0"/>
          <a:chExt cx="0" cy="0"/>
        </a:xfrm>
      </p:grpSpPr>
      <p:pic>
        <p:nvPicPr>
          <p:cNvPr id="438" name="Google Shape;438;p56"/>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439" name="Google Shape;439;p5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40" name="Google Shape;440;p56"/>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1" name="Google Shape;441;p56"/>
          <p:cNvSpPr/>
          <p:nvPr>
            <p:ph idx="2" type="pic"/>
          </p:nvPr>
        </p:nvSpPr>
        <p:spPr>
          <a:xfrm>
            <a:off x="720090" y="954705"/>
            <a:ext cx="1234440" cy="1236683"/>
          </a:xfrm>
          <a:prstGeom prst="rect">
            <a:avLst/>
          </a:prstGeom>
          <a:noFill/>
          <a:ln>
            <a:noFill/>
          </a:ln>
        </p:spPr>
      </p:sp>
      <p:sp>
        <p:nvSpPr>
          <p:cNvPr id="442" name="Google Shape;442;p56"/>
          <p:cNvSpPr txBox="1"/>
          <p:nvPr>
            <p:ph idx="1" type="body"/>
          </p:nvPr>
        </p:nvSpPr>
        <p:spPr>
          <a:xfrm>
            <a:off x="291465"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3" name="Google Shape;443;p56"/>
          <p:cNvSpPr/>
          <p:nvPr>
            <p:ph idx="3" type="pic"/>
          </p:nvPr>
        </p:nvSpPr>
        <p:spPr>
          <a:xfrm>
            <a:off x="2878074" y="954705"/>
            <a:ext cx="1234440" cy="1236683"/>
          </a:xfrm>
          <a:prstGeom prst="rect">
            <a:avLst/>
          </a:prstGeom>
          <a:noFill/>
          <a:ln>
            <a:noFill/>
          </a:ln>
        </p:spPr>
      </p:sp>
      <p:sp>
        <p:nvSpPr>
          <p:cNvPr id="444" name="Google Shape;444;p56"/>
          <p:cNvSpPr txBox="1"/>
          <p:nvPr>
            <p:ph idx="4" type="body"/>
          </p:nvPr>
        </p:nvSpPr>
        <p:spPr>
          <a:xfrm>
            <a:off x="2449449"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5" name="Google Shape;445;p56"/>
          <p:cNvSpPr/>
          <p:nvPr>
            <p:ph idx="5" type="pic"/>
          </p:nvPr>
        </p:nvSpPr>
        <p:spPr>
          <a:xfrm>
            <a:off x="5036058" y="954705"/>
            <a:ext cx="1234440" cy="1236683"/>
          </a:xfrm>
          <a:prstGeom prst="rect">
            <a:avLst/>
          </a:prstGeom>
          <a:noFill/>
          <a:ln>
            <a:noFill/>
          </a:ln>
        </p:spPr>
      </p:sp>
      <p:sp>
        <p:nvSpPr>
          <p:cNvPr id="446" name="Google Shape;446;p56"/>
          <p:cNvSpPr txBox="1"/>
          <p:nvPr>
            <p:ph idx="6" type="body"/>
          </p:nvPr>
        </p:nvSpPr>
        <p:spPr>
          <a:xfrm>
            <a:off x="4607433"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7" name="Google Shape;447;p56"/>
          <p:cNvSpPr/>
          <p:nvPr>
            <p:ph idx="7" type="pic"/>
          </p:nvPr>
        </p:nvSpPr>
        <p:spPr>
          <a:xfrm>
            <a:off x="7194042" y="954705"/>
            <a:ext cx="1234440" cy="1236683"/>
          </a:xfrm>
          <a:prstGeom prst="rect">
            <a:avLst/>
          </a:prstGeom>
          <a:noFill/>
          <a:ln>
            <a:noFill/>
          </a:ln>
        </p:spPr>
      </p:sp>
      <p:sp>
        <p:nvSpPr>
          <p:cNvPr id="448" name="Google Shape;448;p56"/>
          <p:cNvSpPr txBox="1"/>
          <p:nvPr>
            <p:ph idx="8" type="body"/>
          </p:nvPr>
        </p:nvSpPr>
        <p:spPr>
          <a:xfrm>
            <a:off x="6765417" y="2232405"/>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9" name="Google Shape;449;p56"/>
          <p:cNvSpPr/>
          <p:nvPr>
            <p:ph idx="9" type="pic"/>
          </p:nvPr>
        </p:nvSpPr>
        <p:spPr>
          <a:xfrm>
            <a:off x="720090" y="2860931"/>
            <a:ext cx="1234440" cy="1236683"/>
          </a:xfrm>
          <a:prstGeom prst="rect">
            <a:avLst/>
          </a:prstGeom>
          <a:noFill/>
          <a:ln>
            <a:noFill/>
          </a:ln>
        </p:spPr>
      </p:sp>
      <p:sp>
        <p:nvSpPr>
          <p:cNvPr id="450" name="Google Shape;450;p56"/>
          <p:cNvSpPr txBox="1"/>
          <p:nvPr>
            <p:ph idx="13" type="body"/>
          </p:nvPr>
        </p:nvSpPr>
        <p:spPr>
          <a:xfrm>
            <a:off x="291465"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1" name="Google Shape;451;p56"/>
          <p:cNvSpPr/>
          <p:nvPr>
            <p:ph idx="14" type="pic"/>
          </p:nvPr>
        </p:nvSpPr>
        <p:spPr>
          <a:xfrm>
            <a:off x="2878074" y="2860931"/>
            <a:ext cx="1234440" cy="1236683"/>
          </a:xfrm>
          <a:prstGeom prst="rect">
            <a:avLst/>
          </a:prstGeom>
          <a:noFill/>
          <a:ln>
            <a:noFill/>
          </a:ln>
        </p:spPr>
      </p:sp>
      <p:sp>
        <p:nvSpPr>
          <p:cNvPr id="452" name="Google Shape;452;p56"/>
          <p:cNvSpPr txBox="1"/>
          <p:nvPr>
            <p:ph idx="15" type="body"/>
          </p:nvPr>
        </p:nvSpPr>
        <p:spPr>
          <a:xfrm>
            <a:off x="2449449"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3" name="Google Shape;453;p56"/>
          <p:cNvSpPr/>
          <p:nvPr>
            <p:ph idx="16" type="pic"/>
          </p:nvPr>
        </p:nvSpPr>
        <p:spPr>
          <a:xfrm>
            <a:off x="5036058" y="2860931"/>
            <a:ext cx="1234440" cy="1236683"/>
          </a:xfrm>
          <a:prstGeom prst="rect">
            <a:avLst/>
          </a:prstGeom>
          <a:noFill/>
          <a:ln>
            <a:noFill/>
          </a:ln>
        </p:spPr>
      </p:sp>
      <p:sp>
        <p:nvSpPr>
          <p:cNvPr id="454" name="Google Shape;454;p56"/>
          <p:cNvSpPr txBox="1"/>
          <p:nvPr>
            <p:ph idx="17" type="body"/>
          </p:nvPr>
        </p:nvSpPr>
        <p:spPr>
          <a:xfrm>
            <a:off x="4607433"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5" name="Google Shape;455;p56"/>
          <p:cNvSpPr/>
          <p:nvPr>
            <p:ph idx="18" type="pic"/>
          </p:nvPr>
        </p:nvSpPr>
        <p:spPr>
          <a:xfrm>
            <a:off x="7194042" y="2860931"/>
            <a:ext cx="1234440" cy="1236683"/>
          </a:xfrm>
          <a:prstGeom prst="rect">
            <a:avLst/>
          </a:prstGeom>
          <a:noFill/>
          <a:ln>
            <a:noFill/>
          </a:ln>
        </p:spPr>
      </p:sp>
      <p:sp>
        <p:nvSpPr>
          <p:cNvPr id="456" name="Google Shape;456;p56"/>
          <p:cNvSpPr txBox="1"/>
          <p:nvPr>
            <p:ph idx="19" type="body"/>
          </p:nvPr>
        </p:nvSpPr>
        <p:spPr>
          <a:xfrm>
            <a:off x="6765417" y="4138631"/>
            <a:ext cx="2091690" cy="411480"/>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b="0" sz="1200">
                <a:solidFill>
                  <a:srgbClr val="232F3E"/>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8 Headers, and 8 Text Columns">
  <p:cSld name="Title, 8 Sm Pics, 8 Headers, and 8 Text Columns">
    <p:bg>
      <p:bgPr>
        <a:solidFill>
          <a:schemeClr val="lt1"/>
        </a:solidFill>
      </p:bgPr>
    </p:bg>
    <p:spTree>
      <p:nvGrpSpPr>
        <p:cNvPr id="457" name="Shape 457"/>
        <p:cNvGrpSpPr/>
        <p:nvPr/>
      </p:nvGrpSpPr>
      <p:grpSpPr>
        <a:xfrm>
          <a:off x="0" y="0"/>
          <a:ext cx="0" cy="0"/>
          <a:chOff x="0" y="0"/>
          <a:chExt cx="0" cy="0"/>
        </a:xfrm>
      </p:grpSpPr>
      <p:grpSp>
        <p:nvGrpSpPr>
          <p:cNvPr id="458" name="Google Shape;458;p57"/>
          <p:cNvGrpSpPr/>
          <p:nvPr/>
        </p:nvGrpSpPr>
        <p:grpSpPr>
          <a:xfrm>
            <a:off x="274319" y="771283"/>
            <a:ext cx="8613648" cy="3593662"/>
            <a:chOff x="365759" y="1028377"/>
            <a:chExt cx="11484864" cy="4791549"/>
          </a:xfrm>
        </p:grpSpPr>
        <p:pic>
          <p:nvPicPr>
            <p:cNvPr id="459" name="Google Shape;459;p57"/>
            <p:cNvPicPr preferRelativeResize="0"/>
            <p:nvPr/>
          </p:nvPicPr>
          <p:blipFill rotWithShape="1">
            <a:blip r:embed="rId2">
              <a:alphaModFix/>
            </a:blip>
            <a:srcRect b="0" l="0" r="0" t="0"/>
            <a:stretch/>
          </p:blipFill>
          <p:spPr>
            <a:xfrm>
              <a:off x="388620" y="2816120"/>
              <a:ext cx="11443716" cy="320040"/>
            </a:xfrm>
            <a:prstGeom prst="rect">
              <a:avLst/>
            </a:prstGeom>
            <a:noFill/>
            <a:ln>
              <a:noFill/>
            </a:ln>
          </p:spPr>
        </p:pic>
        <p:pic>
          <p:nvPicPr>
            <p:cNvPr id="460" name="Google Shape;460;p57"/>
            <p:cNvPicPr preferRelativeResize="0"/>
            <p:nvPr/>
          </p:nvPicPr>
          <p:blipFill rotWithShape="1">
            <a:blip r:embed="rId2">
              <a:alphaModFix/>
            </a:blip>
            <a:srcRect b="0" l="0" r="0" t="0"/>
            <a:stretch/>
          </p:blipFill>
          <p:spPr>
            <a:xfrm>
              <a:off x="388620" y="5499886"/>
              <a:ext cx="11443716" cy="320040"/>
            </a:xfrm>
            <a:prstGeom prst="rect">
              <a:avLst/>
            </a:prstGeom>
            <a:noFill/>
            <a:ln>
              <a:noFill/>
            </a:ln>
          </p:spPr>
        </p:pic>
        <p:pic>
          <p:nvPicPr>
            <p:cNvPr id="461" name="Google Shape;461;p57"/>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462" name="Google Shape;462;p5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63" name="Google Shape;463;p57"/>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4" name="Google Shape;464;p57"/>
          <p:cNvSpPr/>
          <p:nvPr>
            <p:ph idx="2" type="pic"/>
          </p:nvPr>
        </p:nvSpPr>
        <p:spPr>
          <a:xfrm>
            <a:off x="720090" y="834390"/>
            <a:ext cx="1234440" cy="1236683"/>
          </a:xfrm>
          <a:prstGeom prst="rect">
            <a:avLst/>
          </a:prstGeom>
          <a:noFill/>
          <a:ln>
            <a:noFill/>
          </a:ln>
        </p:spPr>
      </p:sp>
      <p:sp>
        <p:nvSpPr>
          <p:cNvPr id="465" name="Google Shape;465;p57"/>
          <p:cNvSpPr txBox="1"/>
          <p:nvPr>
            <p:ph idx="1" type="body"/>
          </p:nvPr>
        </p:nvSpPr>
        <p:spPr>
          <a:xfrm>
            <a:off x="291465"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6" name="Google Shape;466;p57"/>
          <p:cNvSpPr txBox="1"/>
          <p:nvPr>
            <p:ph idx="3" type="body"/>
          </p:nvPr>
        </p:nvSpPr>
        <p:spPr>
          <a:xfrm>
            <a:off x="291465"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7" name="Google Shape;467;p57"/>
          <p:cNvSpPr/>
          <p:nvPr>
            <p:ph idx="4" type="pic"/>
          </p:nvPr>
        </p:nvSpPr>
        <p:spPr>
          <a:xfrm>
            <a:off x="2878074" y="834390"/>
            <a:ext cx="1234440" cy="1236683"/>
          </a:xfrm>
          <a:prstGeom prst="rect">
            <a:avLst/>
          </a:prstGeom>
          <a:noFill/>
          <a:ln>
            <a:noFill/>
          </a:ln>
        </p:spPr>
      </p:sp>
      <p:sp>
        <p:nvSpPr>
          <p:cNvPr id="468" name="Google Shape;468;p57"/>
          <p:cNvSpPr txBox="1"/>
          <p:nvPr>
            <p:ph idx="5" type="body"/>
          </p:nvPr>
        </p:nvSpPr>
        <p:spPr>
          <a:xfrm>
            <a:off x="2449449"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9" name="Google Shape;469;p57"/>
          <p:cNvSpPr txBox="1"/>
          <p:nvPr>
            <p:ph idx="6" type="body"/>
          </p:nvPr>
        </p:nvSpPr>
        <p:spPr>
          <a:xfrm>
            <a:off x="2449449"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0" name="Google Shape;470;p57"/>
          <p:cNvSpPr/>
          <p:nvPr>
            <p:ph idx="7" type="pic"/>
          </p:nvPr>
        </p:nvSpPr>
        <p:spPr>
          <a:xfrm>
            <a:off x="5036058" y="834390"/>
            <a:ext cx="1234440" cy="1236683"/>
          </a:xfrm>
          <a:prstGeom prst="rect">
            <a:avLst/>
          </a:prstGeom>
          <a:noFill/>
          <a:ln>
            <a:noFill/>
          </a:ln>
        </p:spPr>
      </p:sp>
      <p:sp>
        <p:nvSpPr>
          <p:cNvPr id="471" name="Google Shape;471;p57"/>
          <p:cNvSpPr txBox="1"/>
          <p:nvPr>
            <p:ph idx="8" type="body"/>
          </p:nvPr>
        </p:nvSpPr>
        <p:spPr>
          <a:xfrm>
            <a:off x="4607433"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2" name="Google Shape;472;p57"/>
          <p:cNvSpPr txBox="1"/>
          <p:nvPr>
            <p:ph idx="9" type="body"/>
          </p:nvPr>
        </p:nvSpPr>
        <p:spPr>
          <a:xfrm>
            <a:off x="4607433"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3" name="Google Shape;473;p57"/>
          <p:cNvSpPr/>
          <p:nvPr>
            <p:ph idx="13" type="pic"/>
          </p:nvPr>
        </p:nvSpPr>
        <p:spPr>
          <a:xfrm>
            <a:off x="7194042" y="834390"/>
            <a:ext cx="1234440" cy="1236683"/>
          </a:xfrm>
          <a:prstGeom prst="rect">
            <a:avLst/>
          </a:prstGeom>
          <a:noFill/>
          <a:ln>
            <a:noFill/>
          </a:ln>
        </p:spPr>
      </p:sp>
      <p:sp>
        <p:nvSpPr>
          <p:cNvPr id="474" name="Google Shape;474;p57"/>
          <p:cNvSpPr txBox="1"/>
          <p:nvPr>
            <p:ph idx="14" type="body"/>
          </p:nvPr>
        </p:nvSpPr>
        <p:spPr>
          <a:xfrm>
            <a:off x="6765417" y="2112090"/>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5" name="Google Shape;475;p57"/>
          <p:cNvSpPr txBox="1"/>
          <p:nvPr>
            <p:ph idx="15" type="body"/>
          </p:nvPr>
        </p:nvSpPr>
        <p:spPr>
          <a:xfrm>
            <a:off x="6765417" y="2386410"/>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6" name="Google Shape;476;p57"/>
          <p:cNvSpPr/>
          <p:nvPr>
            <p:ph idx="16" type="pic"/>
          </p:nvPr>
        </p:nvSpPr>
        <p:spPr>
          <a:xfrm>
            <a:off x="720090" y="2860931"/>
            <a:ext cx="1234440" cy="1236683"/>
          </a:xfrm>
          <a:prstGeom prst="rect">
            <a:avLst/>
          </a:prstGeom>
          <a:noFill/>
          <a:ln>
            <a:noFill/>
          </a:ln>
        </p:spPr>
      </p:sp>
      <p:sp>
        <p:nvSpPr>
          <p:cNvPr id="477" name="Google Shape;477;p57"/>
          <p:cNvSpPr txBox="1"/>
          <p:nvPr>
            <p:ph idx="17" type="body"/>
          </p:nvPr>
        </p:nvSpPr>
        <p:spPr>
          <a:xfrm>
            <a:off x="291465"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8" name="Google Shape;478;p57"/>
          <p:cNvSpPr txBox="1"/>
          <p:nvPr>
            <p:ph idx="18" type="body"/>
          </p:nvPr>
        </p:nvSpPr>
        <p:spPr>
          <a:xfrm>
            <a:off x="291465"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9" name="Google Shape;479;p57"/>
          <p:cNvSpPr/>
          <p:nvPr>
            <p:ph idx="19" type="pic"/>
          </p:nvPr>
        </p:nvSpPr>
        <p:spPr>
          <a:xfrm>
            <a:off x="2878074" y="2860931"/>
            <a:ext cx="1234440" cy="1236683"/>
          </a:xfrm>
          <a:prstGeom prst="rect">
            <a:avLst/>
          </a:prstGeom>
          <a:noFill/>
          <a:ln>
            <a:noFill/>
          </a:ln>
        </p:spPr>
      </p:sp>
      <p:sp>
        <p:nvSpPr>
          <p:cNvPr id="480" name="Google Shape;480;p57"/>
          <p:cNvSpPr txBox="1"/>
          <p:nvPr>
            <p:ph idx="20" type="body"/>
          </p:nvPr>
        </p:nvSpPr>
        <p:spPr>
          <a:xfrm>
            <a:off x="2449449"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1" name="Google Shape;481;p57"/>
          <p:cNvSpPr txBox="1"/>
          <p:nvPr>
            <p:ph idx="21" type="body"/>
          </p:nvPr>
        </p:nvSpPr>
        <p:spPr>
          <a:xfrm>
            <a:off x="2449449"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2" name="Google Shape;482;p57"/>
          <p:cNvSpPr/>
          <p:nvPr>
            <p:ph idx="22" type="pic"/>
          </p:nvPr>
        </p:nvSpPr>
        <p:spPr>
          <a:xfrm>
            <a:off x="5036058" y="2860931"/>
            <a:ext cx="1234440" cy="1236683"/>
          </a:xfrm>
          <a:prstGeom prst="rect">
            <a:avLst/>
          </a:prstGeom>
          <a:noFill/>
          <a:ln>
            <a:noFill/>
          </a:ln>
        </p:spPr>
      </p:sp>
      <p:sp>
        <p:nvSpPr>
          <p:cNvPr id="483" name="Google Shape;483;p57"/>
          <p:cNvSpPr txBox="1"/>
          <p:nvPr>
            <p:ph idx="23" type="body"/>
          </p:nvPr>
        </p:nvSpPr>
        <p:spPr>
          <a:xfrm>
            <a:off x="4607433"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4" name="Google Shape;484;p57"/>
          <p:cNvSpPr txBox="1"/>
          <p:nvPr>
            <p:ph idx="24" type="body"/>
          </p:nvPr>
        </p:nvSpPr>
        <p:spPr>
          <a:xfrm>
            <a:off x="4607433"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5" name="Google Shape;485;p57"/>
          <p:cNvSpPr/>
          <p:nvPr>
            <p:ph idx="25" type="pic"/>
          </p:nvPr>
        </p:nvSpPr>
        <p:spPr>
          <a:xfrm>
            <a:off x="7194042" y="2860931"/>
            <a:ext cx="1234440" cy="1236683"/>
          </a:xfrm>
          <a:prstGeom prst="rect">
            <a:avLst/>
          </a:prstGeom>
          <a:noFill/>
          <a:ln>
            <a:noFill/>
          </a:ln>
        </p:spPr>
      </p:sp>
      <p:sp>
        <p:nvSpPr>
          <p:cNvPr id="486" name="Google Shape;486;p57"/>
          <p:cNvSpPr txBox="1"/>
          <p:nvPr>
            <p:ph idx="26" type="body"/>
          </p:nvPr>
        </p:nvSpPr>
        <p:spPr>
          <a:xfrm>
            <a:off x="6765417" y="4138631"/>
            <a:ext cx="2091690" cy="226314"/>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0"/>
              </a:spcBef>
              <a:spcAft>
                <a:spcPts val="0"/>
              </a:spcAft>
              <a:buClr>
                <a:schemeClr val="lt1"/>
              </a:buClr>
              <a:buSzPts val="1200"/>
              <a:buNone/>
              <a:defRPr b="0" sz="1200">
                <a:solidFill>
                  <a:schemeClr val="lt1"/>
                </a:solidFill>
                <a:latin typeface="Play"/>
                <a:ea typeface="Play"/>
                <a:cs typeface="Play"/>
                <a:sym typeface="Play"/>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7" name="Google Shape;487;p57"/>
          <p:cNvSpPr txBox="1"/>
          <p:nvPr>
            <p:ph idx="27" type="body"/>
          </p:nvPr>
        </p:nvSpPr>
        <p:spPr>
          <a:xfrm>
            <a:off x="6765417" y="4398681"/>
            <a:ext cx="2091690" cy="428144"/>
          </a:xfrm>
          <a:prstGeom prst="rect">
            <a:avLst/>
          </a:prstGeom>
          <a:noFill/>
          <a:ln>
            <a:noFill/>
          </a:ln>
        </p:spPr>
        <p:txBody>
          <a:bodyPr anchorCtr="0" anchor="t" bIns="34275" lIns="68575" spcFirstLastPara="1" rIns="68575" wrap="square" tIns="34275">
            <a:noAutofit/>
          </a:bodyPr>
          <a:lstStyle>
            <a:lvl1pPr indent="-228600" lvl="0" marL="457200" algn="ctr">
              <a:lnSpc>
                <a:spcPct val="100000"/>
              </a:lnSpc>
              <a:spcBef>
                <a:spcPts val="0"/>
              </a:spcBef>
              <a:spcAft>
                <a:spcPts val="0"/>
              </a:spcAft>
              <a:buClr>
                <a:srgbClr val="232F3E"/>
              </a:buClr>
              <a:buSzPts val="1200"/>
              <a:buNone/>
              <a:defRPr sz="1200">
                <a:solidFill>
                  <a:srgbClr val="232F3E"/>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81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p:cSld name="Small Title and Architecture">
    <p:bg>
      <p:bgPr>
        <a:solidFill>
          <a:schemeClr val="lt1"/>
        </a:solidFill>
      </p:bgPr>
    </p:bg>
    <p:spTree>
      <p:nvGrpSpPr>
        <p:cNvPr id="488" name="Shape 488"/>
        <p:cNvGrpSpPr/>
        <p:nvPr/>
      </p:nvGrpSpPr>
      <p:grpSpPr>
        <a:xfrm>
          <a:off x="0" y="0"/>
          <a:ext cx="0" cy="0"/>
          <a:chOff x="0" y="0"/>
          <a:chExt cx="0" cy="0"/>
        </a:xfrm>
      </p:grpSpPr>
      <p:sp>
        <p:nvSpPr>
          <p:cNvPr id="489" name="Google Shape;489;p5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pic>
        <p:nvPicPr>
          <p:cNvPr id="490" name="Google Shape;490;p58"/>
          <p:cNvPicPr preferRelativeResize="0"/>
          <p:nvPr/>
        </p:nvPicPr>
        <p:blipFill rotWithShape="1">
          <a:blip r:embed="rId2">
            <a:alphaModFix/>
          </a:blip>
          <a:srcRect b="0" l="0" r="0" t="0"/>
          <a:stretch/>
        </p:blipFill>
        <p:spPr>
          <a:xfrm>
            <a:off x="274319" y="433738"/>
            <a:ext cx="8613648" cy="34290"/>
          </a:xfrm>
          <a:prstGeom prst="rect">
            <a:avLst/>
          </a:prstGeom>
          <a:noFill/>
          <a:ln>
            <a:noFill/>
          </a:ln>
        </p:spPr>
      </p:pic>
      <p:sp>
        <p:nvSpPr>
          <p:cNvPr id="491" name="Google Shape;491;p58"/>
          <p:cNvSpPr txBox="1"/>
          <p:nvPr>
            <p:ph type="title"/>
          </p:nvPr>
        </p:nvSpPr>
        <p:spPr>
          <a:xfrm>
            <a:off x="274320" y="224644"/>
            <a:ext cx="8599932" cy="217193"/>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232F3E"/>
              </a:buClr>
              <a:buSzPts val="1200"/>
              <a:buFont typeface="Play"/>
              <a:buNone/>
              <a:defRPr sz="12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Bleed Image">
  <p:cSld name="Title and Full Bleed Image">
    <p:bg>
      <p:bgPr>
        <a:solidFill>
          <a:schemeClr val="lt1"/>
        </a:solidFill>
      </p:bgPr>
    </p:bg>
    <p:spTree>
      <p:nvGrpSpPr>
        <p:cNvPr id="492" name="Shape 492"/>
        <p:cNvGrpSpPr/>
        <p:nvPr/>
      </p:nvGrpSpPr>
      <p:grpSpPr>
        <a:xfrm>
          <a:off x="0" y="0"/>
          <a:ext cx="0" cy="0"/>
          <a:chOff x="0" y="0"/>
          <a:chExt cx="0" cy="0"/>
        </a:xfrm>
      </p:grpSpPr>
      <p:sp>
        <p:nvSpPr>
          <p:cNvPr id="493" name="Google Shape;493;p5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94" name="Google Shape;494;p59"/>
          <p:cNvSpPr txBox="1"/>
          <p:nvPr>
            <p:ph type="title"/>
          </p:nvPr>
        </p:nvSpPr>
        <p:spPr>
          <a:xfrm>
            <a:off x="0" y="115683"/>
            <a:ext cx="9144000" cy="217193"/>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1200"/>
              <a:buFont typeface="Play"/>
              <a:buNone/>
              <a:defRPr sz="12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95" name="Google Shape;495;p59"/>
          <p:cNvSpPr/>
          <p:nvPr>
            <p:ph idx="2" type="pic"/>
          </p:nvPr>
        </p:nvSpPr>
        <p:spPr>
          <a:xfrm>
            <a:off x="0" y="333374"/>
            <a:ext cx="9144000" cy="4484449"/>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Question" showMasterSp="0">
  <p:cSld name="KC-Vertical-Question">
    <p:bg>
      <p:bgPr>
        <a:blipFill>
          <a:blip r:embed="rId2">
            <a:alphaModFix/>
          </a:blip>
          <a:stretch>
            <a:fillRect/>
          </a:stretch>
        </a:blipFill>
      </p:bgPr>
    </p:bg>
    <p:spTree>
      <p:nvGrpSpPr>
        <p:cNvPr id="496" name="Shape 496"/>
        <p:cNvGrpSpPr/>
        <p:nvPr/>
      </p:nvGrpSpPr>
      <p:grpSpPr>
        <a:xfrm>
          <a:off x="0" y="0"/>
          <a:ext cx="0" cy="0"/>
          <a:chOff x="0" y="0"/>
          <a:chExt cx="0" cy="0"/>
        </a:xfrm>
      </p:grpSpPr>
      <p:sp>
        <p:nvSpPr>
          <p:cNvPr id="497" name="Google Shape;497;p6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498" name="Google Shape;498;p60"/>
          <p:cNvSpPr txBox="1"/>
          <p:nvPr>
            <p:ph type="title"/>
          </p:nvPr>
        </p:nvSpPr>
        <p:spPr>
          <a:xfrm>
            <a:off x="274320" y="224645"/>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99" name="Google Shape;499;p60"/>
          <p:cNvSpPr txBox="1"/>
          <p:nvPr>
            <p:ph idx="1" type="body"/>
          </p:nvPr>
        </p:nvSpPr>
        <p:spPr>
          <a:xfrm>
            <a:off x="274320" y="779860"/>
            <a:ext cx="3121819" cy="4055269"/>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chemeClr val="lt1"/>
              </a:buClr>
              <a:buSzPts val="1800"/>
              <a:buFont typeface="Arial"/>
              <a:buNone/>
              <a:defRPr sz="1800">
                <a:solidFill>
                  <a:schemeClr val="lt1"/>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0" name="Google Shape;500;p60"/>
          <p:cNvSpPr txBox="1"/>
          <p:nvPr>
            <p:ph idx="2" type="body"/>
          </p:nvPr>
        </p:nvSpPr>
        <p:spPr>
          <a:xfrm>
            <a:off x="3389710" y="775097"/>
            <a:ext cx="694134" cy="241697"/>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1" name="Google Shape;501;p60"/>
          <p:cNvSpPr txBox="1"/>
          <p:nvPr>
            <p:ph idx="3" type="body"/>
          </p:nvPr>
        </p:nvSpPr>
        <p:spPr>
          <a:xfrm>
            <a:off x="4083844" y="779860"/>
            <a:ext cx="2253854" cy="236934"/>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2" name="Google Shape;502;p60"/>
          <p:cNvSpPr txBox="1"/>
          <p:nvPr>
            <p:ph idx="4" type="body"/>
          </p:nvPr>
        </p:nvSpPr>
        <p:spPr>
          <a:xfrm>
            <a:off x="3397757" y="1008126"/>
            <a:ext cx="686086"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3" name="Google Shape;503;p60"/>
          <p:cNvSpPr txBox="1"/>
          <p:nvPr>
            <p:ph idx="5" type="body"/>
          </p:nvPr>
        </p:nvSpPr>
        <p:spPr>
          <a:xfrm>
            <a:off x="4073652" y="100812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4" name="Google Shape;504;p60"/>
          <p:cNvSpPr txBox="1"/>
          <p:nvPr>
            <p:ph idx="6" type="body"/>
          </p:nvPr>
        </p:nvSpPr>
        <p:spPr>
          <a:xfrm>
            <a:off x="3394710" y="1645920"/>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5" name="Google Shape;505;p60"/>
          <p:cNvSpPr txBox="1"/>
          <p:nvPr>
            <p:ph idx="7" type="body"/>
          </p:nvPr>
        </p:nvSpPr>
        <p:spPr>
          <a:xfrm>
            <a:off x="4073652" y="1645920"/>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6" name="Google Shape;506;p60"/>
          <p:cNvSpPr txBox="1"/>
          <p:nvPr>
            <p:ph idx="8" type="body"/>
          </p:nvPr>
        </p:nvSpPr>
        <p:spPr>
          <a:xfrm>
            <a:off x="3394710" y="2276856"/>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7" name="Google Shape;507;p60"/>
          <p:cNvSpPr txBox="1"/>
          <p:nvPr>
            <p:ph idx="9" type="body"/>
          </p:nvPr>
        </p:nvSpPr>
        <p:spPr>
          <a:xfrm>
            <a:off x="4073652" y="227685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8" name="Google Shape;508;p60"/>
          <p:cNvSpPr txBox="1"/>
          <p:nvPr>
            <p:ph idx="13" type="body"/>
          </p:nvPr>
        </p:nvSpPr>
        <p:spPr>
          <a:xfrm>
            <a:off x="3394710" y="2907792"/>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9" name="Google Shape;509;p60"/>
          <p:cNvSpPr txBox="1"/>
          <p:nvPr>
            <p:ph idx="14" type="body"/>
          </p:nvPr>
        </p:nvSpPr>
        <p:spPr>
          <a:xfrm>
            <a:off x="4073652" y="290779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0" name="Google Shape;510;p60"/>
          <p:cNvSpPr txBox="1"/>
          <p:nvPr>
            <p:ph idx="15" type="body"/>
          </p:nvPr>
        </p:nvSpPr>
        <p:spPr>
          <a:xfrm>
            <a:off x="3394710" y="3545586"/>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1" name="Google Shape;511;p60"/>
          <p:cNvSpPr txBox="1"/>
          <p:nvPr>
            <p:ph idx="16" type="body"/>
          </p:nvPr>
        </p:nvSpPr>
        <p:spPr>
          <a:xfrm>
            <a:off x="4073652" y="354558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2" name="Google Shape;512;p60"/>
          <p:cNvSpPr txBox="1"/>
          <p:nvPr>
            <p:ph idx="17" type="body"/>
          </p:nvPr>
        </p:nvSpPr>
        <p:spPr>
          <a:xfrm>
            <a:off x="3394710" y="4176522"/>
            <a:ext cx="685800" cy="60350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3" name="Google Shape;513;p60"/>
          <p:cNvSpPr txBox="1"/>
          <p:nvPr>
            <p:ph idx="18" type="body"/>
          </p:nvPr>
        </p:nvSpPr>
        <p:spPr>
          <a:xfrm>
            <a:off x="4073652" y="417652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514" name="Google Shape;514;p60"/>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Option2">
  <p:cSld name="KC-Vert-Option2">
    <p:bg>
      <p:bgPr>
        <a:blipFill>
          <a:blip r:embed="rId2">
            <a:alphaModFix/>
          </a:blip>
          <a:stretch>
            <a:fillRect/>
          </a:stretch>
        </a:blipFill>
      </p:bgPr>
    </p:bg>
    <p:spTree>
      <p:nvGrpSpPr>
        <p:cNvPr id="515" name="Shape 515"/>
        <p:cNvGrpSpPr/>
        <p:nvPr/>
      </p:nvGrpSpPr>
      <p:grpSpPr>
        <a:xfrm>
          <a:off x="0" y="0"/>
          <a:ext cx="0" cy="0"/>
          <a:chOff x="0" y="0"/>
          <a:chExt cx="0" cy="0"/>
        </a:xfrm>
      </p:grpSpPr>
      <p:sp>
        <p:nvSpPr>
          <p:cNvPr id="516" name="Google Shape;516;p6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17" name="Google Shape;517;p61"/>
          <p:cNvSpPr txBox="1"/>
          <p:nvPr>
            <p:ph type="title"/>
          </p:nvPr>
        </p:nvSpPr>
        <p:spPr>
          <a:xfrm>
            <a:off x="274320" y="224645"/>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8" name="Google Shape;518;p61"/>
          <p:cNvSpPr txBox="1"/>
          <p:nvPr>
            <p:ph idx="1" type="body"/>
          </p:nvPr>
        </p:nvSpPr>
        <p:spPr>
          <a:xfrm>
            <a:off x="274320" y="779860"/>
            <a:ext cx="3121819" cy="4055269"/>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0"/>
              </a:spcBef>
              <a:spcAft>
                <a:spcPts val="0"/>
              </a:spcAft>
              <a:buClr>
                <a:srgbClr val="232F3E"/>
              </a:buClr>
              <a:buSzPts val="1800"/>
              <a:buNone/>
              <a:defRPr sz="1800">
                <a:solidFill>
                  <a:srgbClr val="232F3E"/>
                </a:solidFill>
              </a:defRPr>
            </a:lvl1pPr>
            <a:lvl2pPr indent="-323850" lvl="1" marL="914400" algn="l">
              <a:lnSpc>
                <a:spcPct val="90000"/>
              </a:lnSpc>
              <a:spcBef>
                <a:spcPts val="900"/>
              </a:spcBef>
              <a:spcAft>
                <a:spcPts val="0"/>
              </a:spcAft>
              <a:buClr>
                <a:srgbClr val="232F3E"/>
              </a:buClr>
              <a:buSzPts val="1500"/>
              <a:buChar char="•"/>
              <a:defRPr sz="1500"/>
            </a:lvl2pPr>
            <a:lvl3pPr indent="-317500" lvl="2" marL="1371600" algn="l">
              <a:lnSpc>
                <a:spcPct val="90000"/>
              </a:lnSpc>
              <a:spcBef>
                <a:spcPts val="900"/>
              </a:spcBef>
              <a:spcAft>
                <a:spcPts val="0"/>
              </a:spcAft>
              <a:buClr>
                <a:srgbClr val="232F3E"/>
              </a:buClr>
              <a:buSzPts val="1400"/>
              <a:buChar char="•"/>
              <a:defRPr sz="1400"/>
            </a:lvl3pPr>
            <a:lvl4pPr indent="-304800" lvl="3" marL="1828800" algn="l">
              <a:lnSpc>
                <a:spcPct val="90000"/>
              </a:lnSpc>
              <a:spcBef>
                <a:spcPts val="900"/>
              </a:spcBef>
              <a:spcAft>
                <a:spcPts val="0"/>
              </a:spcAft>
              <a:buClr>
                <a:srgbClr val="232F3E"/>
              </a:buClr>
              <a:buSzPts val="1200"/>
              <a:buChar char="•"/>
              <a:defRPr sz="1200"/>
            </a:lvl4pPr>
            <a:lvl5pPr indent="-304800" lvl="4" marL="2286000" algn="l">
              <a:lnSpc>
                <a:spcPct val="90000"/>
              </a:lnSpc>
              <a:spcBef>
                <a:spcPts val="900"/>
              </a:spcBef>
              <a:spcAft>
                <a:spcPts val="0"/>
              </a:spcAft>
              <a:buClr>
                <a:srgbClr val="232F3E"/>
              </a:buClr>
              <a:buSzPts val="1200"/>
              <a:buChar char="•"/>
              <a:defRPr sz="1200"/>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9" name="Google Shape;519;p61"/>
          <p:cNvSpPr txBox="1"/>
          <p:nvPr>
            <p:ph idx="2" type="body"/>
          </p:nvPr>
        </p:nvSpPr>
        <p:spPr>
          <a:xfrm>
            <a:off x="3389710" y="775097"/>
            <a:ext cx="694134" cy="241697"/>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0" name="Google Shape;520;p61"/>
          <p:cNvSpPr txBox="1"/>
          <p:nvPr>
            <p:ph idx="3" type="body"/>
          </p:nvPr>
        </p:nvSpPr>
        <p:spPr>
          <a:xfrm>
            <a:off x="4083844" y="779860"/>
            <a:ext cx="2253854" cy="236934"/>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b="1" sz="14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1" name="Google Shape;521;p61"/>
          <p:cNvSpPr txBox="1"/>
          <p:nvPr>
            <p:ph idx="4" type="body"/>
          </p:nvPr>
        </p:nvSpPr>
        <p:spPr>
          <a:xfrm>
            <a:off x="3397757" y="1008126"/>
            <a:ext cx="686086"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2" name="Google Shape;522;p61"/>
          <p:cNvSpPr txBox="1"/>
          <p:nvPr>
            <p:ph idx="5" type="body"/>
          </p:nvPr>
        </p:nvSpPr>
        <p:spPr>
          <a:xfrm>
            <a:off x="4073652" y="100812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3" name="Google Shape;523;p61"/>
          <p:cNvSpPr txBox="1"/>
          <p:nvPr>
            <p:ph idx="6" type="body"/>
          </p:nvPr>
        </p:nvSpPr>
        <p:spPr>
          <a:xfrm>
            <a:off x="3394710" y="1645920"/>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4" name="Google Shape;524;p61"/>
          <p:cNvSpPr txBox="1"/>
          <p:nvPr>
            <p:ph idx="7" type="body"/>
          </p:nvPr>
        </p:nvSpPr>
        <p:spPr>
          <a:xfrm>
            <a:off x="4073652" y="1645920"/>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5" name="Google Shape;525;p61"/>
          <p:cNvSpPr txBox="1"/>
          <p:nvPr>
            <p:ph idx="8" type="body"/>
          </p:nvPr>
        </p:nvSpPr>
        <p:spPr>
          <a:xfrm>
            <a:off x="3394710" y="2276856"/>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6" name="Google Shape;526;p61"/>
          <p:cNvSpPr txBox="1"/>
          <p:nvPr>
            <p:ph idx="9" type="body"/>
          </p:nvPr>
        </p:nvSpPr>
        <p:spPr>
          <a:xfrm>
            <a:off x="4073652" y="227685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7" name="Google Shape;527;p61"/>
          <p:cNvSpPr txBox="1"/>
          <p:nvPr>
            <p:ph idx="13" type="body"/>
          </p:nvPr>
        </p:nvSpPr>
        <p:spPr>
          <a:xfrm>
            <a:off x="3394710" y="2907792"/>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8" name="Google Shape;528;p61"/>
          <p:cNvSpPr txBox="1"/>
          <p:nvPr>
            <p:ph idx="14" type="body"/>
          </p:nvPr>
        </p:nvSpPr>
        <p:spPr>
          <a:xfrm>
            <a:off x="4073652" y="290779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9" name="Google Shape;529;p61"/>
          <p:cNvSpPr txBox="1"/>
          <p:nvPr>
            <p:ph idx="15" type="body"/>
          </p:nvPr>
        </p:nvSpPr>
        <p:spPr>
          <a:xfrm>
            <a:off x="3394710" y="3545586"/>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0" name="Google Shape;530;p61"/>
          <p:cNvSpPr txBox="1"/>
          <p:nvPr>
            <p:ph idx="16" type="body"/>
          </p:nvPr>
        </p:nvSpPr>
        <p:spPr>
          <a:xfrm>
            <a:off x="4073652" y="3545586"/>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1" name="Google Shape;531;p61"/>
          <p:cNvSpPr txBox="1"/>
          <p:nvPr>
            <p:ph idx="17" type="body"/>
          </p:nvPr>
        </p:nvSpPr>
        <p:spPr>
          <a:xfrm>
            <a:off x="3394710" y="4176522"/>
            <a:ext cx="685800" cy="603504"/>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2" name="Google Shape;532;p61"/>
          <p:cNvSpPr txBox="1"/>
          <p:nvPr>
            <p:ph idx="18" type="body"/>
          </p:nvPr>
        </p:nvSpPr>
        <p:spPr>
          <a:xfrm>
            <a:off x="4073652" y="4176522"/>
            <a:ext cx="5040630" cy="603504"/>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Answer" showMasterSp="0">
  <p:cSld name="KC-Vertical-Answer">
    <p:bg>
      <p:bgPr>
        <a:blipFill>
          <a:blip r:embed="rId2">
            <a:alphaModFix/>
          </a:blip>
          <a:stretch>
            <a:fillRect/>
          </a:stretch>
        </a:blipFill>
      </p:bgPr>
    </p:bg>
    <p:spTree>
      <p:nvGrpSpPr>
        <p:cNvPr id="533" name="Shape 533"/>
        <p:cNvGrpSpPr/>
        <p:nvPr/>
      </p:nvGrpSpPr>
      <p:grpSpPr>
        <a:xfrm>
          <a:off x="0" y="0"/>
          <a:ext cx="0" cy="0"/>
          <a:chOff x="0" y="0"/>
          <a:chExt cx="0" cy="0"/>
        </a:xfrm>
      </p:grpSpPr>
      <p:sp>
        <p:nvSpPr>
          <p:cNvPr id="534" name="Google Shape;534;p6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35" name="Google Shape;535;p62"/>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6" name="Google Shape;536;p62"/>
          <p:cNvSpPr txBox="1"/>
          <p:nvPr>
            <p:ph idx="1" type="body"/>
          </p:nvPr>
        </p:nvSpPr>
        <p:spPr>
          <a:xfrm>
            <a:off x="274320" y="781812"/>
            <a:ext cx="3120390" cy="4053078"/>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chemeClr val="lt1"/>
              </a:buClr>
              <a:buSzPts val="1800"/>
              <a:buFont typeface="Arial"/>
              <a:buNone/>
              <a:defRPr sz="1800">
                <a:solidFill>
                  <a:schemeClr val="lt1"/>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7" name="Google Shape;537;p62"/>
          <p:cNvSpPr txBox="1"/>
          <p:nvPr>
            <p:ph idx="2" type="body"/>
          </p:nvPr>
        </p:nvSpPr>
        <p:spPr>
          <a:xfrm>
            <a:off x="3387852" y="774954"/>
            <a:ext cx="5708333" cy="30003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1"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8" name="Google Shape;538;p62"/>
          <p:cNvSpPr txBox="1"/>
          <p:nvPr>
            <p:ph idx="3" type="body"/>
          </p:nvPr>
        </p:nvSpPr>
        <p:spPr>
          <a:xfrm>
            <a:off x="4073096" y="1065448"/>
            <a:ext cx="5042359" cy="3716534"/>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539" name="Google Shape;539;p62"/>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Ans-Option2">
  <p:cSld name="KC-Vert-Ans-Option2">
    <p:bg>
      <p:bgPr>
        <a:blipFill>
          <a:blip r:embed="rId2">
            <a:alphaModFix/>
          </a:blip>
          <a:stretch>
            <a:fillRect/>
          </a:stretch>
        </a:blipFill>
      </p:bgPr>
    </p:bg>
    <p:spTree>
      <p:nvGrpSpPr>
        <p:cNvPr id="540" name="Shape 540"/>
        <p:cNvGrpSpPr/>
        <p:nvPr/>
      </p:nvGrpSpPr>
      <p:grpSpPr>
        <a:xfrm>
          <a:off x="0" y="0"/>
          <a:ext cx="0" cy="0"/>
          <a:chOff x="0" y="0"/>
          <a:chExt cx="0" cy="0"/>
        </a:xfrm>
      </p:grpSpPr>
      <p:sp>
        <p:nvSpPr>
          <p:cNvPr id="541" name="Google Shape;541;p6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42" name="Google Shape;542;p6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3" name="Google Shape;543;p63"/>
          <p:cNvSpPr txBox="1"/>
          <p:nvPr>
            <p:ph idx="1" type="body"/>
          </p:nvPr>
        </p:nvSpPr>
        <p:spPr>
          <a:xfrm>
            <a:off x="274320" y="781812"/>
            <a:ext cx="3120390" cy="4053078"/>
          </a:xfrm>
          <a:prstGeom prst="rect">
            <a:avLst/>
          </a:prstGeom>
          <a:noFill/>
          <a:ln>
            <a:noFill/>
          </a:ln>
        </p:spPr>
        <p:txBody>
          <a:bodyPr anchorCtr="0" anchor="t" bIns="34275" lIns="68575" spcFirstLastPara="1" rIns="68575" wrap="square" tIns="34275">
            <a:normAutofit/>
          </a:bodyPr>
          <a:lstStyle>
            <a:lvl1pPr indent="-228600" lvl="0" marL="457200" marR="0" algn="l">
              <a:lnSpc>
                <a:spcPct val="100000"/>
              </a:lnSpc>
              <a:spcBef>
                <a:spcPts val="0"/>
              </a:spcBef>
              <a:spcAft>
                <a:spcPts val="0"/>
              </a:spcAft>
              <a:buClr>
                <a:srgbClr val="232F3E"/>
              </a:buClr>
              <a:buSzPts val="1800"/>
              <a:buFont typeface="Arial"/>
              <a:buNone/>
              <a:defRPr sz="1800">
                <a:solidFill>
                  <a:srgbClr val="232F3E"/>
                </a:solidFill>
              </a:defRPr>
            </a:lvl1pPr>
            <a:lvl2pPr indent="-317500" lvl="1" marL="914400" algn="l">
              <a:lnSpc>
                <a:spcPct val="90000"/>
              </a:lnSpc>
              <a:spcBef>
                <a:spcPts val="9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4" name="Google Shape;544;p63"/>
          <p:cNvSpPr txBox="1"/>
          <p:nvPr>
            <p:ph idx="2" type="body"/>
          </p:nvPr>
        </p:nvSpPr>
        <p:spPr>
          <a:xfrm>
            <a:off x="3387852" y="774954"/>
            <a:ext cx="5705856" cy="30003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b="1"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5" name="Google Shape;545;p63"/>
          <p:cNvSpPr txBox="1"/>
          <p:nvPr>
            <p:ph idx="3" type="body"/>
          </p:nvPr>
        </p:nvSpPr>
        <p:spPr>
          <a:xfrm>
            <a:off x="4073652" y="1062990"/>
            <a:ext cx="5040630" cy="3716534"/>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izontal" showMasterSp="0">
  <p:cSld name="QA-Horizontal">
    <p:bg>
      <p:bgPr>
        <a:blipFill>
          <a:blip r:embed="rId2">
            <a:alphaModFix/>
          </a:blip>
          <a:stretch>
            <a:fillRect/>
          </a:stretch>
        </a:blipFill>
      </p:bgPr>
    </p:bg>
    <p:spTree>
      <p:nvGrpSpPr>
        <p:cNvPr id="546" name="Shape 546"/>
        <p:cNvGrpSpPr/>
        <p:nvPr/>
      </p:nvGrpSpPr>
      <p:grpSpPr>
        <a:xfrm>
          <a:off x="0" y="0"/>
          <a:ext cx="0" cy="0"/>
          <a:chOff x="0" y="0"/>
          <a:chExt cx="0" cy="0"/>
        </a:xfrm>
      </p:grpSpPr>
      <p:sp>
        <p:nvSpPr>
          <p:cNvPr id="547" name="Google Shape;547;p6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48" name="Google Shape;548;p64"/>
          <p:cNvSpPr txBox="1"/>
          <p:nvPr>
            <p:ph type="title"/>
          </p:nvPr>
        </p:nvSpPr>
        <p:spPr>
          <a:xfrm>
            <a:off x="13716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9" name="Google Shape;549;p64"/>
          <p:cNvSpPr txBox="1"/>
          <p:nvPr>
            <p:ph idx="1" type="body"/>
          </p:nvPr>
        </p:nvSpPr>
        <p:spPr>
          <a:xfrm>
            <a:off x="134428" y="889123"/>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0" name="Google Shape;550;p64"/>
          <p:cNvSpPr txBox="1"/>
          <p:nvPr>
            <p:ph idx="2" type="body"/>
          </p:nvPr>
        </p:nvSpPr>
        <p:spPr>
          <a:xfrm>
            <a:off x="4238625" y="889123"/>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1" name="Google Shape;551;p64"/>
          <p:cNvSpPr txBox="1"/>
          <p:nvPr>
            <p:ph idx="3" type="body"/>
          </p:nvPr>
        </p:nvSpPr>
        <p:spPr>
          <a:xfrm>
            <a:off x="134428" y="1894842"/>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2" name="Google Shape;552;p64"/>
          <p:cNvSpPr txBox="1"/>
          <p:nvPr>
            <p:ph idx="4" type="body"/>
          </p:nvPr>
        </p:nvSpPr>
        <p:spPr>
          <a:xfrm>
            <a:off x="4238624" y="1894842"/>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3" name="Google Shape;553;p64"/>
          <p:cNvSpPr txBox="1"/>
          <p:nvPr>
            <p:ph idx="5" type="body"/>
          </p:nvPr>
        </p:nvSpPr>
        <p:spPr>
          <a:xfrm>
            <a:off x="134428" y="2912325"/>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4" name="Google Shape;554;p64"/>
          <p:cNvSpPr txBox="1"/>
          <p:nvPr>
            <p:ph idx="6" type="body"/>
          </p:nvPr>
        </p:nvSpPr>
        <p:spPr>
          <a:xfrm>
            <a:off x="4238624" y="2912325"/>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5" name="Google Shape;555;p64"/>
          <p:cNvSpPr txBox="1"/>
          <p:nvPr>
            <p:ph idx="7" type="body"/>
          </p:nvPr>
        </p:nvSpPr>
        <p:spPr>
          <a:xfrm>
            <a:off x="134427" y="3929668"/>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6" name="Google Shape;556;p64"/>
          <p:cNvSpPr txBox="1"/>
          <p:nvPr>
            <p:ph idx="8" type="body"/>
          </p:nvPr>
        </p:nvSpPr>
        <p:spPr>
          <a:xfrm>
            <a:off x="4238624" y="3929668"/>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557" name="Google Shape;557;p64"/>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z-Option2">
  <p:cSld name="QA-Horz-Option2">
    <p:bg>
      <p:bgPr>
        <a:blipFill>
          <a:blip r:embed="rId2">
            <a:alphaModFix/>
          </a:blip>
          <a:stretch>
            <a:fillRect/>
          </a:stretch>
        </a:blipFill>
      </p:bgPr>
    </p:bg>
    <p:spTree>
      <p:nvGrpSpPr>
        <p:cNvPr id="558" name="Shape 558"/>
        <p:cNvGrpSpPr/>
        <p:nvPr/>
      </p:nvGrpSpPr>
      <p:grpSpPr>
        <a:xfrm>
          <a:off x="0" y="0"/>
          <a:ext cx="0" cy="0"/>
          <a:chOff x="0" y="0"/>
          <a:chExt cx="0" cy="0"/>
        </a:xfrm>
      </p:grpSpPr>
      <p:sp>
        <p:nvSpPr>
          <p:cNvPr id="559" name="Google Shape;559;p6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60" name="Google Shape;560;p65"/>
          <p:cNvSpPr txBox="1"/>
          <p:nvPr>
            <p:ph type="title"/>
          </p:nvPr>
        </p:nvSpPr>
        <p:spPr>
          <a:xfrm>
            <a:off x="137160" y="226314"/>
            <a:ext cx="8599932" cy="54864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1" name="Google Shape;561;p65"/>
          <p:cNvSpPr txBox="1"/>
          <p:nvPr>
            <p:ph idx="1" type="body"/>
          </p:nvPr>
        </p:nvSpPr>
        <p:spPr>
          <a:xfrm>
            <a:off x="134428" y="889123"/>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2" name="Google Shape;562;p65"/>
          <p:cNvSpPr txBox="1"/>
          <p:nvPr>
            <p:ph idx="2" type="body"/>
          </p:nvPr>
        </p:nvSpPr>
        <p:spPr>
          <a:xfrm>
            <a:off x="4238625" y="889123"/>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3" name="Google Shape;563;p65"/>
          <p:cNvSpPr txBox="1"/>
          <p:nvPr>
            <p:ph idx="3" type="body"/>
          </p:nvPr>
        </p:nvSpPr>
        <p:spPr>
          <a:xfrm>
            <a:off x="134428" y="1894842"/>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4" name="Google Shape;564;p65"/>
          <p:cNvSpPr txBox="1"/>
          <p:nvPr>
            <p:ph idx="4" type="body"/>
          </p:nvPr>
        </p:nvSpPr>
        <p:spPr>
          <a:xfrm>
            <a:off x="4238624" y="1894842"/>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5" name="Google Shape;565;p65"/>
          <p:cNvSpPr txBox="1"/>
          <p:nvPr>
            <p:ph idx="5" type="body"/>
          </p:nvPr>
        </p:nvSpPr>
        <p:spPr>
          <a:xfrm>
            <a:off x="134428" y="2912325"/>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6" name="Google Shape;566;p65"/>
          <p:cNvSpPr txBox="1"/>
          <p:nvPr>
            <p:ph idx="6" type="body"/>
          </p:nvPr>
        </p:nvSpPr>
        <p:spPr>
          <a:xfrm>
            <a:off x="4238624" y="2912325"/>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7" name="Google Shape;567;p65"/>
          <p:cNvSpPr txBox="1"/>
          <p:nvPr>
            <p:ph idx="7" type="body"/>
          </p:nvPr>
        </p:nvSpPr>
        <p:spPr>
          <a:xfrm>
            <a:off x="134427" y="3929668"/>
            <a:ext cx="4104196" cy="873003"/>
          </a:xfrm>
          <a:prstGeom prst="rect">
            <a:avLst/>
          </a:prstGeom>
          <a:noFill/>
          <a:ln>
            <a:noFill/>
          </a:ln>
        </p:spPr>
        <p:txBody>
          <a:bodyPr anchorCtr="0" anchor="t" bIns="34275" lIns="68575" spcFirstLastPara="1" rIns="68575" wrap="square" tIns="34275">
            <a:no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8" name="Google Shape;568;p65"/>
          <p:cNvSpPr txBox="1"/>
          <p:nvPr>
            <p:ph idx="8" type="body"/>
          </p:nvPr>
        </p:nvSpPr>
        <p:spPr>
          <a:xfrm>
            <a:off x="4238624" y="3929668"/>
            <a:ext cx="4800630" cy="873003"/>
          </a:xfrm>
          <a:prstGeom prst="rect">
            <a:avLst/>
          </a:prstGeom>
          <a:noFill/>
          <a:ln>
            <a:noFill/>
          </a:ln>
        </p:spPr>
        <p:txBody>
          <a:bodyPr anchorCtr="0" anchor="t" bIns="0" lIns="68575" spcFirstLastPara="1" rIns="137150" wrap="square" tIns="68575">
            <a:noAutofit/>
          </a:bodyPr>
          <a:lstStyle>
            <a:lvl1pPr indent="-228600" lvl="0" marL="457200" algn="l">
              <a:lnSpc>
                <a:spcPct val="10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50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Question" showMasterSp="0">
  <p:cSld name="KC-Horizontal-Question">
    <p:bg>
      <p:bgPr>
        <a:blipFill>
          <a:blip r:embed="rId2">
            <a:alphaModFix/>
          </a:blip>
          <a:stretch>
            <a:fillRect/>
          </a:stretch>
        </a:blipFill>
      </p:bgPr>
    </p:bg>
    <p:spTree>
      <p:nvGrpSpPr>
        <p:cNvPr id="569" name="Shape 569"/>
        <p:cNvGrpSpPr/>
        <p:nvPr/>
      </p:nvGrpSpPr>
      <p:grpSpPr>
        <a:xfrm>
          <a:off x="0" y="0"/>
          <a:ext cx="0" cy="0"/>
          <a:chOff x="0" y="0"/>
          <a:chExt cx="0" cy="0"/>
        </a:xfrm>
      </p:grpSpPr>
      <p:sp>
        <p:nvSpPr>
          <p:cNvPr id="570" name="Google Shape;570;p6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71" name="Google Shape;571;p66"/>
          <p:cNvSpPr txBox="1"/>
          <p:nvPr>
            <p:ph type="title"/>
          </p:nvPr>
        </p:nvSpPr>
        <p:spPr>
          <a:xfrm>
            <a:off x="134429" y="134911"/>
            <a:ext cx="8891584"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2" name="Google Shape;572;p66"/>
          <p:cNvSpPr txBox="1"/>
          <p:nvPr>
            <p:ph idx="1" type="body"/>
          </p:nvPr>
        </p:nvSpPr>
        <p:spPr>
          <a:xfrm>
            <a:off x="134428" y="523335"/>
            <a:ext cx="8891584" cy="996662"/>
          </a:xfrm>
          <a:prstGeom prst="rect">
            <a:avLst/>
          </a:prstGeom>
          <a:noFill/>
          <a:ln>
            <a:noFill/>
          </a:ln>
        </p:spPr>
        <p:txBody>
          <a:bodyPr anchorCtr="0" anchor="t" bIns="0" lIns="68575" spcFirstLastPara="1" rIns="68575" wrap="square" tIns="0">
            <a:normAutofit/>
          </a:bodyPr>
          <a:lstStyle>
            <a:lvl1pPr indent="-228600" lvl="0" marL="457200" marR="0" algn="l">
              <a:lnSpc>
                <a:spcPct val="9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3" name="Google Shape;573;p66"/>
          <p:cNvSpPr txBox="1"/>
          <p:nvPr>
            <p:ph idx="2" type="body"/>
          </p:nvPr>
        </p:nvSpPr>
        <p:spPr>
          <a:xfrm>
            <a:off x="0" y="1519997"/>
            <a:ext cx="665560" cy="238125"/>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4" name="Google Shape;574;p66"/>
          <p:cNvSpPr txBox="1"/>
          <p:nvPr>
            <p:ph idx="3" type="body"/>
          </p:nvPr>
        </p:nvSpPr>
        <p:spPr>
          <a:xfrm>
            <a:off x="680963" y="1519997"/>
            <a:ext cx="8053399" cy="238125"/>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5" name="Google Shape;575;p66"/>
          <p:cNvSpPr txBox="1"/>
          <p:nvPr>
            <p:ph idx="4" type="body"/>
          </p:nvPr>
        </p:nvSpPr>
        <p:spPr>
          <a:xfrm>
            <a:off x="1" y="1758095"/>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6" name="Google Shape;576;p66"/>
          <p:cNvSpPr txBox="1"/>
          <p:nvPr>
            <p:ph idx="5" type="body"/>
          </p:nvPr>
        </p:nvSpPr>
        <p:spPr>
          <a:xfrm>
            <a:off x="680963" y="1758095"/>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7" name="Google Shape;577;p66"/>
          <p:cNvSpPr txBox="1"/>
          <p:nvPr>
            <p:ph idx="6" type="body"/>
          </p:nvPr>
        </p:nvSpPr>
        <p:spPr>
          <a:xfrm>
            <a:off x="1" y="2263207"/>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8" name="Google Shape;578;p66"/>
          <p:cNvSpPr txBox="1"/>
          <p:nvPr>
            <p:ph idx="7" type="body"/>
          </p:nvPr>
        </p:nvSpPr>
        <p:spPr>
          <a:xfrm>
            <a:off x="680963" y="2263207"/>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9" name="Google Shape;579;p66"/>
          <p:cNvSpPr txBox="1"/>
          <p:nvPr>
            <p:ph idx="8" type="body"/>
          </p:nvPr>
        </p:nvSpPr>
        <p:spPr>
          <a:xfrm>
            <a:off x="1" y="2768318"/>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0" name="Google Shape;580;p66"/>
          <p:cNvSpPr txBox="1"/>
          <p:nvPr>
            <p:ph idx="9" type="body"/>
          </p:nvPr>
        </p:nvSpPr>
        <p:spPr>
          <a:xfrm>
            <a:off x="680963" y="2768318"/>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1" name="Google Shape;581;p66"/>
          <p:cNvSpPr txBox="1"/>
          <p:nvPr>
            <p:ph idx="13" type="body"/>
          </p:nvPr>
        </p:nvSpPr>
        <p:spPr>
          <a:xfrm>
            <a:off x="1" y="3273430"/>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2" name="Google Shape;582;p66"/>
          <p:cNvSpPr txBox="1"/>
          <p:nvPr>
            <p:ph idx="14" type="body"/>
          </p:nvPr>
        </p:nvSpPr>
        <p:spPr>
          <a:xfrm>
            <a:off x="680963" y="3273430"/>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3" name="Google Shape;583;p66"/>
          <p:cNvSpPr txBox="1"/>
          <p:nvPr>
            <p:ph idx="15" type="body"/>
          </p:nvPr>
        </p:nvSpPr>
        <p:spPr>
          <a:xfrm>
            <a:off x="1" y="3778541"/>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4" name="Google Shape;584;p66"/>
          <p:cNvSpPr txBox="1"/>
          <p:nvPr>
            <p:ph idx="16" type="body"/>
          </p:nvPr>
        </p:nvSpPr>
        <p:spPr>
          <a:xfrm>
            <a:off x="680963" y="3778541"/>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5" name="Google Shape;585;p66"/>
          <p:cNvSpPr txBox="1"/>
          <p:nvPr>
            <p:ph idx="17" type="body"/>
          </p:nvPr>
        </p:nvSpPr>
        <p:spPr>
          <a:xfrm>
            <a:off x="1" y="4283654"/>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b="1" sz="1500">
                <a:solidFill>
                  <a:schemeClr val="lt1"/>
                </a:solidFill>
                <a:latin typeface="Play"/>
                <a:ea typeface="Play"/>
                <a:cs typeface="Play"/>
                <a:sym typeface="Play"/>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6" name="Google Shape;586;p66"/>
          <p:cNvSpPr txBox="1"/>
          <p:nvPr>
            <p:ph idx="18" type="body"/>
          </p:nvPr>
        </p:nvSpPr>
        <p:spPr>
          <a:xfrm>
            <a:off x="680963" y="4283654"/>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587" name="Google Shape;587;p66"/>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Option 2">
  <p:cSld name="KC-Horz-Option 2">
    <p:bg>
      <p:bgPr>
        <a:blipFill>
          <a:blip r:embed="rId2">
            <a:alphaModFix/>
          </a:blip>
          <a:stretch>
            <a:fillRect/>
          </a:stretch>
        </a:blipFill>
      </p:bgPr>
    </p:bg>
    <p:spTree>
      <p:nvGrpSpPr>
        <p:cNvPr id="588" name="Shape 588"/>
        <p:cNvGrpSpPr/>
        <p:nvPr/>
      </p:nvGrpSpPr>
      <p:grpSpPr>
        <a:xfrm>
          <a:off x="0" y="0"/>
          <a:ext cx="0" cy="0"/>
          <a:chOff x="0" y="0"/>
          <a:chExt cx="0" cy="0"/>
        </a:xfrm>
      </p:grpSpPr>
      <p:sp>
        <p:nvSpPr>
          <p:cNvPr id="589" name="Google Shape;589;p6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90" name="Google Shape;590;p67"/>
          <p:cNvSpPr txBox="1"/>
          <p:nvPr>
            <p:ph type="title"/>
          </p:nvPr>
        </p:nvSpPr>
        <p:spPr>
          <a:xfrm>
            <a:off x="134429" y="134911"/>
            <a:ext cx="8869460"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1" name="Google Shape;591;p67"/>
          <p:cNvSpPr txBox="1"/>
          <p:nvPr>
            <p:ph idx="1" type="body"/>
          </p:nvPr>
        </p:nvSpPr>
        <p:spPr>
          <a:xfrm>
            <a:off x="134429" y="523335"/>
            <a:ext cx="8869461" cy="996662"/>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2" name="Google Shape;592;p67"/>
          <p:cNvSpPr txBox="1"/>
          <p:nvPr>
            <p:ph idx="2" type="body"/>
          </p:nvPr>
        </p:nvSpPr>
        <p:spPr>
          <a:xfrm>
            <a:off x="0" y="1519997"/>
            <a:ext cx="665560" cy="238125"/>
          </a:xfrm>
          <a:prstGeom prst="rect">
            <a:avLst/>
          </a:prstGeom>
          <a:noFill/>
          <a:ln>
            <a:noFill/>
          </a:ln>
        </p:spPr>
        <p:txBody>
          <a:bodyPr anchorCtr="0" anchor="t" bIns="34275" lIns="0" spcFirstLastPara="1" rIns="0" wrap="square" tIns="34275">
            <a:noAutofit/>
          </a:bodyPr>
          <a:lstStyle>
            <a:lvl1pPr indent="-228600" lvl="0" marL="457200" algn="ctr">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3" name="Google Shape;593;p67"/>
          <p:cNvSpPr txBox="1"/>
          <p:nvPr>
            <p:ph idx="3" type="body"/>
          </p:nvPr>
        </p:nvSpPr>
        <p:spPr>
          <a:xfrm>
            <a:off x="680963" y="1519997"/>
            <a:ext cx="8068259" cy="238125"/>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4" name="Google Shape;594;p67"/>
          <p:cNvSpPr txBox="1"/>
          <p:nvPr>
            <p:ph idx="4" type="body"/>
          </p:nvPr>
        </p:nvSpPr>
        <p:spPr>
          <a:xfrm>
            <a:off x="1" y="1758095"/>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5" name="Google Shape;595;p67"/>
          <p:cNvSpPr txBox="1"/>
          <p:nvPr>
            <p:ph idx="5" type="body"/>
          </p:nvPr>
        </p:nvSpPr>
        <p:spPr>
          <a:xfrm>
            <a:off x="680963" y="1758095"/>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6" name="Google Shape;596;p67"/>
          <p:cNvSpPr txBox="1"/>
          <p:nvPr>
            <p:ph idx="6" type="body"/>
          </p:nvPr>
        </p:nvSpPr>
        <p:spPr>
          <a:xfrm>
            <a:off x="1" y="2263207"/>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7" name="Google Shape;597;p67"/>
          <p:cNvSpPr txBox="1"/>
          <p:nvPr>
            <p:ph idx="7" type="body"/>
          </p:nvPr>
        </p:nvSpPr>
        <p:spPr>
          <a:xfrm>
            <a:off x="680963" y="2263207"/>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8" name="Google Shape;598;p67"/>
          <p:cNvSpPr txBox="1"/>
          <p:nvPr>
            <p:ph idx="8" type="body"/>
          </p:nvPr>
        </p:nvSpPr>
        <p:spPr>
          <a:xfrm>
            <a:off x="1" y="2768318"/>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9" name="Google Shape;599;p67"/>
          <p:cNvSpPr txBox="1"/>
          <p:nvPr>
            <p:ph idx="9" type="body"/>
          </p:nvPr>
        </p:nvSpPr>
        <p:spPr>
          <a:xfrm>
            <a:off x="680963" y="2768318"/>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0" name="Google Shape;600;p67"/>
          <p:cNvSpPr txBox="1"/>
          <p:nvPr>
            <p:ph idx="13" type="body"/>
          </p:nvPr>
        </p:nvSpPr>
        <p:spPr>
          <a:xfrm>
            <a:off x="1" y="3273430"/>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1" name="Google Shape;601;p67"/>
          <p:cNvSpPr txBox="1"/>
          <p:nvPr>
            <p:ph idx="14" type="body"/>
          </p:nvPr>
        </p:nvSpPr>
        <p:spPr>
          <a:xfrm>
            <a:off x="680963" y="3273430"/>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2" name="Google Shape;602;p67"/>
          <p:cNvSpPr txBox="1"/>
          <p:nvPr>
            <p:ph idx="15" type="body"/>
          </p:nvPr>
        </p:nvSpPr>
        <p:spPr>
          <a:xfrm>
            <a:off x="1" y="3778541"/>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3" name="Google Shape;603;p67"/>
          <p:cNvSpPr txBox="1"/>
          <p:nvPr>
            <p:ph idx="16" type="body"/>
          </p:nvPr>
        </p:nvSpPr>
        <p:spPr>
          <a:xfrm>
            <a:off x="680963" y="3778541"/>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4" name="Google Shape;604;p67"/>
          <p:cNvSpPr txBox="1"/>
          <p:nvPr>
            <p:ph idx="17" type="body"/>
          </p:nvPr>
        </p:nvSpPr>
        <p:spPr>
          <a:xfrm>
            <a:off x="1" y="4283654"/>
            <a:ext cx="666102" cy="48006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500"/>
              <a:buNone/>
              <a:defRPr sz="15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5" name="Google Shape;605;p67"/>
          <p:cNvSpPr txBox="1"/>
          <p:nvPr>
            <p:ph idx="18" type="body"/>
          </p:nvPr>
        </p:nvSpPr>
        <p:spPr>
          <a:xfrm>
            <a:off x="680963" y="4283654"/>
            <a:ext cx="8424938" cy="48006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Answer" showMasterSp="0">
  <p:cSld name="KC-Horizontal-Answer">
    <p:bg>
      <p:bgPr>
        <a:blipFill>
          <a:blip r:embed="rId2">
            <a:alphaModFix/>
          </a:blip>
          <a:stretch>
            <a:fillRect/>
          </a:stretch>
        </a:blipFill>
      </p:bgPr>
    </p:bg>
    <p:spTree>
      <p:nvGrpSpPr>
        <p:cNvPr id="606" name="Shape 606"/>
        <p:cNvGrpSpPr/>
        <p:nvPr/>
      </p:nvGrpSpPr>
      <p:grpSpPr>
        <a:xfrm>
          <a:off x="0" y="0"/>
          <a:ext cx="0" cy="0"/>
          <a:chOff x="0" y="0"/>
          <a:chExt cx="0" cy="0"/>
        </a:xfrm>
      </p:grpSpPr>
      <p:sp>
        <p:nvSpPr>
          <p:cNvPr id="607" name="Google Shape;607;p6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08" name="Google Shape;608;p68"/>
          <p:cNvSpPr txBox="1"/>
          <p:nvPr>
            <p:ph type="title"/>
          </p:nvPr>
        </p:nvSpPr>
        <p:spPr>
          <a:xfrm>
            <a:off x="134429" y="134911"/>
            <a:ext cx="8828698"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700"/>
              <a:buFont typeface="Play"/>
              <a:buNone/>
              <a:defRPr>
                <a:solidFill>
                  <a:schemeClr val="lt1"/>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9" name="Google Shape;609;p68"/>
          <p:cNvSpPr txBox="1"/>
          <p:nvPr>
            <p:ph idx="1" type="body"/>
          </p:nvPr>
        </p:nvSpPr>
        <p:spPr>
          <a:xfrm>
            <a:off x="134429" y="523335"/>
            <a:ext cx="8828698" cy="1053811"/>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chemeClr val="lt1"/>
              </a:buClr>
              <a:buSzPts val="1500"/>
              <a:buFont typeface="Arial"/>
              <a:buNone/>
              <a:defRPr sz="1500">
                <a:solidFill>
                  <a:schemeClr val="lt1"/>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0" name="Google Shape;610;p68"/>
          <p:cNvSpPr txBox="1"/>
          <p:nvPr>
            <p:ph idx="2" type="body"/>
          </p:nvPr>
        </p:nvSpPr>
        <p:spPr>
          <a:xfrm>
            <a:off x="0" y="1532475"/>
            <a:ext cx="9144000" cy="23452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1" name="Google Shape;611;p68"/>
          <p:cNvSpPr txBox="1"/>
          <p:nvPr>
            <p:ph idx="3" type="body"/>
          </p:nvPr>
        </p:nvSpPr>
        <p:spPr>
          <a:xfrm>
            <a:off x="680963" y="1767002"/>
            <a:ext cx="8434492" cy="3005862"/>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612" name="Google Shape;612;p68"/>
          <p:cNvPicPr preferRelativeResize="0"/>
          <p:nvPr/>
        </p:nvPicPr>
        <p:blipFill rotWithShape="1">
          <a:blip r:embed="rId3">
            <a:alphaModFix/>
          </a:blip>
          <a:srcRect b="0" l="0" r="0" t="0"/>
          <a:stretch/>
        </p:blipFill>
        <p:spPr>
          <a:xfrm>
            <a:off x="2849987" y="4834890"/>
            <a:ext cx="3457575" cy="233363"/>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Ans-Option2">
  <p:cSld name="KC-Horz-Ans-Option2">
    <p:bg>
      <p:bgPr>
        <a:blipFill>
          <a:blip r:embed="rId2">
            <a:alphaModFix/>
          </a:blip>
          <a:stretch>
            <a:fillRect/>
          </a:stretch>
        </a:blipFill>
      </p:bgPr>
    </p:bg>
    <p:spTree>
      <p:nvGrpSpPr>
        <p:cNvPr id="613" name="Shape 613"/>
        <p:cNvGrpSpPr/>
        <p:nvPr/>
      </p:nvGrpSpPr>
      <p:grpSpPr>
        <a:xfrm>
          <a:off x="0" y="0"/>
          <a:ext cx="0" cy="0"/>
          <a:chOff x="0" y="0"/>
          <a:chExt cx="0" cy="0"/>
        </a:xfrm>
      </p:grpSpPr>
      <p:sp>
        <p:nvSpPr>
          <p:cNvPr id="614" name="Google Shape;614;p6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15" name="Google Shape;615;p69"/>
          <p:cNvSpPr txBox="1"/>
          <p:nvPr>
            <p:ph type="title"/>
          </p:nvPr>
        </p:nvSpPr>
        <p:spPr>
          <a:xfrm>
            <a:off x="134429" y="134911"/>
            <a:ext cx="8828698" cy="37413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6" name="Google Shape;616;p69"/>
          <p:cNvSpPr txBox="1"/>
          <p:nvPr>
            <p:ph idx="1" type="body"/>
          </p:nvPr>
        </p:nvSpPr>
        <p:spPr>
          <a:xfrm>
            <a:off x="134429" y="523336"/>
            <a:ext cx="8828698" cy="1009140"/>
          </a:xfrm>
          <a:prstGeom prst="rect">
            <a:avLst/>
          </a:prstGeom>
          <a:noFill/>
          <a:ln>
            <a:noFill/>
          </a:ln>
        </p:spPr>
        <p:txBody>
          <a:bodyPr anchorCtr="0" anchor="t" bIns="0" lIns="68575" spcFirstLastPara="1" rIns="68575" wrap="square" tIns="0">
            <a:normAutofit/>
          </a:bodyPr>
          <a:lstStyle>
            <a:lvl1pPr indent="-228600" lvl="0" marL="457200" marR="0" algn="l">
              <a:lnSpc>
                <a:spcPct val="100000"/>
              </a:lnSpc>
              <a:spcBef>
                <a:spcPts val="0"/>
              </a:spcBef>
              <a:spcAft>
                <a:spcPts val="0"/>
              </a:spcAft>
              <a:buClr>
                <a:srgbClr val="232F3E"/>
              </a:buClr>
              <a:buSzPts val="1500"/>
              <a:buFont typeface="Arial"/>
              <a:buNone/>
              <a:defRPr sz="1500">
                <a:solidFill>
                  <a:srgbClr val="232F3E"/>
                </a:solidFill>
              </a:defRPr>
            </a:lvl1pPr>
            <a:lvl2pPr indent="-317500" lvl="1" marL="914400" algn="l">
              <a:lnSpc>
                <a:spcPct val="90000"/>
              </a:lnSpc>
              <a:spcBef>
                <a:spcPts val="50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7" name="Google Shape;617;p69"/>
          <p:cNvSpPr txBox="1"/>
          <p:nvPr>
            <p:ph idx="2" type="body"/>
          </p:nvPr>
        </p:nvSpPr>
        <p:spPr>
          <a:xfrm>
            <a:off x="0" y="1532475"/>
            <a:ext cx="9144000" cy="234526"/>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500"/>
              <a:buNone/>
              <a:defRPr sz="1500">
                <a:solidFill>
                  <a:schemeClr val="lt1"/>
                </a:solidFill>
              </a:defRPr>
            </a:lvl1pPr>
            <a:lvl2pPr indent="-317500" lvl="1" marL="914400" algn="l">
              <a:lnSpc>
                <a:spcPct val="90000"/>
              </a:lnSpc>
              <a:spcBef>
                <a:spcPts val="0"/>
              </a:spcBef>
              <a:spcAft>
                <a:spcPts val="0"/>
              </a:spcAft>
              <a:buClr>
                <a:srgbClr val="232F3E"/>
              </a:buClr>
              <a:buSzPts val="1400"/>
              <a:buChar char="•"/>
              <a:defRPr/>
            </a:lvl2pPr>
            <a:lvl3pPr indent="-317500" lvl="2" marL="1371600" algn="l">
              <a:lnSpc>
                <a:spcPct val="90000"/>
              </a:lnSpc>
              <a:spcBef>
                <a:spcPts val="900"/>
              </a:spcBef>
              <a:spcAft>
                <a:spcPts val="0"/>
              </a:spcAft>
              <a:buClr>
                <a:srgbClr val="232F3E"/>
              </a:buClr>
              <a:buSzPts val="1400"/>
              <a:buChar char="•"/>
              <a:defRPr/>
            </a:lvl3pPr>
            <a:lvl4pPr indent="-317500" lvl="3" marL="1828800" algn="l">
              <a:lnSpc>
                <a:spcPct val="90000"/>
              </a:lnSpc>
              <a:spcBef>
                <a:spcPts val="900"/>
              </a:spcBef>
              <a:spcAft>
                <a:spcPts val="0"/>
              </a:spcAft>
              <a:buClr>
                <a:srgbClr val="232F3E"/>
              </a:buClr>
              <a:buSzPts val="1400"/>
              <a:buChar char="•"/>
              <a:defRPr/>
            </a:lvl4pPr>
            <a:lvl5pPr indent="-317500" lvl="4" marL="2286000" algn="l">
              <a:lnSpc>
                <a:spcPct val="90000"/>
              </a:lnSpc>
              <a:spcBef>
                <a:spcPts val="900"/>
              </a:spcBef>
              <a:spcAft>
                <a:spcPts val="0"/>
              </a:spcAft>
              <a:buClr>
                <a:srgbClr val="232F3E"/>
              </a:buClr>
              <a:buSzPts val="1400"/>
              <a:buChar char="•"/>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8" name="Google Shape;618;p69"/>
          <p:cNvSpPr txBox="1"/>
          <p:nvPr>
            <p:ph idx="3" type="body"/>
          </p:nvPr>
        </p:nvSpPr>
        <p:spPr>
          <a:xfrm>
            <a:off x="680963" y="1767002"/>
            <a:ext cx="8434492" cy="3005862"/>
          </a:xfrm>
          <a:prstGeom prst="rect">
            <a:avLst/>
          </a:prstGeom>
          <a:noFill/>
          <a:ln>
            <a:noFill/>
          </a:ln>
        </p:spPr>
        <p:txBody>
          <a:bodyPr anchorCtr="0" anchor="t" bIns="0" lIns="68575" spcFirstLastPara="1" rIns="137150" wrap="square" tIns="68575">
            <a:normAutofit/>
          </a:bodyPr>
          <a:lstStyle>
            <a:lvl1pPr indent="-228600" lvl="0" marL="457200" algn="l">
              <a:lnSpc>
                <a:spcPct val="90000"/>
              </a:lnSpc>
              <a:spcBef>
                <a:spcPts val="0"/>
              </a:spcBef>
              <a:spcAft>
                <a:spcPts val="0"/>
              </a:spcAft>
              <a:buClr>
                <a:srgbClr val="232F3E"/>
              </a:buClr>
              <a:buSzPts val="1500"/>
              <a:buNone/>
              <a:defRPr sz="1500">
                <a:solidFill>
                  <a:srgbClr val="232F3E"/>
                </a:solidFill>
              </a:defRPr>
            </a:lvl1pPr>
            <a:lvl2pPr indent="-228600" lvl="1" marL="914400" algn="l">
              <a:lnSpc>
                <a:spcPct val="90000"/>
              </a:lnSpc>
              <a:spcBef>
                <a:spcPts val="0"/>
              </a:spcBef>
              <a:spcAft>
                <a:spcPts val="0"/>
              </a:spcAft>
              <a:buClr>
                <a:srgbClr val="232F3E"/>
              </a:buClr>
              <a:buSzPts val="1800"/>
              <a:buNone/>
              <a:defRPr/>
            </a:lvl2pPr>
            <a:lvl3pPr indent="-228600" lvl="2" marL="1371600" algn="l">
              <a:lnSpc>
                <a:spcPct val="90000"/>
              </a:lnSpc>
              <a:spcBef>
                <a:spcPts val="900"/>
              </a:spcBef>
              <a:spcAft>
                <a:spcPts val="0"/>
              </a:spcAft>
              <a:buClr>
                <a:srgbClr val="232F3E"/>
              </a:buClr>
              <a:buSzPts val="1500"/>
              <a:buNone/>
              <a:defRPr/>
            </a:lvl3pPr>
            <a:lvl4pPr indent="-228600" lvl="3" marL="1828800" algn="l">
              <a:lnSpc>
                <a:spcPct val="90000"/>
              </a:lnSpc>
              <a:spcBef>
                <a:spcPts val="900"/>
              </a:spcBef>
              <a:spcAft>
                <a:spcPts val="0"/>
              </a:spcAft>
              <a:buClr>
                <a:srgbClr val="232F3E"/>
              </a:buClr>
              <a:buSzPts val="1400"/>
              <a:buNone/>
              <a:defRPr/>
            </a:lvl4pPr>
            <a:lvl5pPr indent="-228600" lvl="4" marL="2286000" algn="l">
              <a:lnSpc>
                <a:spcPct val="90000"/>
              </a:lnSpc>
              <a:spcBef>
                <a:spcPts val="900"/>
              </a:spcBef>
              <a:spcAft>
                <a:spcPts val="0"/>
              </a:spcAft>
              <a:buClr>
                <a:srgbClr val="232F3E"/>
              </a:buClr>
              <a:buSzPts val="1400"/>
              <a:buNone/>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solidFill>
          <a:schemeClr val="lt1"/>
        </a:solidFill>
      </p:bgPr>
    </p:bg>
    <p:spTree>
      <p:nvGrpSpPr>
        <p:cNvPr id="619" name="Shape 619"/>
        <p:cNvGrpSpPr/>
        <p:nvPr/>
      </p:nvGrpSpPr>
      <p:grpSpPr>
        <a:xfrm>
          <a:off x="0" y="0"/>
          <a:ext cx="0" cy="0"/>
          <a:chOff x="0" y="0"/>
          <a:chExt cx="0" cy="0"/>
        </a:xfrm>
      </p:grpSpPr>
      <p:sp>
        <p:nvSpPr>
          <p:cNvPr id="620" name="Google Shape;620;p7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21" name="Google Shape;621;p7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22" name="Google Shape;622;p70"/>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623" name="Google Shape;623;p70"/>
          <p:cNvSpPr txBox="1"/>
          <p:nvPr>
            <p:ph idx="1" type="body"/>
          </p:nvPr>
        </p:nvSpPr>
        <p:spPr>
          <a:xfrm rot="5400000">
            <a:off x="2553320" y="-1504197"/>
            <a:ext cx="4041933" cy="8599932"/>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0"/>
              </a:spcBef>
              <a:spcAft>
                <a:spcPts val="0"/>
              </a:spcAft>
              <a:buClr>
                <a:srgbClr val="232F3E"/>
              </a:buClr>
              <a:buSzPts val="1500"/>
              <a:buChar char="•"/>
              <a:defRPr sz="1500">
                <a:solidFill>
                  <a:srgbClr val="232F3E"/>
                </a:solidFill>
              </a:defRPr>
            </a:lvl2pPr>
            <a:lvl3pPr indent="-317500" lvl="2" marL="1371600" algn="l">
              <a:lnSpc>
                <a:spcPct val="100000"/>
              </a:lnSpc>
              <a:spcBef>
                <a:spcPts val="0"/>
              </a:spcBef>
              <a:spcAft>
                <a:spcPts val="0"/>
              </a:spcAft>
              <a:buClr>
                <a:srgbClr val="232F3E"/>
              </a:buClr>
              <a:buSzPts val="1400"/>
              <a:buChar char="•"/>
              <a:defRPr sz="1400">
                <a:solidFill>
                  <a:srgbClr val="232F3E"/>
                </a:solidFill>
              </a:defRPr>
            </a:lvl3pPr>
            <a:lvl4pPr indent="-304800" lvl="3" marL="1828800" algn="l">
              <a:lnSpc>
                <a:spcPct val="100000"/>
              </a:lnSpc>
              <a:spcBef>
                <a:spcPts val="0"/>
              </a:spcBef>
              <a:spcAft>
                <a:spcPts val="0"/>
              </a:spcAft>
              <a:buClr>
                <a:srgbClr val="232F3E"/>
              </a:buClr>
              <a:buSzPts val="1200"/>
              <a:buChar char="•"/>
              <a:defRPr sz="1200">
                <a:solidFill>
                  <a:srgbClr val="232F3E"/>
                </a:solidFill>
              </a:defRPr>
            </a:lvl4pPr>
            <a:lvl5pPr indent="-304800" lvl="4" marL="2286000" algn="l">
              <a:lnSpc>
                <a:spcPct val="100000"/>
              </a:lnSpc>
              <a:spcBef>
                <a:spcPts val="0"/>
              </a:spcBef>
              <a:spcAft>
                <a:spcPts val="0"/>
              </a:spcAft>
              <a:buClr>
                <a:srgbClr val="232F3E"/>
              </a:buClr>
              <a:buSzPts val="1200"/>
              <a:buChar char="•"/>
              <a:defRPr sz="1200">
                <a:solidFill>
                  <a:srgbClr val="232F3E"/>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Content">
  <p:cSld name="Vertical Title and Content">
    <p:bg>
      <p:bgPr>
        <a:solidFill>
          <a:schemeClr val="lt1"/>
        </a:solidFill>
      </p:bgPr>
    </p:bg>
    <p:spTree>
      <p:nvGrpSpPr>
        <p:cNvPr id="624" name="Shape 624"/>
        <p:cNvGrpSpPr/>
        <p:nvPr/>
      </p:nvGrpSpPr>
      <p:grpSpPr>
        <a:xfrm>
          <a:off x="0" y="0"/>
          <a:ext cx="0" cy="0"/>
          <a:chOff x="0" y="0"/>
          <a:chExt cx="0" cy="0"/>
        </a:xfrm>
      </p:grpSpPr>
      <p:sp>
        <p:nvSpPr>
          <p:cNvPr id="625" name="Google Shape;625;p7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26" name="Google Shape;626;p71"/>
          <p:cNvSpPr txBox="1"/>
          <p:nvPr>
            <p:ph type="title"/>
          </p:nvPr>
        </p:nvSpPr>
        <p:spPr>
          <a:xfrm rot="5400000">
            <a:off x="6152037" y="2103845"/>
            <a:ext cx="4595321" cy="849109"/>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rgbClr val="232F3E"/>
              </a:buClr>
              <a:buSzPts val="2700"/>
              <a:buFont typeface="Play"/>
              <a:buNone/>
              <a:defRPr>
                <a:solidFill>
                  <a:srgbClr val="232F3E"/>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27" name="Google Shape;627;p71"/>
          <p:cNvPicPr preferRelativeResize="0"/>
          <p:nvPr/>
        </p:nvPicPr>
        <p:blipFill rotWithShape="1">
          <a:blip r:embed="rId2">
            <a:alphaModFix/>
          </a:blip>
          <a:srcRect b="0" l="0" r="0" t="0"/>
          <a:stretch/>
        </p:blipFill>
        <p:spPr>
          <a:xfrm rot="5400000">
            <a:off x="5727713" y="2511023"/>
            <a:ext cx="4594860" cy="34290"/>
          </a:xfrm>
          <a:prstGeom prst="rect">
            <a:avLst/>
          </a:prstGeom>
          <a:noFill/>
          <a:ln>
            <a:noFill/>
          </a:ln>
        </p:spPr>
      </p:pic>
      <p:sp>
        <p:nvSpPr>
          <p:cNvPr id="628" name="Google Shape;628;p71"/>
          <p:cNvSpPr txBox="1"/>
          <p:nvPr>
            <p:ph idx="1" type="body"/>
          </p:nvPr>
        </p:nvSpPr>
        <p:spPr>
          <a:xfrm rot="5400000">
            <a:off x="1838532" y="-1333476"/>
            <a:ext cx="4595321" cy="772374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0"/>
              </a:spcBef>
              <a:spcAft>
                <a:spcPts val="0"/>
              </a:spcAft>
              <a:buClr>
                <a:srgbClr val="232F3E"/>
              </a:buClr>
              <a:buSzPts val="1800"/>
              <a:buChar char="•"/>
              <a:defRPr sz="1800">
                <a:solidFill>
                  <a:srgbClr val="232F3E"/>
                </a:solidFill>
              </a:defRPr>
            </a:lvl1pPr>
            <a:lvl2pPr indent="-323850" lvl="1" marL="914400" algn="l">
              <a:lnSpc>
                <a:spcPct val="100000"/>
              </a:lnSpc>
              <a:spcBef>
                <a:spcPts val="0"/>
              </a:spcBef>
              <a:spcAft>
                <a:spcPts val="0"/>
              </a:spcAft>
              <a:buClr>
                <a:srgbClr val="232F3E"/>
              </a:buClr>
              <a:buSzPts val="1500"/>
              <a:buChar char="•"/>
              <a:defRPr sz="1500">
                <a:solidFill>
                  <a:srgbClr val="232F3E"/>
                </a:solidFill>
              </a:defRPr>
            </a:lvl2pPr>
            <a:lvl3pPr indent="-317500" lvl="2" marL="1371600" algn="l">
              <a:lnSpc>
                <a:spcPct val="100000"/>
              </a:lnSpc>
              <a:spcBef>
                <a:spcPts val="0"/>
              </a:spcBef>
              <a:spcAft>
                <a:spcPts val="0"/>
              </a:spcAft>
              <a:buClr>
                <a:srgbClr val="232F3E"/>
              </a:buClr>
              <a:buSzPts val="1400"/>
              <a:buChar char="•"/>
              <a:defRPr sz="1400">
                <a:solidFill>
                  <a:srgbClr val="232F3E"/>
                </a:solidFill>
              </a:defRPr>
            </a:lvl3pPr>
            <a:lvl4pPr indent="-304800" lvl="3" marL="1828800" algn="l">
              <a:lnSpc>
                <a:spcPct val="100000"/>
              </a:lnSpc>
              <a:spcBef>
                <a:spcPts val="0"/>
              </a:spcBef>
              <a:spcAft>
                <a:spcPts val="0"/>
              </a:spcAft>
              <a:buClr>
                <a:srgbClr val="232F3E"/>
              </a:buClr>
              <a:buSzPts val="1200"/>
              <a:buChar char="•"/>
              <a:defRPr sz="1200">
                <a:solidFill>
                  <a:srgbClr val="232F3E"/>
                </a:solidFill>
              </a:defRPr>
            </a:lvl4pPr>
            <a:lvl5pPr indent="-304800" lvl="4" marL="2286000" algn="l">
              <a:lnSpc>
                <a:spcPct val="100000"/>
              </a:lnSpc>
              <a:spcBef>
                <a:spcPts val="0"/>
              </a:spcBef>
              <a:spcAft>
                <a:spcPts val="0"/>
              </a:spcAft>
              <a:buClr>
                <a:srgbClr val="232F3E"/>
              </a:buClr>
              <a:buSzPts val="1200"/>
              <a:buChar char="•"/>
              <a:defRPr sz="1200">
                <a:solidFill>
                  <a:srgbClr val="232F3E"/>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chemeClr val="dk2"/>
        </a:solidFill>
      </p:bgPr>
    </p:bg>
    <p:spTree>
      <p:nvGrpSpPr>
        <p:cNvPr id="629" name="Shape 629"/>
        <p:cNvGrpSpPr/>
        <p:nvPr/>
      </p:nvGrpSpPr>
      <p:grpSpPr>
        <a:xfrm>
          <a:off x="0" y="0"/>
          <a:ext cx="0" cy="0"/>
          <a:chOff x="0" y="0"/>
          <a:chExt cx="0" cy="0"/>
        </a:xfrm>
      </p:grpSpPr>
      <p:sp>
        <p:nvSpPr>
          <p:cNvPr id="630" name="Google Shape;630;p72"/>
          <p:cNvSpPr txBox="1"/>
          <p:nvPr>
            <p:ph type="title"/>
          </p:nvPr>
        </p:nvSpPr>
        <p:spPr>
          <a:xfrm>
            <a:off x="274320" y="226313"/>
            <a:ext cx="4959832" cy="4676762"/>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2700"/>
              <a:buFont typeface="Play"/>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1" name="Google Shape;631;p72"/>
          <p:cNvSpPr txBox="1"/>
          <p:nvPr>
            <p:ph idx="12" type="sldNum"/>
          </p:nvPr>
        </p:nvSpPr>
        <p:spPr>
          <a:xfrm>
            <a:off x="8599932" y="4834890"/>
            <a:ext cx="363474" cy="17145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
        <p:nvSpPr>
          <p:cNvPr id="632" name="Google Shape;632;p72"/>
          <p:cNvSpPr/>
          <p:nvPr/>
        </p:nvSpPr>
        <p:spPr>
          <a:xfrm>
            <a:off x="5511486" y="733985"/>
            <a:ext cx="3270183" cy="3270183"/>
          </a:xfrm>
          <a:prstGeom prst="octagon">
            <a:avLst>
              <a:gd fmla="val 29289" name="adj"/>
            </a:avLst>
          </a:prstGeom>
          <a:solidFill>
            <a:srgbClr val="FF0000"/>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6600">
                <a:solidFill>
                  <a:schemeClr val="lt1"/>
                </a:solidFill>
                <a:latin typeface="Play"/>
                <a:ea typeface="Play"/>
                <a:cs typeface="Play"/>
                <a:sym typeface="Play"/>
              </a:rPr>
              <a:t>STOP</a:t>
            </a:r>
            <a:endParaRPr sz="110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
  <p:cSld name="Service intro">
    <p:bg>
      <p:bgPr>
        <a:solidFill>
          <a:schemeClr val="lt1"/>
        </a:solidFill>
      </p:bgPr>
    </p:bg>
    <p:spTree>
      <p:nvGrpSpPr>
        <p:cNvPr id="633" name="Shape 633"/>
        <p:cNvGrpSpPr/>
        <p:nvPr/>
      </p:nvGrpSpPr>
      <p:grpSpPr>
        <a:xfrm>
          <a:off x="0" y="0"/>
          <a:ext cx="0" cy="0"/>
          <a:chOff x="0" y="0"/>
          <a:chExt cx="0" cy="0"/>
        </a:xfrm>
      </p:grpSpPr>
      <p:sp>
        <p:nvSpPr>
          <p:cNvPr id="634" name="Google Shape;634;p7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35" name="Google Shape;635;p7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2700"/>
              <a:buFont typeface="Play"/>
              <a:buNone/>
              <a:defRPr>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36" name="Google Shape;636;p73"/>
          <p:cNvPicPr preferRelativeResize="0"/>
          <p:nvPr/>
        </p:nvPicPr>
        <p:blipFill rotWithShape="1">
          <a:blip r:embed="rId2">
            <a:alphaModFix/>
          </a:blip>
          <a:srcRect b="0" l="0" r="0" t="0"/>
          <a:stretch/>
        </p:blipFill>
        <p:spPr>
          <a:xfrm>
            <a:off x="274319" y="771283"/>
            <a:ext cx="8613648" cy="34290"/>
          </a:xfrm>
          <a:prstGeom prst="rect">
            <a:avLst/>
          </a:prstGeom>
          <a:noFill/>
          <a:ln>
            <a:noFill/>
          </a:ln>
        </p:spPr>
      </p:pic>
      <p:sp>
        <p:nvSpPr>
          <p:cNvPr id="637" name="Google Shape;637;p73"/>
          <p:cNvSpPr txBox="1"/>
          <p:nvPr>
            <p:ph idx="1" type="body"/>
          </p:nvPr>
        </p:nvSpPr>
        <p:spPr>
          <a:xfrm>
            <a:off x="274320" y="822960"/>
            <a:ext cx="5733288" cy="3998214"/>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0"/>
              </a:spcBef>
              <a:spcAft>
                <a:spcPts val="0"/>
              </a:spcAft>
              <a:buClr>
                <a:srgbClr val="232F3E"/>
              </a:buClr>
              <a:buSzPts val="2100"/>
              <a:buChar char="•"/>
              <a:defRPr>
                <a:solidFill>
                  <a:srgbClr val="232F3E"/>
                </a:solidFill>
              </a:defRPr>
            </a:lvl1pPr>
            <a:lvl2pPr indent="-342900" lvl="1" marL="914400" algn="l">
              <a:lnSpc>
                <a:spcPct val="100000"/>
              </a:lnSpc>
              <a:spcBef>
                <a:spcPts val="900"/>
              </a:spcBef>
              <a:spcAft>
                <a:spcPts val="0"/>
              </a:spcAft>
              <a:buClr>
                <a:srgbClr val="232F3E"/>
              </a:buClr>
              <a:buSzPts val="1800"/>
              <a:buChar char="•"/>
              <a:defRPr>
                <a:solidFill>
                  <a:srgbClr val="232F3E"/>
                </a:solidFill>
              </a:defRPr>
            </a:lvl2pPr>
            <a:lvl3pPr indent="-323850" lvl="2" marL="1371600" algn="l">
              <a:lnSpc>
                <a:spcPct val="100000"/>
              </a:lnSpc>
              <a:spcBef>
                <a:spcPts val="900"/>
              </a:spcBef>
              <a:spcAft>
                <a:spcPts val="0"/>
              </a:spcAft>
              <a:buClr>
                <a:srgbClr val="232F3E"/>
              </a:buClr>
              <a:buSzPts val="1500"/>
              <a:buChar char="•"/>
              <a:defRPr>
                <a:solidFill>
                  <a:srgbClr val="232F3E"/>
                </a:solidFill>
              </a:defRPr>
            </a:lvl3pPr>
            <a:lvl4pPr indent="-317500" lvl="3" marL="1828800" algn="l">
              <a:lnSpc>
                <a:spcPct val="100000"/>
              </a:lnSpc>
              <a:spcBef>
                <a:spcPts val="900"/>
              </a:spcBef>
              <a:spcAft>
                <a:spcPts val="0"/>
              </a:spcAft>
              <a:buClr>
                <a:srgbClr val="232F3E"/>
              </a:buClr>
              <a:buSzPts val="1400"/>
              <a:buChar char="•"/>
              <a:defRPr>
                <a:solidFill>
                  <a:srgbClr val="232F3E"/>
                </a:solidFill>
              </a:defRPr>
            </a:lvl4pPr>
            <a:lvl5pPr indent="-317500" lvl="4" marL="2286000" algn="l">
              <a:lnSpc>
                <a:spcPct val="100000"/>
              </a:lnSpc>
              <a:spcBef>
                <a:spcPts val="900"/>
              </a:spcBef>
              <a:spcAft>
                <a:spcPts val="0"/>
              </a:spcAft>
              <a:buClr>
                <a:srgbClr val="232F3E"/>
              </a:buClr>
              <a:buSzPts val="1400"/>
              <a:buChar char="•"/>
              <a:defRPr>
                <a:solidFill>
                  <a:srgbClr val="232F3E"/>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8" name="Google Shape;638;p73"/>
          <p:cNvSpPr/>
          <p:nvPr>
            <p:ph idx="2" type="pic"/>
          </p:nvPr>
        </p:nvSpPr>
        <p:spPr>
          <a:xfrm>
            <a:off x="6713306" y="1817370"/>
            <a:ext cx="1508760" cy="1508760"/>
          </a:xfrm>
          <a:prstGeom prst="rect">
            <a:avLst/>
          </a:prstGeom>
          <a:no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yQuestion">
  <p:cSld name="AcademyQuestion">
    <p:bg>
      <p:bgPr>
        <a:solidFill>
          <a:schemeClr val="lt1"/>
        </a:solidFill>
      </p:bgPr>
    </p:bg>
    <p:spTree>
      <p:nvGrpSpPr>
        <p:cNvPr id="639" name="Shape 639"/>
        <p:cNvGrpSpPr/>
        <p:nvPr/>
      </p:nvGrpSpPr>
      <p:grpSpPr>
        <a:xfrm>
          <a:off x="0" y="0"/>
          <a:ext cx="0" cy="0"/>
          <a:chOff x="0" y="0"/>
          <a:chExt cx="0" cy="0"/>
        </a:xfrm>
      </p:grpSpPr>
      <p:sp>
        <p:nvSpPr>
          <p:cNvPr id="640" name="Google Shape;640;p7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lvl1pPr indent="0" lvl="0" marL="0" marR="0" algn="r">
              <a:spcBef>
                <a:spcPts val="0"/>
              </a:spcBef>
              <a:buNone/>
              <a:defRPr sz="900">
                <a:solidFill>
                  <a:srgbClr val="232F3E"/>
                </a:solidFill>
                <a:latin typeface="Play"/>
                <a:ea typeface="Play"/>
                <a:cs typeface="Play"/>
                <a:sym typeface="Play"/>
              </a:defRPr>
            </a:lvl1pPr>
            <a:lvl2pPr indent="0" lvl="1" marL="0" marR="0" algn="r">
              <a:spcBef>
                <a:spcPts val="0"/>
              </a:spcBef>
              <a:buNone/>
              <a:defRPr sz="900">
                <a:solidFill>
                  <a:srgbClr val="232F3E"/>
                </a:solidFill>
                <a:latin typeface="Play"/>
                <a:ea typeface="Play"/>
                <a:cs typeface="Play"/>
                <a:sym typeface="Play"/>
              </a:defRPr>
            </a:lvl2pPr>
            <a:lvl3pPr indent="0" lvl="2" marL="0" marR="0" algn="r">
              <a:spcBef>
                <a:spcPts val="0"/>
              </a:spcBef>
              <a:buNone/>
              <a:defRPr sz="900">
                <a:solidFill>
                  <a:srgbClr val="232F3E"/>
                </a:solidFill>
                <a:latin typeface="Play"/>
                <a:ea typeface="Play"/>
                <a:cs typeface="Play"/>
                <a:sym typeface="Play"/>
              </a:defRPr>
            </a:lvl3pPr>
            <a:lvl4pPr indent="0" lvl="3" marL="0" marR="0" algn="r">
              <a:spcBef>
                <a:spcPts val="0"/>
              </a:spcBef>
              <a:buNone/>
              <a:defRPr sz="900">
                <a:solidFill>
                  <a:srgbClr val="232F3E"/>
                </a:solidFill>
                <a:latin typeface="Play"/>
                <a:ea typeface="Play"/>
                <a:cs typeface="Play"/>
                <a:sym typeface="Play"/>
              </a:defRPr>
            </a:lvl4pPr>
            <a:lvl5pPr indent="0" lvl="4" marL="0" marR="0" algn="r">
              <a:spcBef>
                <a:spcPts val="0"/>
              </a:spcBef>
              <a:buNone/>
              <a:defRPr sz="900">
                <a:solidFill>
                  <a:srgbClr val="232F3E"/>
                </a:solidFill>
                <a:latin typeface="Play"/>
                <a:ea typeface="Play"/>
                <a:cs typeface="Play"/>
                <a:sym typeface="Play"/>
              </a:defRPr>
            </a:lvl5pPr>
            <a:lvl6pPr indent="0" lvl="5" marL="0" marR="0" algn="r">
              <a:spcBef>
                <a:spcPts val="0"/>
              </a:spcBef>
              <a:buNone/>
              <a:defRPr sz="900">
                <a:solidFill>
                  <a:srgbClr val="232F3E"/>
                </a:solidFill>
                <a:latin typeface="Play"/>
                <a:ea typeface="Play"/>
                <a:cs typeface="Play"/>
                <a:sym typeface="Play"/>
              </a:defRPr>
            </a:lvl6pPr>
            <a:lvl7pPr indent="0" lvl="6" marL="0" marR="0" algn="r">
              <a:spcBef>
                <a:spcPts val="0"/>
              </a:spcBef>
              <a:buNone/>
              <a:defRPr sz="900">
                <a:solidFill>
                  <a:srgbClr val="232F3E"/>
                </a:solidFill>
                <a:latin typeface="Play"/>
                <a:ea typeface="Play"/>
                <a:cs typeface="Play"/>
                <a:sym typeface="Play"/>
              </a:defRPr>
            </a:lvl7pPr>
            <a:lvl8pPr indent="0" lvl="7" marL="0" marR="0" algn="r">
              <a:spcBef>
                <a:spcPts val="0"/>
              </a:spcBef>
              <a:buNone/>
              <a:defRPr sz="900">
                <a:solidFill>
                  <a:srgbClr val="232F3E"/>
                </a:solidFill>
                <a:latin typeface="Play"/>
                <a:ea typeface="Play"/>
                <a:cs typeface="Play"/>
                <a:sym typeface="Play"/>
              </a:defRPr>
            </a:lvl8pPr>
            <a:lvl9pPr indent="0" lvl="8" marL="0" marR="0" algn="r">
              <a:spcBef>
                <a:spcPts val="0"/>
              </a:spcBef>
              <a:buNone/>
              <a:defRPr sz="9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641" name="Google Shape;641;p74"/>
          <p:cNvSpPr txBox="1"/>
          <p:nvPr>
            <p:ph type="title"/>
          </p:nvPr>
        </p:nvSpPr>
        <p:spPr>
          <a:xfrm>
            <a:off x="0" y="139496"/>
            <a:ext cx="9144000" cy="401648"/>
          </a:xfrm>
          <a:prstGeom prst="rect">
            <a:avLst/>
          </a:prstGeom>
          <a:noFill/>
          <a:ln>
            <a:noFill/>
          </a:ln>
        </p:spPr>
        <p:txBody>
          <a:bodyPr anchorCtr="0" anchor="ctr" bIns="34275" lIns="137150" spcFirstLastPara="1" rIns="137150" wrap="square" tIns="34275">
            <a:spAutoFit/>
          </a:bodyPr>
          <a:lstStyle>
            <a:lvl1pPr lvl="0" algn="l">
              <a:lnSpc>
                <a:spcPct val="90000"/>
              </a:lnSpc>
              <a:spcBef>
                <a:spcPts val="0"/>
              </a:spcBef>
              <a:spcAft>
                <a:spcPts val="0"/>
              </a:spcAft>
              <a:buClr>
                <a:srgbClr val="232F3E"/>
              </a:buClr>
              <a:buSzPts val="2400"/>
              <a:buFont typeface="Play"/>
              <a:buNone/>
              <a:defRPr sz="2400">
                <a:solidFill>
                  <a:srgbClr val="232F3E"/>
                </a:solidFill>
                <a:latin typeface="Play"/>
                <a:ea typeface="Play"/>
                <a:cs typeface="Play"/>
                <a:sym typeface="Pl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2" name="Google Shape;642;p74"/>
          <p:cNvSpPr txBox="1"/>
          <p:nvPr>
            <p:ph idx="1" type="body"/>
          </p:nvPr>
        </p:nvSpPr>
        <p:spPr>
          <a:xfrm>
            <a:off x="0" y="541145"/>
            <a:ext cx="9144000" cy="1097280"/>
          </a:xfrm>
          <a:prstGeom prst="rect">
            <a:avLst/>
          </a:prstGeom>
          <a:solidFill>
            <a:schemeClr val="accent1"/>
          </a:solidFill>
          <a:ln>
            <a:noFill/>
          </a:ln>
        </p:spPr>
        <p:txBody>
          <a:bodyPr anchorCtr="0" anchor="t" bIns="68575" lIns="137150" spcFirstLastPara="1" rIns="137150" wrap="square" tIns="6857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vl2pPr indent="-228600" lvl="1" marL="914400" algn="l">
              <a:lnSpc>
                <a:spcPct val="90000"/>
              </a:lnSpc>
              <a:spcBef>
                <a:spcPts val="500"/>
              </a:spcBef>
              <a:spcAft>
                <a:spcPts val="0"/>
              </a:spcAft>
              <a:buClr>
                <a:schemeClr val="lt1"/>
              </a:buClr>
              <a:buSzPts val="1200"/>
              <a:buNone/>
              <a:defRPr sz="1200">
                <a:solidFill>
                  <a:schemeClr val="lt1"/>
                </a:solidFill>
              </a:defRPr>
            </a:lvl2pPr>
            <a:lvl3pPr indent="-228600" lvl="2" marL="1371600" algn="l">
              <a:lnSpc>
                <a:spcPct val="90000"/>
              </a:lnSpc>
              <a:spcBef>
                <a:spcPts val="900"/>
              </a:spcBef>
              <a:spcAft>
                <a:spcPts val="0"/>
              </a:spcAft>
              <a:buClr>
                <a:schemeClr val="lt1"/>
              </a:buClr>
              <a:buSzPts val="1200"/>
              <a:buNone/>
              <a:defRPr sz="1200">
                <a:solidFill>
                  <a:schemeClr val="lt1"/>
                </a:solidFill>
              </a:defRPr>
            </a:lvl3pPr>
            <a:lvl4pPr indent="-228600" lvl="3" marL="1828800" algn="l">
              <a:lnSpc>
                <a:spcPct val="90000"/>
              </a:lnSpc>
              <a:spcBef>
                <a:spcPts val="900"/>
              </a:spcBef>
              <a:spcAft>
                <a:spcPts val="0"/>
              </a:spcAft>
              <a:buClr>
                <a:schemeClr val="lt1"/>
              </a:buClr>
              <a:buSzPts val="1200"/>
              <a:buNone/>
              <a:defRPr sz="1200">
                <a:solidFill>
                  <a:schemeClr val="lt1"/>
                </a:solidFill>
              </a:defRPr>
            </a:lvl4pPr>
            <a:lvl5pPr indent="-228600" lvl="4" marL="2286000" algn="l">
              <a:lnSpc>
                <a:spcPct val="90000"/>
              </a:lnSpc>
              <a:spcBef>
                <a:spcPts val="900"/>
              </a:spcBef>
              <a:spcAft>
                <a:spcPts val="0"/>
              </a:spcAft>
              <a:buClr>
                <a:schemeClr val="lt1"/>
              </a:buClr>
              <a:buSzPts val="1200"/>
              <a:buNone/>
              <a:defRPr sz="1200">
                <a:solidFill>
                  <a:schemeClr val="lt1"/>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643" name="Shape 643"/>
        <p:cNvGrpSpPr/>
        <p:nvPr/>
      </p:nvGrpSpPr>
      <p:grpSpPr>
        <a:xfrm>
          <a:off x="0" y="0"/>
          <a:ext cx="0" cy="0"/>
          <a:chOff x="0" y="0"/>
          <a:chExt cx="0" cy="0"/>
        </a:xfrm>
      </p:grpSpPr>
      <p:pic>
        <p:nvPicPr>
          <p:cNvPr id="644" name="Google Shape;644;p75"/>
          <p:cNvPicPr preferRelativeResize="0"/>
          <p:nvPr/>
        </p:nvPicPr>
        <p:blipFill rotWithShape="1">
          <a:blip r:embed="rId2">
            <a:alphaModFix/>
          </a:blip>
          <a:srcRect b="0" l="0" r="0" t="0"/>
          <a:stretch/>
        </p:blipFill>
        <p:spPr>
          <a:xfrm>
            <a:off x="1852" y="4"/>
            <a:ext cx="9141714" cy="857250"/>
          </a:xfrm>
          <a:prstGeom prst="rect">
            <a:avLst/>
          </a:prstGeom>
          <a:noFill/>
          <a:ln>
            <a:noFill/>
          </a:ln>
        </p:spPr>
      </p:pic>
      <p:sp>
        <p:nvSpPr>
          <p:cNvPr id="645" name="Google Shape;645;p75"/>
          <p:cNvSpPr txBox="1"/>
          <p:nvPr>
            <p:ph type="title"/>
          </p:nvPr>
        </p:nvSpPr>
        <p:spPr>
          <a:xfrm>
            <a:off x="314325" y="273844"/>
            <a:ext cx="6775704" cy="355589"/>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3000"/>
              <a:buFont typeface="Play"/>
              <a:buNone/>
              <a:defRPr sz="3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6" name="Google Shape;646;p75"/>
          <p:cNvPicPr preferRelativeResize="0"/>
          <p:nvPr/>
        </p:nvPicPr>
        <p:blipFill rotWithShape="1">
          <a:blip r:embed="rId3">
            <a:alphaModFix/>
          </a:blip>
          <a:srcRect b="0" l="0" r="0" t="0"/>
          <a:stretch/>
        </p:blipFill>
        <p:spPr>
          <a:xfrm>
            <a:off x="7431899" y="273844"/>
            <a:ext cx="1329492" cy="336805"/>
          </a:xfrm>
          <a:prstGeom prst="rect">
            <a:avLst/>
          </a:prstGeom>
          <a:noFill/>
          <a:ln>
            <a:noFill/>
          </a:ln>
        </p:spPr>
      </p:pic>
      <p:sp>
        <p:nvSpPr>
          <p:cNvPr id="647" name="Google Shape;647;p75"/>
          <p:cNvSpPr txBox="1"/>
          <p:nvPr>
            <p:ph idx="1" type="body"/>
          </p:nvPr>
        </p:nvSpPr>
        <p:spPr>
          <a:xfrm>
            <a:off x="314325" y="1146131"/>
            <a:ext cx="8515350" cy="3486591"/>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0"/>
              </a:spcBef>
              <a:spcAft>
                <a:spcPts val="0"/>
              </a:spcAft>
              <a:buClr>
                <a:schemeClr val="dk1"/>
              </a:buClr>
              <a:buSzPts val="2100"/>
              <a:buChar char="•"/>
              <a:defRPr>
                <a:solidFill>
                  <a:schemeClr val="dk1"/>
                </a:solidFill>
              </a:defRPr>
            </a:lvl1pPr>
            <a:lvl2pPr indent="-342900" lvl="1" marL="914400" algn="l">
              <a:lnSpc>
                <a:spcPct val="90000"/>
              </a:lnSpc>
              <a:spcBef>
                <a:spcPts val="900"/>
              </a:spcBef>
              <a:spcAft>
                <a:spcPts val="0"/>
              </a:spcAft>
              <a:buClr>
                <a:schemeClr val="dk1"/>
              </a:buClr>
              <a:buSzPts val="1800"/>
              <a:buChar char="•"/>
              <a:defRPr>
                <a:solidFill>
                  <a:schemeClr val="dk1"/>
                </a:solidFill>
              </a:defRPr>
            </a:lvl2pPr>
            <a:lvl3pPr indent="-323850" lvl="2" marL="1371600" algn="l">
              <a:lnSpc>
                <a:spcPct val="90000"/>
              </a:lnSpc>
              <a:spcBef>
                <a:spcPts val="900"/>
              </a:spcBef>
              <a:spcAft>
                <a:spcPts val="0"/>
              </a:spcAft>
              <a:buClr>
                <a:schemeClr val="dk1"/>
              </a:buClr>
              <a:buSzPts val="1500"/>
              <a:buChar char="•"/>
              <a:defRPr>
                <a:solidFill>
                  <a:schemeClr val="dk1"/>
                </a:solidFill>
              </a:defRPr>
            </a:lvl3pPr>
            <a:lvl4pPr indent="-317500" lvl="3" marL="1828800" algn="l">
              <a:lnSpc>
                <a:spcPct val="90000"/>
              </a:lnSpc>
              <a:spcBef>
                <a:spcPts val="900"/>
              </a:spcBef>
              <a:spcAft>
                <a:spcPts val="0"/>
              </a:spcAft>
              <a:buClr>
                <a:schemeClr val="dk1"/>
              </a:buClr>
              <a:buSzPts val="1400"/>
              <a:buChar char="•"/>
              <a:defRPr>
                <a:solidFill>
                  <a:schemeClr val="dk1"/>
                </a:solidFill>
              </a:defRPr>
            </a:lvl4pPr>
            <a:lvl5pPr indent="-317500" lvl="4" marL="2286000" algn="l">
              <a:lnSpc>
                <a:spcPct val="90000"/>
              </a:lnSpc>
              <a:spcBef>
                <a:spcPts val="900"/>
              </a:spcBef>
              <a:spcAft>
                <a:spcPts val="0"/>
              </a:spcAft>
              <a:buClr>
                <a:schemeClr val="dk1"/>
              </a:buClr>
              <a:buSzPts val="1400"/>
              <a:buChar char="•"/>
              <a:defRPr>
                <a:solidFill>
                  <a:schemeClr val="dk1"/>
                </a:solidFill>
              </a:defRPr>
            </a:lvl5pPr>
            <a:lvl6pPr indent="-317500" lvl="5" marL="2743200" algn="l">
              <a:lnSpc>
                <a:spcPct val="90000"/>
              </a:lnSpc>
              <a:spcBef>
                <a:spcPts val="9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8" name="Google Shape;648;p75"/>
          <p:cNvSpPr txBox="1"/>
          <p:nvPr>
            <p:ph idx="11" type="ftr"/>
          </p:nvPr>
        </p:nvSpPr>
        <p:spPr>
          <a:xfrm>
            <a:off x="314325" y="4767263"/>
            <a:ext cx="280159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Play"/>
                <a:ea typeface="Play"/>
                <a:cs typeface="Play"/>
                <a:sym typeface="Play"/>
              </a:defRPr>
            </a:lvl2pPr>
            <a:lvl3pPr lvl="2" marR="0" rtl="0" algn="l">
              <a:spcBef>
                <a:spcPts val="0"/>
              </a:spcBef>
              <a:spcAft>
                <a:spcPts val="0"/>
              </a:spcAft>
              <a:buSzPts val="1100"/>
              <a:buNone/>
              <a:defRPr b="0" i="0" sz="1400" u="none" cap="none" strike="noStrike">
                <a:solidFill>
                  <a:schemeClr val="dk1"/>
                </a:solidFill>
                <a:latin typeface="Play"/>
                <a:ea typeface="Play"/>
                <a:cs typeface="Play"/>
                <a:sym typeface="Play"/>
              </a:defRPr>
            </a:lvl3pPr>
            <a:lvl4pPr lvl="3" marR="0" rtl="0" algn="l">
              <a:spcBef>
                <a:spcPts val="0"/>
              </a:spcBef>
              <a:spcAft>
                <a:spcPts val="0"/>
              </a:spcAft>
              <a:buSzPts val="1100"/>
              <a:buNone/>
              <a:defRPr b="0" i="0" sz="1400" u="none" cap="none" strike="noStrike">
                <a:solidFill>
                  <a:schemeClr val="dk1"/>
                </a:solidFill>
                <a:latin typeface="Play"/>
                <a:ea typeface="Play"/>
                <a:cs typeface="Play"/>
                <a:sym typeface="Play"/>
              </a:defRPr>
            </a:lvl4pPr>
            <a:lvl5pPr lvl="4" marR="0" rtl="0" algn="l">
              <a:spcBef>
                <a:spcPts val="0"/>
              </a:spcBef>
              <a:spcAft>
                <a:spcPts val="0"/>
              </a:spcAft>
              <a:buSzPts val="1100"/>
              <a:buNone/>
              <a:defRPr b="0" i="0" sz="1400" u="none" cap="none" strike="noStrike">
                <a:solidFill>
                  <a:schemeClr val="dk1"/>
                </a:solidFill>
                <a:latin typeface="Play"/>
                <a:ea typeface="Play"/>
                <a:cs typeface="Play"/>
                <a:sym typeface="Play"/>
              </a:defRPr>
            </a:lvl5pPr>
            <a:lvl6pPr lvl="5" marR="0" rtl="0" algn="l">
              <a:spcBef>
                <a:spcPts val="0"/>
              </a:spcBef>
              <a:spcAft>
                <a:spcPts val="0"/>
              </a:spcAft>
              <a:buSzPts val="1100"/>
              <a:buNone/>
              <a:defRPr b="0" i="0" sz="1400" u="none" cap="none" strike="noStrike">
                <a:solidFill>
                  <a:schemeClr val="dk1"/>
                </a:solidFill>
                <a:latin typeface="Play"/>
                <a:ea typeface="Play"/>
                <a:cs typeface="Play"/>
                <a:sym typeface="Play"/>
              </a:defRPr>
            </a:lvl6pPr>
            <a:lvl7pPr lvl="6" marR="0" rtl="0" algn="l">
              <a:spcBef>
                <a:spcPts val="0"/>
              </a:spcBef>
              <a:spcAft>
                <a:spcPts val="0"/>
              </a:spcAft>
              <a:buSzPts val="1100"/>
              <a:buNone/>
              <a:defRPr b="0" i="0" sz="1400" u="none" cap="none" strike="noStrike">
                <a:solidFill>
                  <a:schemeClr val="dk1"/>
                </a:solidFill>
                <a:latin typeface="Play"/>
                <a:ea typeface="Play"/>
                <a:cs typeface="Play"/>
                <a:sym typeface="Play"/>
              </a:defRPr>
            </a:lvl7pPr>
            <a:lvl8pPr lvl="7" marR="0" rtl="0" algn="l">
              <a:spcBef>
                <a:spcPts val="0"/>
              </a:spcBef>
              <a:spcAft>
                <a:spcPts val="0"/>
              </a:spcAft>
              <a:buSzPts val="1100"/>
              <a:buNone/>
              <a:defRPr b="0" i="0" sz="1400" u="none" cap="none" strike="noStrike">
                <a:solidFill>
                  <a:schemeClr val="dk1"/>
                </a:solidFill>
                <a:latin typeface="Play"/>
                <a:ea typeface="Play"/>
                <a:cs typeface="Play"/>
                <a:sym typeface="Play"/>
              </a:defRPr>
            </a:lvl8pPr>
            <a:lvl9pPr lvl="8" marR="0" rtl="0" algn="l">
              <a:spcBef>
                <a:spcPts val="0"/>
              </a:spcBef>
              <a:spcAft>
                <a:spcPts val="0"/>
              </a:spcAft>
              <a:buSzPts val="1100"/>
              <a:buNone/>
              <a:defRPr b="0" i="0" sz="1400" u="none" cap="none" strike="noStrike">
                <a:solidFill>
                  <a:schemeClr val="dk1"/>
                </a:solidFill>
                <a:latin typeface="Play"/>
                <a:ea typeface="Play"/>
                <a:cs typeface="Play"/>
                <a:sym typeface="Play"/>
              </a:defRPr>
            </a:lvl9pPr>
          </a:lstStyle>
          <a:p/>
        </p:txBody>
      </p:sp>
      <p:sp>
        <p:nvSpPr>
          <p:cNvPr id="649" name="Google Shape;649;p75"/>
          <p:cNvSpPr txBox="1"/>
          <p:nvPr>
            <p:ph idx="12" type="sldNum"/>
          </p:nvPr>
        </p:nvSpPr>
        <p:spPr>
          <a:xfrm>
            <a:off x="6772275" y="4767263"/>
            <a:ext cx="2057400" cy="273844"/>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9.xml"/><Relationship Id="rId42" Type="http://schemas.openxmlformats.org/officeDocument/2006/relationships/slideLayout" Target="../slideLayouts/slideLayout51.xml"/><Relationship Id="rId41" Type="http://schemas.openxmlformats.org/officeDocument/2006/relationships/slideLayout" Target="../slideLayouts/slideLayout50.xml"/><Relationship Id="rId44" Type="http://schemas.openxmlformats.org/officeDocument/2006/relationships/slideLayout" Target="../slideLayouts/slideLayout53.xml"/><Relationship Id="rId43" Type="http://schemas.openxmlformats.org/officeDocument/2006/relationships/slideLayout" Target="../slideLayouts/slideLayout52.xml"/><Relationship Id="rId46" Type="http://schemas.openxmlformats.org/officeDocument/2006/relationships/slideLayout" Target="../slideLayouts/slideLayout55.xml"/><Relationship Id="rId45" Type="http://schemas.openxmlformats.org/officeDocument/2006/relationships/slideLayout" Target="../slideLayouts/slideLayout54.xml"/><Relationship Id="rId1" Type="http://schemas.openxmlformats.org/officeDocument/2006/relationships/image" Target="../media/image21.pn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48" Type="http://schemas.openxmlformats.org/officeDocument/2006/relationships/slideLayout" Target="../slideLayouts/slideLayout57.xml"/><Relationship Id="rId47" Type="http://schemas.openxmlformats.org/officeDocument/2006/relationships/slideLayout" Target="../slideLayouts/slideLayout56.xml"/><Relationship Id="rId49" Type="http://schemas.openxmlformats.org/officeDocument/2006/relationships/slideLayout" Target="../slideLayouts/slideLayout5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31" Type="http://schemas.openxmlformats.org/officeDocument/2006/relationships/slideLayout" Target="../slideLayouts/slideLayout40.xml"/><Relationship Id="rId30" Type="http://schemas.openxmlformats.org/officeDocument/2006/relationships/slideLayout" Target="../slideLayouts/slideLayout39.xml"/><Relationship Id="rId33" Type="http://schemas.openxmlformats.org/officeDocument/2006/relationships/slideLayout" Target="../slideLayouts/slideLayout42.xml"/><Relationship Id="rId32" Type="http://schemas.openxmlformats.org/officeDocument/2006/relationships/slideLayout" Target="../slideLayouts/slideLayout41.xml"/><Relationship Id="rId35" Type="http://schemas.openxmlformats.org/officeDocument/2006/relationships/slideLayout" Target="../slideLayouts/slideLayout44.xml"/><Relationship Id="rId34" Type="http://schemas.openxmlformats.org/officeDocument/2006/relationships/slideLayout" Target="../slideLayouts/slideLayout43.xml"/><Relationship Id="rId37" Type="http://schemas.openxmlformats.org/officeDocument/2006/relationships/slideLayout" Target="../slideLayouts/slideLayout46.xml"/><Relationship Id="rId36" Type="http://schemas.openxmlformats.org/officeDocument/2006/relationships/slideLayout" Target="../slideLayouts/slideLayout45.xml"/><Relationship Id="rId39" Type="http://schemas.openxmlformats.org/officeDocument/2006/relationships/slideLayout" Target="../slideLayouts/slideLayout48.xml"/><Relationship Id="rId38" Type="http://schemas.openxmlformats.org/officeDocument/2006/relationships/slideLayout" Target="../slideLayouts/slideLayout47.xml"/><Relationship Id="rId62" Type="http://schemas.openxmlformats.org/officeDocument/2006/relationships/slideLayout" Target="../slideLayouts/slideLayout71.xml"/><Relationship Id="rId61" Type="http://schemas.openxmlformats.org/officeDocument/2006/relationships/slideLayout" Target="../slideLayouts/slideLayout70.xml"/><Relationship Id="rId20" Type="http://schemas.openxmlformats.org/officeDocument/2006/relationships/slideLayout" Target="../slideLayouts/slideLayout29.xml"/><Relationship Id="rId64" Type="http://schemas.openxmlformats.org/officeDocument/2006/relationships/slideLayout" Target="../slideLayouts/slideLayout73.xml"/><Relationship Id="rId63" Type="http://schemas.openxmlformats.org/officeDocument/2006/relationships/slideLayout" Target="../slideLayouts/slideLayout72.xml"/><Relationship Id="rId22" Type="http://schemas.openxmlformats.org/officeDocument/2006/relationships/slideLayout" Target="../slideLayouts/slideLayout31.xml"/><Relationship Id="rId21" Type="http://schemas.openxmlformats.org/officeDocument/2006/relationships/slideLayout" Target="../slideLayouts/slideLayout30.xml"/><Relationship Id="rId65" Type="http://schemas.openxmlformats.org/officeDocument/2006/relationships/theme" Target="../theme/theme1.xml"/><Relationship Id="rId24" Type="http://schemas.openxmlformats.org/officeDocument/2006/relationships/slideLayout" Target="../slideLayouts/slideLayout33.xml"/><Relationship Id="rId23" Type="http://schemas.openxmlformats.org/officeDocument/2006/relationships/slideLayout" Target="../slideLayouts/slideLayout32.xml"/><Relationship Id="rId60" Type="http://schemas.openxmlformats.org/officeDocument/2006/relationships/slideLayout" Target="../slideLayouts/slideLayout69.xml"/><Relationship Id="rId26" Type="http://schemas.openxmlformats.org/officeDocument/2006/relationships/slideLayout" Target="../slideLayouts/slideLayout35.xml"/><Relationship Id="rId25" Type="http://schemas.openxmlformats.org/officeDocument/2006/relationships/slideLayout" Target="../slideLayouts/slideLayout34.xml"/><Relationship Id="rId28" Type="http://schemas.openxmlformats.org/officeDocument/2006/relationships/slideLayout" Target="../slideLayouts/slideLayout37.xml"/><Relationship Id="rId27" Type="http://schemas.openxmlformats.org/officeDocument/2006/relationships/slideLayout" Target="../slideLayouts/slideLayout36.xml"/><Relationship Id="rId29" Type="http://schemas.openxmlformats.org/officeDocument/2006/relationships/slideLayout" Target="../slideLayouts/slideLayout38.xml"/><Relationship Id="rId51" Type="http://schemas.openxmlformats.org/officeDocument/2006/relationships/slideLayout" Target="../slideLayouts/slideLayout60.xml"/><Relationship Id="rId50" Type="http://schemas.openxmlformats.org/officeDocument/2006/relationships/slideLayout" Target="../slideLayouts/slideLayout59.xml"/><Relationship Id="rId53" Type="http://schemas.openxmlformats.org/officeDocument/2006/relationships/slideLayout" Target="../slideLayouts/slideLayout62.xml"/><Relationship Id="rId52" Type="http://schemas.openxmlformats.org/officeDocument/2006/relationships/slideLayout" Target="../slideLayouts/slideLayout61.xml"/><Relationship Id="rId11" Type="http://schemas.openxmlformats.org/officeDocument/2006/relationships/slideLayout" Target="../slideLayouts/slideLayout20.xml"/><Relationship Id="rId55" Type="http://schemas.openxmlformats.org/officeDocument/2006/relationships/slideLayout" Target="../slideLayouts/slideLayout64.xml"/><Relationship Id="rId10" Type="http://schemas.openxmlformats.org/officeDocument/2006/relationships/slideLayout" Target="../slideLayouts/slideLayout19.xml"/><Relationship Id="rId54" Type="http://schemas.openxmlformats.org/officeDocument/2006/relationships/slideLayout" Target="../slideLayouts/slideLayout63.xml"/><Relationship Id="rId13" Type="http://schemas.openxmlformats.org/officeDocument/2006/relationships/slideLayout" Target="../slideLayouts/slideLayout22.xml"/><Relationship Id="rId57" Type="http://schemas.openxmlformats.org/officeDocument/2006/relationships/slideLayout" Target="../slideLayouts/slideLayout66.xml"/><Relationship Id="rId12" Type="http://schemas.openxmlformats.org/officeDocument/2006/relationships/slideLayout" Target="../slideLayouts/slideLayout21.xml"/><Relationship Id="rId56" Type="http://schemas.openxmlformats.org/officeDocument/2006/relationships/slideLayout" Target="../slideLayouts/slideLayout65.xml"/><Relationship Id="rId15" Type="http://schemas.openxmlformats.org/officeDocument/2006/relationships/slideLayout" Target="../slideLayouts/slideLayout24.xml"/><Relationship Id="rId59" Type="http://schemas.openxmlformats.org/officeDocument/2006/relationships/slideLayout" Target="../slideLayouts/slideLayout68.xml"/><Relationship Id="rId14" Type="http://schemas.openxmlformats.org/officeDocument/2006/relationships/slideLayout" Target="../slideLayouts/slideLayout23.xml"/><Relationship Id="rId58" Type="http://schemas.openxmlformats.org/officeDocument/2006/relationships/slideLayout" Target="../slideLayouts/slideLayout6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9" Type="http://schemas.openxmlformats.org/officeDocument/2006/relationships/slideLayout" Target="../slideLayouts/slideLayout28.xml"/><Relationship Id="rId1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99932" y="4834890"/>
            <a:ext cx="363474" cy="17145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900" u="none" cap="none" strike="noStrike">
                <a:solidFill>
                  <a:srgbClr val="232F3E"/>
                </a:solidFill>
                <a:latin typeface="Play"/>
                <a:ea typeface="Play"/>
                <a:cs typeface="Play"/>
                <a:sym typeface="Play"/>
              </a:defRPr>
            </a:lvl1pPr>
            <a:lvl2pPr indent="0" lvl="1" marL="0" marR="0" rtl="0" algn="r">
              <a:spcBef>
                <a:spcPts val="0"/>
              </a:spcBef>
              <a:buNone/>
              <a:defRPr b="0" i="0" sz="900" u="none" cap="none" strike="noStrike">
                <a:solidFill>
                  <a:srgbClr val="232F3E"/>
                </a:solidFill>
                <a:latin typeface="Play"/>
                <a:ea typeface="Play"/>
                <a:cs typeface="Play"/>
                <a:sym typeface="Play"/>
              </a:defRPr>
            </a:lvl2pPr>
            <a:lvl3pPr indent="0" lvl="2" marL="0" marR="0" rtl="0" algn="r">
              <a:spcBef>
                <a:spcPts val="0"/>
              </a:spcBef>
              <a:buNone/>
              <a:defRPr b="0" i="0" sz="900" u="none" cap="none" strike="noStrike">
                <a:solidFill>
                  <a:srgbClr val="232F3E"/>
                </a:solidFill>
                <a:latin typeface="Play"/>
                <a:ea typeface="Play"/>
                <a:cs typeface="Play"/>
                <a:sym typeface="Play"/>
              </a:defRPr>
            </a:lvl3pPr>
            <a:lvl4pPr indent="0" lvl="3" marL="0" marR="0" rtl="0" algn="r">
              <a:spcBef>
                <a:spcPts val="0"/>
              </a:spcBef>
              <a:buNone/>
              <a:defRPr b="0" i="0" sz="900" u="none" cap="none" strike="noStrike">
                <a:solidFill>
                  <a:srgbClr val="232F3E"/>
                </a:solidFill>
                <a:latin typeface="Play"/>
                <a:ea typeface="Play"/>
                <a:cs typeface="Play"/>
                <a:sym typeface="Play"/>
              </a:defRPr>
            </a:lvl4pPr>
            <a:lvl5pPr indent="0" lvl="4" marL="0" marR="0" rtl="0" algn="r">
              <a:spcBef>
                <a:spcPts val="0"/>
              </a:spcBef>
              <a:buNone/>
              <a:defRPr b="0" i="0" sz="900" u="none" cap="none" strike="noStrike">
                <a:solidFill>
                  <a:srgbClr val="232F3E"/>
                </a:solidFill>
                <a:latin typeface="Play"/>
                <a:ea typeface="Play"/>
                <a:cs typeface="Play"/>
                <a:sym typeface="Play"/>
              </a:defRPr>
            </a:lvl5pPr>
            <a:lvl6pPr indent="0" lvl="5" marL="0" marR="0" rtl="0" algn="r">
              <a:spcBef>
                <a:spcPts val="0"/>
              </a:spcBef>
              <a:buNone/>
              <a:defRPr b="0" i="0" sz="900" u="none" cap="none" strike="noStrike">
                <a:solidFill>
                  <a:srgbClr val="232F3E"/>
                </a:solidFill>
                <a:latin typeface="Play"/>
                <a:ea typeface="Play"/>
                <a:cs typeface="Play"/>
                <a:sym typeface="Play"/>
              </a:defRPr>
            </a:lvl6pPr>
            <a:lvl7pPr indent="0" lvl="6" marL="0" marR="0" rtl="0" algn="r">
              <a:spcBef>
                <a:spcPts val="0"/>
              </a:spcBef>
              <a:buNone/>
              <a:defRPr b="0" i="0" sz="900" u="none" cap="none" strike="noStrike">
                <a:solidFill>
                  <a:srgbClr val="232F3E"/>
                </a:solidFill>
                <a:latin typeface="Play"/>
                <a:ea typeface="Play"/>
                <a:cs typeface="Play"/>
                <a:sym typeface="Play"/>
              </a:defRPr>
            </a:lvl7pPr>
            <a:lvl8pPr indent="0" lvl="7" marL="0" marR="0" rtl="0" algn="r">
              <a:spcBef>
                <a:spcPts val="0"/>
              </a:spcBef>
              <a:buNone/>
              <a:defRPr b="0" i="0" sz="900" u="none" cap="none" strike="noStrike">
                <a:solidFill>
                  <a:srgbClr val="232F3E"/>
                </a:solidFill>
                <a:latin typeface="Play"/>
                <a:ea typeface="Play"/>
                <a:cs typeface="Play"/>
                <a:sym typeface="Play"/>
              </a:defRPr>
            </a:lvl8pPr>
            <a:lvl9pPr indent="0" lvl="8" marL="0" marR="0" rtl="0" algn="r">
              <a:spcBef>
                <a:spcPts val="0"/>
              </a:spcBef>
              <a:buNone/>
              <a:defRPr b="0" i="0" sz="9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s-419"/>
              <a:t>‹#›</a:t>
            </a:fld>
            <a:endParaRPr/>
          </a:p>
        </p:txBody>
      </p:sp>
      <p:sp>
        <p:nvSpPr>
          <p:cNvPr id="52" name="Google Shape;52;p13"/>
          <p:cNvSpPr txBox="1"/>
          <p:nvPr>
            <p:ph type="title"/>
          </p:nvPr>
        </p:nvSpPr>
        <p:spPr>
          <a:xfrm>
            <a:off x="274320" y="226314"/>
            <a:ext cx="8675370" cy="54864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232F3E"/>
              </a:buClr>
              <a:buSzPts val="2700"/>
              <a:buFont typeface="Play"/>
              <a:buNone/>
              <a:defRPr b="0" i="0" sz="2700" u="none" cap="none" strike="noStrike">
                <a:solidFill>
                  <a:srgbClr val="232F3E"/>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274320" y="857250"/>
            <a:ext cx="8675370" cy="3970782"/>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0"/>
              </a:spcBef>
              <a:spcAft>
                <a:spcPts val="0"/>
              </a:spcAft>
              <a:buClr>
                <a:srgbClr val="232F3E"/>
              </a:buClr>
              <a:buSzPts val="2100"/>
              <a:buFont typeface="Play"/>
              <a:buChar char="•"/>
              <a:defRPr b="0" i="0" sz="2100" u="none" cap="none" strike="noStrike">
                <a:solidFill>
                  <a:srgbClr val="232F3E"/>
                </a:solidFill>
                <a:latin typeface="Play"/>
                <a:ea typeface="Play"/>
                <a:cs typeface="Play"/>
                <a:sym typeface="Play"/>
              </a:defRPr>
            </a:lvl1pPr>
            <a:lvl2pPr indent="-342900" lvl="1" marL="914400" marR="0" rtl="0" algn="l">
              <a:lnSpc>
                <a:spcPct val="90000"/>
              </a:lnSpc>
              <a:spcBef>
                <a:spcPts val="9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2pPr>
            <a:lvl3pPr indent="-323850" lvl="2" marL="1371600" marR="0" rtl="0" algn="l">
              <a:lnSpc>
                <a:spcPct val="90000"/>
              </a:lnSpc>
              <a:spcBef>
                <a:spcPts val="900"/>
              </a:spcBef>
              <a:spcAft>
                <a:spcPts val="0"/>
              </a:spcAft>
              <a:buClr>
                <a:srgbClr val="232F3E"/>
              </a:buClr>
              <a:buSzPts val="1500"/>
              <a:buFont typeface="Play"/>
              <a:buChar char="•"/>
              <a:defRPr b="0" i="0" sz="1500" u="none" cap="none" strike="noStrike">
                <a:solidFill>
                  <a:srgbClr val="232F3E"/>
                </a:solidFill>
                <a:latin typeface="Play"/>
                <a:ea typeface="Play"/>
                <a:cs typeface="Play"/>
                <a:sym typeface="Play"/>
              </a:defRPr>
            </a:lvl3pPr>
            <a:lvl4pPr indent="-317500" lvl="3" marL="1828800" marR="0" rtl="0" algn="l">
              <a:lnSpc>
                <a:spcPct val="90000"/>
              </a:lnSpc>
              <a:spcBef>
                <a:spcPts val="900"/>
              </a:spcBef>
              <a:spcAft>
                <a:spcPts val="0"/>
              </a:spcAft>
              <a:buClr>
                <a:srgbClr val="232F3E"/>
              </a:buClr>
              <a:buSzPts val="1400"/>
              <a:buFont typeface="Play"/>
              <a:buChar char="•"/>
              <a:defRPr b="0" i="0" sz="1400" u="none" cap="none" strike="noStrike">
                <a:solidFill>
                  <a:srgbClr val="232F3E"/>
                </a:solidFill>
                <a:latin typeface="Play"/>
                <a:ea typeface="Play"/>
                <a:cs typeface="Play"/>
                <a:sym typeface="Play"/>
              </a:defRPr>
            </a:lvl4pPr>
            <a:lvl5pPr indent="-317500" lvl="4" marL="2286000" marR="0" rtl="0" algn="l">
              <a:lnSpc>
                <a:spcPct val="90000"/>
              </a:lnSpc>
              <a:spcBef>
                <a:spcPts val="900"/>
              </a:spcBef>
              <a:spcAft>
                <a:spcPts val="0"/>
              </a:spcAft>
              <a:buClr>
                <a:srgbClr val="232F3E"/>
              </a:buClr>
              <a:buSzPts val="1400"/>
              <a:buFont typeface="Play"/>
              <a:buChar char="•"/>
              <a:defRPr b="0" i="0" sz="1400" u="none" cap="none" strike="noStrike">
                <a:solidFill>
                  <a:srgbClr val="232F3E"/>
                </a:solidFill>
                <a:latin typeface="Play"/>
                <a:ea typeface="Play"/>
                <a:cs typeface="Play"/>
                <a:sym typeface="Play"/>
              </a:defRPr>
            </a:lvl5pPr>
            <a:lvl6pPr indent="-317500" lvl="5" marL="2743200" marR="0" rtl="0" algn="l">
              <a:lnSpc>
                <a:spcPct val="90000"/>
              </a:lnSpc>
              <a:spcBef>
                <a:spcPts val="9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6pPr>
            <a:lvl7pPr indent="-317500" lvl="6" marL="32004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7pPr>
            <a:lvl8pPr indent="-317500" lvl="7" marL="36576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8pPr>
            <a:lvl9pPr indent="-317500" lvl="8" marL="4114800" marR="0" rtl="0" algn="l">
              <a:lnSpc>
                <a:spcPct val="90000"/>
              </a:lnSpc>
              <a:spcBef>
                <a:spcPts val="400"/>
              </a:spcBef>
              <a:spcAft>
                <a:spcPts val="0"/>
              </a:spcAft>
              <a:buClr>
                <a:schemeClr val="dk1"/>
              </a:buClr>
              <a:buSzPts val="1400"/>
              <a:buFont typeface="Play"/>
              <a:buChar char="•"/>
              <a:defRPr b="0" i="0" sz="1400" u="none" cap="none" strike="noStrike">
                <a:solidFill>
                  <a:schemeClr val="dk1"/>
                </a:solidFill>
                <a:latin typeface="Play"/>
                <a:ea typeface="Play"/>
                <a:cs typeface="Play"/>
                <a:sym typeface="Play"/>
              </a:defRPr>
            </a:lvl9pPr>
          </a:lstStyle>
          <a:p/>
        </p:txBody>
      </p:sp>
      <p:pic>
        <p:nvPicPr>
          <p:cNvPr id="54" name="Google Shape;54;p13"/>
          <p:cNvPicPr preferRelativeResize="0"/>
          <p:nvPr/>
        </p:nvPicPr>
        <p:blipFill rotWithShape="1">
          <a:blip r:embed="rId2">
            <a:alphaModFix/>
          </a:blip>
          <a:srcRect b="0" l="0" r="0" t="0"/>
          <a:stretch/>
        </p:blipFill>
        <p:spPr>
          <a:xfrm>
            <a:off x="182699" y="4834291"/>
            <a:ext cx="275234" cy="164592"/>
          </a:xfrm>
          <a:prstGeom prst="rect">
            <a:avLst/>
          </a:prstGeom>
          <a:noFill/>
          <a:ln>
            <a:noFill/>
          </a:ln>
        </p:spPr>
      </p:pic>
      <p:sp>
        <p:nvSpPr>
          <p:cNvPr id="55" name="Google Shape;55;p13"/>
          <p:cNvSpPr txBox="1"/>
          <p:nvPr/>
        </p:nvSpPr>
        <p:spPr>
          <a:xfrm>
            <a:off x="3052952" y="4859833"/>
            <a:ext cx="3703321"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chemeClr val="dk1"/>
                </a:solidFill>
                <a:latin typeface="Arial"/>
                <a:ea typeface="Arial"/>
                <a:cs typeface="Arial"/>
                <a:sym typeface="Arial"/>
              </a:rPr>
              <a:t>© 2024, Amazon Web Services, Inc. o sus filiales. Todos los derechos reservados.</a:t>
            </a:r>
            <a:endParaRPr sz="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 id="2147483699" r:id="rId43"/>
    <p:sldLayoutId id="2147483700" r:id="rId44"/>
    <p:sldLayoutId id="2147483701" r:id="rId45"/>
    <p:sldLayoutId id="2147483702" r:id="rId46"/>
    <p:sldLayoutId id="2147483703" r:id="rId47"/>
    <p:sldLayoutId id="2147483704" r:id="rId48"/>
    <p:sldLayoutId id="2147483705" r:id="rId49"/>
    <p:sldLayoutId id="2147483706" r:id="rId50"/>
    <p:sldLayoutId id="2147483707" r:id="rId51"/>
    <p:sldLayoutId id="2147483708" r:id="rId52"/>
    <p:sldLayoutId id="2147483709" r:id="rId53"/>
    <p:sldLayoutId id="2147483710" r:id="rId54"/>
    <p:sldLayoutId id="2147483711" r:id="rId55"/>
    <p:sldLayoutId id="2147483712" r:id="rId56"/>
    <p:sldLayoutId id="2147483713" r:id="rId57"/>
    <p:sldLayoutId id="2147483714" r:id="rId58"/>
    <p:sldLayoutId id="2147483715" r:id="rId59"/>
    <p:sldLayoutId id="2147483716" r:id="rId60"/>
    <p:sldLayoutId id="2147483717" r:id="rId61"/>
    <p:sldLayoutId id="2147483718" r:id="rId62"/>
    <p:sldLayoutId id="2147483719" r:id="rId63"/>
    <p:sldLayoutId id="2147483720" r:id="rId6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9.jp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43.png"/><Relationship Id="rId9" Type="http://schemas.openxmlformats.org/officeDocument/2006/relationships/image" Target="../media/image42.png"/><Relationship Id="rId5" Type="http://schemas.openxmlformats.org/officeDocument/2006/relationships/image" Target="../media/image25.png"/><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103.png"/><Relationship Id="rId5" Type="http://schemas.openxmlformats.org/officeDocument/2006/relationships/image" Target="../media/image26.png"/><Relationship Id="rId6" Type="http://schemas.openxmlformats.org/officeDocument/2006/relationships/image" Target="../media/image41.png"/><Relationship Id="rId7"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64.png"/><Relationship Id="rId4" Type="http://schemas.openxmlformats.org/officeDocument/2006/relationships/image" Target="../media/image49.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54.jpg"/><Relationship Id="rId4" Type="http://schemas.openxmlformats.org/officeDocument/2006/relationships/image" Target="../media/image51.jpg"/><Relationship Id="rId5" Type="http://schemas.openxmlformats.org/officeDocument/2006/relationships/image" Target="../media/image7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7.png"/><Relationship Id="rId6" Type="http://schemas.openxmlformats.org/officeDocument/2006/relationships/image" Target="../media/image6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6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6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59.png"/><Relationship Id="rId6"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70.png"/><Relationship Id="rId4" Type="http://schemas.openxmlformats.org/officeDocument/2006/relationships/image" Target="../media/image68.png"/><Relationship Id="rId5" Type="http://schemas.openxmlformats.org/officeDocument/2006/relationships/image" Target="../media/image67.png"/><Relationship Id="rId6" Type="http://schemas.openxmlformats.org/officeDocument/2006/relationships/image" Target="../media/image73.png"/><Relationship Id="rId7" Type="http://schemas.openxmlformats.org/officeDocument/2006/relationships/image" Target="../media/image8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9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83.png"/><Relationship Id="rId4" Type="http://schemas.openxmlformats.org/officeDocument/2006/relationships/image" Target="../media/image69.png"/><Relationship Id="rId9" Type="http://schemas.openxmlformats.org/officeDocument/2006/relationships/image" Target="../media/image91.png"/><Relationship Id="rId5" Type="http://schemas.openxmlformats.org/officeDocument/2006/relationships/image" Target="../media/image96.png"/><Relationship Id="rId6" Type="http://schemas.openxmlformats.org/officeDocument/2006/relationships/image" Target="../media/image86.png"/><Relationship Id="rId7" Type="http://schemas.openxmlformats.org/officeDocument/2006/relationships/image" Target="../media/image77.png"/><Relationship Id="rId8" Type="http://schemas.openxmlformats.org/officeDocument/2006/relationships/image" Target="../media/image71.png"/><Relationship Id="rId11" Type="http://schemas.openxmlformats.org/officeDocument/2006/relationships/image" Target="../media/image72.png"/><Relationship Id="rId10" Type="http://schemas.openxmlformats.org/officeDocument/2006/relationships/image" Target="../media/image9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88.png"/><Relationship Id="rId4" Type="http://schemas.openxmlformats.org/officeDocument/2006/relationships/image" Target="../media/image95.png"/><Relationship Id="rId5" Type="http://schemas.openxmlformats.org/officeDocument/2006/relationships/image" Target="../media/image82.png"/><Relationship Id="rId6" Type="http://schemas.openxmlformats.org/officeDocument/2006/relationships/image" Target="../media/image9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75.png"/><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5.xml"/><Relationship Id="rId3"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10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hyperlink" Target="https://docs.aws.amazon.com/machine-learning/latest/dg/what-is-amazon-machine-learning.html" TargetMode="External"/><Relationship Id="rId4" Type="http://schemas.openxmlformats.org/officeDocument/2006/relationships/hyperlink" Target="https://aws.amazon.com/machine-learning/?nc2=h_ql_sol_use_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9.xml"/><Relationship Id="rId3" Type="http://schemas.openxmlformats.org/officeDocument/2006/relationships/hyperlink" Target="https://support.aws.amazon.com/#/contacts/aws-academ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26.png"/><Relationship Id="rId4" Type="http://schemas.openxmlformats.org/officeDocument/2006/relationships/image" Target="../media/image43.png"/><Relationship Id="rId9" Type="http://schemas.openxmlformats.org/officeDocument/2006/relationships/image" Target="../media/image42.png"/><Relationship Id="rId5" Type="http://schemas.openxmlformats.org/officeDocument/2006/relationships/image" Target="../media/image25.png"/><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image" Target="../media/image38.png"/><Relationship Id="rId4" Type="http://schemas.openxmlformats.org/officeDocument/2006/relationships/image" Target="../media/image103.png"/><Relationship Id="rId5" Type="http://schemas.openxmlformats.org/officeDocument/2006/relationships/image" Target="../media/image26.png"/><Relationship Id="rId6" Type="http://schemas.openxmlformats.org/officeDocument/2006/relationships/image" Target="../media/image41.png"/><Relationship Id="rId7"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 Id="rId3"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7.png"/><Relationship Id="rId6" Type="http://schemas.openxmlformats.org/officeDocument/2006/relationships/image" Target="../media/image6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6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6"/>
          <p:cNvSpPr txBox="1"/>
          <p:nvPr>
            <p:ph type="title"/>
          </p:nvPr>
        </p:nvSpPr>
        <p:spPr>
          <a:xfrm>
            <a:off x="342900" y="788670"/>
            <a:ext cx="8531352" cy="1255014"/>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Módulo 2: Introducción a machine learning</a:t>
            </a:r>
            <a:endParaRPr/>
          </a:p>
        </p:txBody>
      </p:sp>
      <p:sp>
        <p:nvSpPr>
          <p:cNvPr id="655" name="Google Shape;655;p76"/>
          <p:cNvSpPr txBox="1"/>
          <p:nvPr>
            <p:ph idx="1" type="body"/>
          </p:nvPr>
        </p:nvSpPr>
        <p:spPr>
          <a:xfrm>
            <a:off x="342900" y="2079690"/>
            <a:ext cx="4125191" cy="1316736"/>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AWS Academy Machine Learning Foundations</a:t>
            </a:r>
            <a:endParaRPr/>
          </a:p>
        </p:txBody>
      </p:sp>
      <p:sp>
        <p:nvSpPr>
          <p:cNvPr id="656" name="Google Shape;656;p7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Información general sobre el módulo</a:t>
            </a:r>
            <a:endParaRPr/>
          </a:p>
        </p:txBody>
      </p:sp>
      <p:sp>
        <p:nvSpPr>
          <p:cNvPr id="662" name="Google Shape;662;p77"/>
          <p:cNvSpPr txBox="1"/>
          <p:nvPr>
            <p:ph idx="1" type="body"/>
          </p:nvPr>
        </p:nvSpPr>
        <p:spPr>
          <a:xfrm>
            <a:off x="274320" y="822960"/>
            <a:ext cx="4347972" cy="399821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2000"/>
              <a:buNone/>
            </a:pPr>
            <a:r>
              <a:rPr b="1" lang="es-419" sz="2000"/>
              <a:t>Secciones</a:t>
            </a:r>
            <a:endParaRPr/>
          </a:p>
          <a:p>
            <a:pPr indent="-381000" lvl="0" marL="381000" rtl="0" algn="l">
              <a:lnSpc>
                <a:spcPct val="96000"/>
              </a:lnSpc>
              <a:spcBef>
                <a:spcPts val="900"/>
              </a:spcBef>
              <a:spcAft>
                <a:spcPts val="0"/>
              </a:spcAft>
              <a:buClr>
                <a:srgbClr val="232F3E"/>
              </a:buClr>
              <a:buSzPts val="2000"/>
              <a:buFont typeface="Play"/>
              <a:buAutoNum type="arabicPeriod"/>
            </a:pPr>
            <a:r>
              <a:rPr lang="es-419" sz="2000"/>
              <a:t>¿Qué es machine learning?</a:t>
            </a:r>
            <a:endParaRPr/>
          </a:p>
          <a:p>
            <a:pPr indent="-381000" lvl="0" marL="381000" rtl="0" algn="l">
              <a:lnSpc>
                <a:spcPct val="96000"/>
              </a:lnSpc>
              <a:spcBef>
                <a:spcPts val="900"/>
              </a:spcBef>
              <a:spcAft>
                <a:spcPts val="0"/>
              </a:spcAft>
              <a:buClr>
                <a:srgbClr val="232F3E"/>
              </a:buClr>
              <a:buSzPts val="2000"/>
              <a:buFont typeface="Play"/>
              <a:buAutoNum type="arabicPeriod"/>
            </a:pPr>
            <a:r>
              <a:rPr lang="es-419" sz="2000"/>
              <a:t>Problemas empresariales resueltos con machine learning</a:t>
            </a:r>
            <a:endParaRPr sz="2000"/>
          </a:p>
          <a:p>
            <a:pPr indent="-381000" lvl="0" marL="381000" rtl="0" algn="l">
              <a:lnSpc>
                <a:spcPct val="96000"/>
              </a:lnSpc>
              <a:spcBef>
                <a:spcPts val="900"/>
              </a:spcBef>
              <a:spcAft>
                <a:spcPts val="0"/>
              </a:spcAft>
              <a:buClr>
                <a:srgbClr val="232F3E"/>
              </a:buClr>
              <a:buSzPts val="2000"/>
              <a:buFont typeface="Play"/>
              <a:buAutoNum type="arabicPeriod"/>
            </a:pPr>
            <a:r>
              <a:rPr lang="es-419" sz="2000"/>
              <a:t>Proceso de machine learning</a:t>
            </a:r>
            <a:endParaRPr sz="2000"/>
          </a:p>
          <a:p>
            <a:pPr indent="-381000" lvl="0" marL="381000" rtl="0" algn="l">
              <a:lnSpc>
                <a:spcPct val="96000"/>
              </a:lnSpc>
              <a:spcBef>
                <a:spcPts val="900"/>
              </a:spcBef>
              <a:spcAft>
                <a:spcPts val="0"/>
              </a:spcAft>
              <a:buClr>
                <a:srgbClr val="232F3E"/>
              </a:buClr>
              <a:buSzPts val="2000"/>
              <a:buFont typeface="Play"/>
              <a:buAutoNum type="arabicPeriod"/>
            </a:pPr>
            <a:r>
              <a:rPr lang="es-419" sz="2000"/>
              <a:t>Información general de herramientas de machine learning</a:t>
            </a:r>
            <a:endParaRPr sz="2000"/>
          </a:p>
          <a:p>
            <a:pPr indent="-381000" lvl="0" marL="381000" rtl="0" algn="l">
              <a:lnSpc>
                <a:spcPct val="96000"/>
              </a:lnSpc>
              <a:spcBef>
                <a:spcPts val="900"/>
              </a:spcBef>
              <a:spcAft>
                <a:spcPts val="0"/>
              </a:spcAft>
              <a:buClr>
                <a:srgbClr val="232F3E"/>
              </a:buClr>
              <a:buSzPts val="2000"/>
              <a:buFont typeface="Play"/>
              <a:buAutoNum type="arabicPeriod"/>
            </a:pPr>
            <a:r>
              <a:rPr lang="es-419" sz="2000"/>
              <a:t>Desafíos de machine learning</a:t>
            </a:r>
            <a:endParaRPr sz="2000"/>
          </a:p>
        </p:txBody>
      </p:sp>
      <p:sp>
        <p:nvSpPr>
          <p:cNvPr id="663" name="Google Shape;663;p77"/>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2100"/>
              <a:buNone/>
            </a:pPr>
            <a:r>
              <a:rPr b="1" lang="es-419"/>
              <a:t>Demostración</a:t>
            </a:r>
            <a:endParaRPr/>
          </a:p>
          <a:p>
            <a:pPr indent="0" lvl="1" marL="342900" rtl="0" algn="l">
              <a:lnSpc>
                <a:spcPct val="100000"/>
              </a:lnSpc>
              <a:spcBef>
                <a:spcPts val="900"/>
              </a:spcBef>
              <a:spcAft>
                <a:spcPts val="0"/>
              </a:spcAft>
              <a:buClr>
                <a:srgbClr val="232F3E"/>
              </a:buClr>
              <a:buSzPts val="1800"/>
              <a:buNone/>
            </a:pPr>
            <a:r>
              <a:rPr lang="es-419"/>
              <a:t>Introducción a Amazon SageMaker</a:t>
            </a:r>
            <a:endParaRPr/>
          </a:p>
        </p:txBody>
      </p:sp>
      <p:grpSp>
        <p:nvGrpSpPr>
          <p:cNvPr descr="Knowledge check." id="664" name="Google Shape;664;p77"/>
          <p:cNvGrpSpPr/>
          <p:nvPr/>
        </p:nvGrpSpPr>
        <p:grpSpPr>
          <a:xfrm>
            <a:off x="1337310" y="4120919"/>
            <a:ext cx="2125980" cy="399242"/>
            <a:chOff x="4188879" y="4810544"/>
            <a:chExt cx="2564033" cy="532323"/>
          </a:xfrm>
        </p:grpSpPr>
        <p:sp>
          <p:nvSpPr>
            <p:cNvPr id="665" name="Google Shape;665;p77"/>
            <p:cNvSpPr txBox="1"/>
            <p:nvPr/>
          </p:nvSpPr>
          <p:spPr>
            <a:xfrm>
              <a:off x="4721202" y="4892040"/>
              <a:ext cx="203171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419" sz="1500">
                  <a:solidFill>
                    <a:schemeClr val="dk1"/>
                  </a:solidFill>
                  <a:latin typeface="Play"/>
                  <a:ea typeface="Play"/>
                  <a:cs typeface="Play"/>
                  <a:sym typeface="Play"/>
                </a:rPr>
                <a:t>Evaluación de conocimientos</a:t>
              </a:r>
              <a:endParaRPr sz="1100"/>
            </a:p>
          </p:txBody>
        </p:sp>
        <p:pic>
          <p:nvPicPr>
            <p:cNvPr id="666" name="Google Shape;666;p77"/>
            <p:cNvPicPr preferRelativeResize="0"/>
            <p:nvPr/>
          </p:nvPicPr>
          <p:blipFill rotWithShape="1">
            <a:blip r:embed="rId3">
              <a:alphaModFix/>
            </a:blip>
            <a:srcRect b="0" l="0" r="0" t="0"/>
            <a:stretch/>
          </p:blipFill>
          <p:spPr>
            <a:xfrm>
              <a:off x="4188879" y="4810544"/>
              <a:ext cx="532323" cy="532323"/>
            </a:xfrm>
            <a:prstGeom prst="rect">
              <a:avLst/>
            </a:prstGeom>
            <a:noFill/>
            <a:ln>
              <a:noFill/>
            </a:ln>
          </p:spPr>
        </p:pic>
      </p:grpSp>
      <p:sp>
        <p:nvSpPr>
          <p:cNvPr id="667" name="Google Shape;667;p7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Objetivos del módulo</a:t>
            </a:r>
            <a:endParaRPr/>
          </a:p>
        </p:txBody>
      </p:sp>
      <p:sp>
        <p:nvSpPr>
          <p:cNvPr id="673" name="Google Shape;673;p78"/>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Tras completar este módulo, será capaz de hacer lo siguiente:</a:t>
            </a:r>
            <a:endParaRPr/>
          </a:p>
          <a:p>
            <a:pPr indent="-165100" lvl="1" marL="342900" rtl="0" algn="l">
              <a:lnSpc>
                <a:spcPct val="100000"/>
              </a:lnSpc>
              <a:spcBef>
                <a:spcPts val="900"/>
              </a:spcBef>
              <a:spcAft>
                <a:spcPts val="0"/>
              </a:spcAft>
              <a:buClr>
                <a:srgbClr val="232F3E"/>
              </a:buClr>
              <a:buSzPts val="1800"/>
              <a:buChar char="•"/>
            </a:pPr>
            <a:r>
              <a:rPr lang="es-419"/>
              <a:t>Reconocer cómo el machine learning (ML), el aprendizaje profundo y la inteligencia artificial generativa (IA generativa) son parte de la inteligencia artificial (IA)</a:t>
            </a:r>
            <a:endParaRPr/>
          </a:p>
          <a:p>
            <a:pPr indent="-165100" lvl="1" marL="342900" rtl="0" algn="l">
              <a:lnSpc>
                <a:spcPct val="100000"/>
              </a:lnSpc>
              <a:spcBef>
                <a:spcPts val="900"/>
              </a:spcBef>
              <a:spcAft>
                <a:spcPts val="0"/>
              </a:spcAft>
              <a:buClr>
                <a:srgbClr val="232F3E"/>
              </a:buClr>
              <a:buSzPts val="1800"/>
              <a:buChar char="•"/>
            </a:pPr>
            <a:r>
              <a:rPr lang="es-419"/>
              <a:t>Describir la terminología de inteligencia artificial y machine learning</a:t>
            </a:r>
            <a:endParaRPr/>
          </a:p>
          <a:p>
            <a:pPr indent="-165100" lvl="1" marL="342900" rtl="0" algn="l">
              <a:lnSpc>
                <a:spcPct val="100000"/>
              </a:lnSpc>
              <a:spcBef>
                <a:spcPts val="900"/>
              </a:spcBef>
              <a:spcAft>
                <a:spcPts val="0"/>
              </a:spcAft>
              <a:buClr>
                <a:srgbClr val="232F3E"/>
              </a:buClr>
              <a:buSzPts val="1800"/>
              <a:buChar char="•"/>
            </a:pPr>
            <a:r>
              <a:rPr lang="es-419"/>
              <a:t>Identificar cómo se puede utilizar el machine learning para resolver un problema empresarial </a:t>
            </a:r>
            <a:endParaRPr/>
          </a:p>
          <a:p>
            <a:pPr indent="-165100" lvl="1" marL="342900" rtl="0" algn="l">
              <a:lnSpc>
                <a:spcPct val="100000"/>
              </a:lnSpc>
              <a:spcBef>
                <a:spcPts val="900"/>
              </a:spcBef>
              <a:spcAft>
                <a:spcPts val="0"/>
              </a:spcAft>
              <a:buClr>
                <a:srgbClr val="232F3E"/>
              </a:buClr>
              <a:buSzPts val="1800"/>
              <a:buChar char="•"/>
            </a:pPr>
            <a:r>
              <a:rPr lang="es-419"/>
              <a:t>Describir el proceso de machine learning </a:t>
            </a:r>
            <a:endParaRPr/>
          </a:p>
          <a:p>
            <a:pPr indent="-165100" lvl="1" marL="342900" rtl="0" algn="l">
              <a:lnSpc>
                <a:spcPct val="100000"/>
              </a:lnSpc>
              <a:spcBef>
                <a:spcPts val="900"/>
              </a:spcBef>
              <a:spcAft>
                <a:spcPts val="0"/>
              </a:spcAft>
              <a:buClr>
                <a:srgbClr val="232F3E"/>
              </a:buClr>
              <a:buSzPts val="1800"/>
              <a:buChar char="•"/>
            </a:pPr>
            <a:r>
              <a:rPr lang="es-419"/>
              <a:t>Enumerar las herramientas disponibles para científicos de datos </a:t>
            </a:r>
            <a:endParaRPr/>
          </a:p>
          <a:p>
            <a:pPr indent="-165100" lvl="1" marL="342900" rtl="0" algn="l">
              <a:lnSpc>
                <a:spcPct val="100000"/>
              </a:lnSpc>
              <a:spcBef>
                <a:spcPts val="900"/>
              </a:spcBef>
              <a:spcAft>
                <a:spcPts val="0"/>
              </a:spcAft>
              <a:buClr>
                <a:srgbClr val="232F3E"/>
              </a:buClr>
              <a:buSzPts val="1800"/>
              <a:buChar char="•"/>
            </a:pPr>
            <a:r>
              <a:rPr lang="es-419"/>
              <a:t>Identificar cuándo utilizar machine learning en lugar de los métodos tradicionales de desarrollo de software</a:t>
            </a:r>
            <a:endParaRPr/>
          </a:p>
        </p:txBody>
      </p:sp>
      <p:sp>
        <p:nvSpPr>
          <p:cNvPr id="674" name="Google Shape;674;p7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9"/>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1: ¿Qué es machine learning?</a:t>
            </a:r>
            <a:endParaRPr/>
          </a:p>
        </p:txBody>
      </p:sp>
      <p:sp>
        <p:nvSpPr>
          <p:cNvPr id="680" name="Google Shape;680;p79"/>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p:txBody>
      </p:sp>
      <p:sp>
        <p:nvSpPr>
          <p:cNvPr id="681" name="Google Shape;681;p7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80"/>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sz="2300"/>
              <a:t>Inteligencia artificial, machine learning y aprendizaje profundo</a:t>
            </a:r>
            <a:endParaRPr/>
          </a:p>
        </p:txBody>
      </p:sp>
      <p:sp>
        <p:nvSpPr>
          <p:cNvPr id="687" name="Google Shape;687;p80"/>
          <p:cNvSpPr/>
          <p:nvPr/>
        </p:nvSpPr>
        <p:spPr>
          <a:xfrm>
            <a:off x="2354558" y="1292443"/>
            <a:ext cx="4382300" cy="3108680"/>
          </a:xfrm>
          <a:prstGeom prst="rect">
            <a:avLst/>
          </a:prstGeom>
          <a:solidFill>
            <a:schemeClr val="accent2"/>
          </a:solidFill>
          <a:ln cap="flat" cmpd="sng" w="12700">
            <a:solidFill>
              <a:srgbClr val="232F3E"/>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34275" lIns="685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688" name="Google Shape;688;p80"/>
          <p:cNvSpPr/>
          <p:nvPr/>
        </p:nvSpPr>
        <p:spPr>
          <a:xfrm>
            <a:off x="2999834" y="1292443"/>
            <a:ext cx="3737024" cy="2530034"/>
          </a:xfrm>
          <a:prstGeom prst="rect">
            <a:avLst/>
          </a:prstGeom>
          <a:solidFill>
            <a:schemeClr val="accent4"/>
          </a:solidFill>
          <a:ln cap="flat" cmpd="sng" w="12700">
            <a:solidFill>
              <a:srgbClr val="232F3E"/>
            </a:solidFill>
            <a:prstDash val="solid"/>
            <a:round/>
            <a:headEnd len="sm" w="sm" type="none"/>
            <a:tailEnd len="sm" w="sm" type="none"/>
          </a:ln>
          <a:effectLst>
            <a:outerShdw blurRad="50800" rotWithShape="0" algn="r" dir="10800000" dist="38100">
              <a:srgbClr val="000000">
                <a:alpha val="40000"/>
              </a:srgbClr>
            </a:outerShdw>
          </a:effectLst>
        </p:spPr>
        <p:txBody>
          <a:bodyPr anchorCtr="0" anchor="b" bIns="411475" lIns="411475" spcFirstLastPara="1" rIns="68575" wrap="square" tIns="342900">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689" name="Google Shape;689;p80"/>
          <p:cNvSpPr/>
          <p:nvPr/>
        </p:nvSpPr>
        <p:spPr>
          <a:xfrm>
            <a:off x="3696355" y="1292443"/>
            <a:ext cx="3040503" cy="1951398"/>
          </a:xfrm>
          <a:prstGeom prst="rect">
            <a:avLst/>
          </a:prstGeom>
          <a:solidFill>
            <a:schemeClr val="dk2"/>
          </a:solidFill>
          <a:ln cap="flat" cmpd="sng" w="12700">
            <a:solidFill>
              <a:srgbClr val="232F3E"/>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11475" lIns="4114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690" name="Google Shape;690;p80"/>
          <p:cNvSpPr/>
          <p:nvPr/>
        </p:nvSpPr>
        <p:spPr>
          <a:xfrm>
            <a:off x="4332584" y="1292443"/>
            <a:ext cx="2404274" cy="1340612"/>
          </a:xfrm>
          <a:prstGeom prst="rect">
            <a:avLst/>
          </a:prstGeom>
          <a:solidFill>
            <a:schemeClr val="lt2"/>
          </a:solidFill>
          <a:ln cap="flat" cmpd="sng" w="1905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11475" lIns="4114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691" name="Google Shape;691;p80"/>
          <p:cNvSpPr txBox="1"/>
          <p:nvPr/>
        </p:nvSpPr>
        <p:spPr>
          <a:xfrm>
            <a:off x="2537727" y="3973295"/>
            <a:ext cx="2303860"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800">
                <a:solidFill>
                  <a:schemeClr val="lt1"/>
                </a:solidFill>
                <a:latin typeface="Play"/>
                <a:ea typeface="Play"/>
                <a:cs typeface="Play"/>
                <a:sym typeface="Play"/>
              </a:rPr>
              <a:t>Inteligencia artificial</a:t>
            </a:r>
            <a:endParaRPr sz="1100"/>
          </a:p>
          <a:p>
            <a:pPr indent="0" lvl="0" marL="0" marR="0" rtl="0" algn="l">
              <a:spcBef>
                <a:spcPts val="0"/>
              </a:spcBef>
              <a:spcAft>
                <a:spcPts val="0"/>
              </a:spcAft>
              <a:buNone/>
            </a:pPr>
            <a:r>
              <a:t/>
            </a:r>
            <a:endParaRPr sz="1400">
              <a:solidFill>
                <a:schemeClr val="lt1"/>
              </a:solidFill>
              <a:latin typeface="Play"/>
              <a:ea typeface="Play"/>
              <a:cs typeface="Play"/>
              <a:sym typeface="Play"/>
            </a:endParaRPr>
          </a:p>
        </p:txBody>
      </p:sp>
      <p:sp>
        <p:nvSpPr>
          <p:cNvPr id="692" name="Google Shape;692;p80"/>
          <p:cNvSpPr/>
          <p:nvPr/>
        </p:nvSpPr>
        <p:spPr>
          <a:xfrm>
            <a:off x="3210252" y="3394659"/>
            <a:ext cx="1934664"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dk2"/>
                </a:solidFill>
                <a:latin typeface="Play"/>
                <a:ea typeface="Play"/>
                <a:cs typeface="Play"/>
                <a:sym typeface="Play"/>
              </a:rPr>
              <a:t>Machine learning</a:t>
            </a:r>
            <a:endParaRPr sz="1100"/>
          </a:p>
        </p:txBody>
      </p:sp>
      <p:sp>
        <p:nvSpPr>
          <p:cNvPr id="693" name="Google Shape;693;p80"/>
          <p:cNvSpPr/>
          <p:nvPr/>
        </p:nvSpPr>
        <p:spPr>
          <a:xfrm>
            <a:off x="3921532" y="2764217"/>
            <a:ext cx="1600439"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lt1"/>
                </a:solidFill>
                <a:latin typeface="Play"/>
                <a:ea typeface="Play"/>
                <a:cs typeface="Play"/>
                <a:sym typeface="Play"/>
              </a:rPr>
              <a:t>Aprendizaje profundo</a:t>
            </a:r>
            <a:endParaRPr sz="1100"/>
          </a:p>
        </p:txBody>
      </p:sp>
      <p:sp>
        <p:nvSpPr>
          <p:cNvPr id="694" name="Google Shape;694;p80"/>
          <p:cNvSpPr/>
          <p:nvPr/>
        </p:nvSpPr>
        <p:spPr>
          <a:xfrm>
            <a:off x="4760951" y="1789624"/>
            <a:ext cx="1547539"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dk2"/>
                </a:solidFill>
                <a:latin typeface="Play"/>
                <a:ea typeface="Play"/>
                <a:cs typeface="Play"/>
                <a:sym typeface="Play"/>
              </a:rPr>
              <a:t>IA generativa</a:t>
            </a:r>
            <a:endParaRPr sz="1100"/>
          </a:p>
        </p:txBody>
      </p:sp>
      <p:sp>
        <p:nvSpPr>
          <p:cNvPr id="695" name="Google Shape;695;p8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8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Inteligencia artificial</a:t>
            </a:r>
            <a:endParaRPr/>
          </a:p>
        </p:txBody>
      </p:sp>
      <p:pic>
        <p:nvPicPr>
          <p:cNvPr id="701" name="Google Shape;701;p81"/>
          <p:cNvPicPr preferRelativeResize="0"/>
          <p:nvPr>
            <p:ph idx="1" type="body"/>
          </p:nvPr>
        </p:nvPicPr>
        <p:blipFill rotWithShape="1">
          <a:blip r:embed="rId3">
            <a:alphaModFix/>
          </a:blip>
          <a:srcRect b="0" l="0" r="0" t="0"/>
          <a:stretch/>
        </p:blipFill>
        <p:spPr>
          <a:xfrm>
            <a:off x="681405" y="2156763"/>
            <a:ext cx="1997133" cy="1330037"/>
          </a:xfrm>
          <a:prstGeom prst="rect">
            <a:avLst/>
          </a:prstGeom>
          <a:noFill/>
          <a:ln>
            <a:noFill/>
          </a:ln>
        </p:spPr>
      </p:pic>
      <p:pic>
        <p:nvPicPr>
          <p:cNvPr id="702" name="Google Shape;702;p81"/>
          <p:cNvPicPr preferRelativeResize="0"/>
          <p:nvPr>
            <p:ph idx="2" type="body"/>
          </p:nvPr>
        </p:nvPicPr>
        <p:blipFill rotWithShape="1">
          <a:blip r:embed="rId4">
            <a:alphaModFix/>
          </a:blip>
          <a:srcRect b="0" l="0" r="0" t="0"/>
          <a:stretch/>
        </p:blipFill>
        <p:spPr>
          <a:xfrm>
            <a:off x="3680763" y="1928163"/>
            <a:ext cx="1787236" cy="1787236"/>
          </a:xfrm>
          <a:prstGeom prst="rect">
            <a:avLst/>
          </a:prstGeom>
          <a:noFill/>
          <a:ln>
            <a:noFill/>
          </a:ln>
        </p:spPr>
      </p:pic>
      <p:pic>
        <p:nvPicPr>
          <p:cNvPr id="703" name="Google Shape;703;p81"/>
          <p:cNvPicPr preferRelativeResize="0"/>
          <p:nvPr>
            <p:ph idx="3" type="body"/>
          </p:nvPr>
        </p:nvPicPr>
        <p:blipFill rotWithShape="1">
          <a:blip r:embed="rId5">
            <a:alphaModFix/>
          </a:blip>
          <a:srcRect b="0" l="0" r="0" t="0"/>
          <a:stretch/>
        </p:blipFill>
        <p:spPr>
          <a:xfrm>
            <a:off x="6386915" y="2355437"/>
            <a:ext cx="2162560" cy="932690"/>
          </a:xfrm>
          <a:prstGeom prst="rect">
            <a:avLst/>
          </a:prstGeom>
          <a:noFill/>
          <a:ln>
            <a:noFill/>
          </a:ln>
        </p:spPr>
      </p:pic>
      <p:sp>
        <p:nvSpPr>
          <p:cNvPr id="704" name="Google Shape;704;p8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8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Machine learning</a:t>
            </a:r>
            <a:endParaRPr/>
          </a:p>
        </p:txBody>
      </p:sp>
      <p:sp>
        <p:nvSpPr>
          <p:cNvPr id="710" name="Google Shape;710;p82"/>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Machine learning es el estudio científico de algoritmos y modelos estadísticos para realizar una tarea utilizando inferencia en lugar de instrucciones.</a:t>
            </a:r>
            <a:endParaRPr/>
          </a:p>
        </p:txBody>
      </p:sp>
      <p:grpSp>
        <p:nvGrpSpPr>
          <p:cNvPr descr="Flow chart of machine learning flow from data to model to prediction." id="711" name="Google Shape;711;p82"/>
          <p:cNvGrpSpPr/>
          <p:nvPr/>
        </p:nvGrpSpPr>
        <p:grpSpPr>
          <a:xfrm>
            <a:off x="2349421" y="2553324"/>
            <a:ext cx="4445158" cy="1098992"/>
            <a:chOff x="3770712" y="3404432"/>
            <a:chExt cx="5926878" cy="1465323"/>
          </a:xfrm>
        </p:grpSpPr>
        <p:sp>
          <p:nvSpPr>
            <p:cNvPr id="712" name="Google Shape;712;p82"/>
            <p:cNvSpPr txBox="1"/>
            <p:nvPr/>
          </p:nvSpPr>
          <p:spPr>
            <a:xfrm>
              <a:off x="5406704" y="4469645"/>
              <a:ext cx="2512804"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Flujo de machine learning</a:t>
              </a:r>
              <a:endParaRPr sz="1100"/>
            </a:p>
          </p:txBody>
        </p:sp>
        <p:sp>
          <p:nvSpPr>
            <p:cNvPr id="713" name="Google Shape;713;p82"/>
            <p:cNvSpPr/>
            <p:nvPr/>
          </p:nvSpPr>
          <p:spPr>
            <a:xfrm>
              <a:off x="3770712" y="3409656"/>
              <a:ext cx="1472184" cy="9144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Datos</a:t>
              </a:r>
              <a:endParaRPr sz="1100"/>
            </a:p>
          </p:txBody>
        </p:sp>
        <p:sp>
          <p:nvSpPr>
            <p:cNvPr id="714" name="Google Shape;714;p82"/>
            <p:cNvSpPr/>
            <p:nvPr/>
          </p:nvSpPr>
          <p:spPr>
            <a:xfrm>
              <a:off x="5998059" y="3404433"/>
              <a:ext cx="1472184" cy="914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Modelo</a:t>
              </a:r>
              <a:endParaRPr sz="1100"/>
            </a:p>
          </p:txBody>
        </p:sp>
        <p:sp>
          <p:nvSpPr>
            <p:cNvPr id="715" name="Google Shape;715;p82"/>
            <p:cNvSpPr/>
            <p:nvPr/>
          </p:nvSpPr>
          <p:spPr>
            <a:xfrm>
              <a:off x="8225406" y="3404432"/>
              <a:ext cx="1472184" cy="9144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Predicción</a:t>
              </a:r>
              <a:endParaRPr sz="1100"/>
            </a:p>
          </p:txBody>
        </p:sp>
        <p:cxnSp>
          <p:nvCxnSpPr>
            <p:cNvPr id="716" name="Google Shape;716;p82"/>
            <p:cNvCxnSpPr>
              <a:stCxn id="713" idx="3"/>
              <a:endCxn id="714" idx="1"/>
            </p:cNvCxnSpPr>
            <p:nvPr/>
          </p:nvCxnSpPr>
          <p:spPr>
            <a:xfrm flipH="1" rot="10800000">
              <a:off x="5242896" y="3861756"/>
              <a:ext cx="755100" cy="5100"/>
            </a:xfrm>
            <a:prstGeom prst="straightConnector1">
              <a:avLst/>
            </a:prstGeom>
            <a:noFill/>
            <a:ln cap="flat" cmpd="sng" w="12700">
              <a:solidFill>
                <a:schemeClr val="dk2"/>
              </a:solidFill>
              <a:prstDash val="solid"/>
              <a:round/>
              <a:headEnd len="sm" w="sm" type="none"/>
              <a:tailEnd len="med" w="med" type="stealth"/>
            </a:ln>
          </p:spPr>
        </p:cxnSp>
        <p:cxnSp>
          <p:nvCxnSpPr>
            <p:cNvPr id="717" name="Google Shape;717;p82"/>
            <p:cNvCxnSpPr>
              <a:stCxn id="714" idx="3"/>
              <a:endCxn id="715" idx="1"/>
            </p:cNvCxnSpPr>
            <p:nvPr/>
          </p:nvCxnSpPr>
          <p:spPr>
            <a:xfrm>
              <a:off x="7470243" y="3861633"/>
              <a:ext cx="755100" cy="0"/>
            </a:xfrm>
            <a:prstGeom prst="straightConnector1">
              <a:avLst/>
            </a:prstGeom>
            <a:noFill/>
            <a:ln cap="flat" cmpd="sng" w="12700">
              <a:solidFill>
                <a:schemeClr val="dk2"/>
              </a:solidFill>
              <a:prstDash val="solid"/>
              <a:round/>
              <a:headEnd len="sm" w="sm" type="none"/>
              <a:tailEnd len="med" w="med" type="stealth"/>
            </a:ln>
          </p:spPr>
        </p:cxnSp>
      </p:grpSp>
      <p:sp>
        <p:nvSpPr>
          <p:cNvPr id="718" name="Google Shape;718;p8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profundo</a:t>
            </a:r>
            <a:endParaRPr/>
          </a:p>
        </p:txBody>
      </p:sp>
      <p:pic>
        <p:nvPicPr>
          <p:cNvPr id="724" name="Google Shape;724;p83"/>
          <p:cNvPicPr preferRelativeResize="0"/>
          <p:nvPr>
            <p:ph idx="1" type="body"/>
          </p:nvPr>
        </p:nvPicPr>
        <p:blipFill rotWithShape="1">
          <a:blip r:embed="rId3">
            <a:alphaModFix/>
          </a:blip>
          <a:srcRect b="0" l="0" r="0" t="0"/>
          <a:stretch/>
        </p:blipFill>
        <p:spPr>
          <a:xfrm>
            <a:off x="352252" y="1669429"/>
            <a:ext cx="4096097" cy="2304704"/>
          </a:xfrm>
          <a:prstGeom prst="rect">
            <a:avLst/>
          </a:prstGeom>
          <a:noFill/>
          <a:ln>
            <a:noFill/>
          </a:ln>
        </p:spPr>
      </p:pic>
      <p:pic>
        <p:nvPicPr>
          <p:cNvPr descr="Artificial neural network." id="725" name="Google Shape;725;p83"/>
          <p:cNvPicPr preferRelativeResize="0"/>
          <p:nvPr>
            <p:ph idx="2" type="body"/>
          </p:nvPr>
        </p:nvPicPr>
        <p:blipFill rotWithShape="1">
          <a:blip r:embed="rId4">
            <a:alphaModFix/>
          </a:blip>
          <a:srcRect b="0" l="0" r="0" t="0"/>
          <a:stretch/>
        </p:blipFill>
        <p:spPr>
          <a:xfrm>
            <a:off x="5240131" y="1264169"/>
            <a:ext cx="3015471" cy="3115225"/>
          </a:xfrm>
          <a:prstGeom prst="rect">
            <a:avLst/>
          </a:prstGeom>
          <a:noFill/>
          <a:ln>
            <a:noFill/>
          </a:ln>
        </p:spPr>
      </p:pic>
      <p:sp>
        <p:nvSpPr>
          <p:cNvPr id="726" name="Google Shape;726;p8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IA generativa</a:t>
            </a:r>
            <a:endParaRPr/>
          </a:p>
        </p:txBody>
      </p:sp>
      <p:sp>
        <p:nvSpPr>
          <p:cNvPr id="732" name="Google Shape;732;p84"/>
          <p:cNvSpPr/>
          <p:nvPr/>
        </p:nvSpPr>
        <p:spPr>
          <a:xfrm>
            <a:off x="4246964" y="1458627"/>
            <a:ext cx="3636469" cy="3163330"/>
          </a:xfrm>
          <a:prstGeom prst="roundRect">
            <a:avLst>
              <a:gd fmla="val 16667" name="adj"/>
            </a:avLst>
          </a:prstGeom>
          <a:solidFill>
            <a:schemeClr val="lt2"/>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lay"/>
              <a:ea typeface="Play"/>
              <a:cs typeface="Play"/>
              <a:sym typeface="Play"/>
            </a:endParaRPr>
          </a:p>
        </p:txBody>
      </p:sp>
      <p:grpSp>
        <p:nvGrpSpPr>
          <p:cNvPr id="733" name="Google Shape;733;p84"/>
          <p:cNvGrpSpPr/>
          <p:nvPr/>
        </p:nvGrpSpPr>
        <p:grpSpPr>
          <a:xfrm>
            <a:off x="1247971" y="1207291"/>
            <a:ext cx="2987449" cy="3214484"/>
            <a:chOff x="9194338" y="1560796"/>
            <a:chExt cx="2272919" cy="2592610"/>
          </a:xfrm>
        </p:grpSpPr>
        <p:pic>
          <p:nvPicPr>
            <p:cNvPr id="734" name="Google Shape;734;p84"/>
            <p:cNvPicPr preferRelativeResize="0"/>
            <p:nvPr/>
          </p:nvPicPr>
          <p:blipFill rotWithShape="1">
            <a:blip r:embed="rId3">
              <a:alphaModFix/>
            </a:blip>
            <a:srcRect b="0" l="0" r="0" t="0"/>
            <a:stretch/>
          </p:blipFill>
          <p:spPr>
            <a:xfrm>
              <a:off x="9194338" y="1560796"/>
              <a:ext cx="2272919" cy="2592610"/>
            </a:xfrm>
            <a:prstGeom prst="rect">
              <a:avLst/>
            </a:prstGeom>
            <a:noFill/>
            <a:ln>
              <a:noFill/>
            </a:ln>
          </p:spPr>
        </p:pic>
        <p:pic>
          <p:nvPicPr>
            <p:cNvPr id="735" name="Google Shape;735;p84"/>
            <p:cNvPicPr preferRelativeResize="0"/>
            <p:nvPr/>
          </p:nvPicPr>
          <p:blipFill rotWithShape="1">
            <a:blip r:embed="rId4">
              <a:alphaModFix/>
            </a:blip>
            <a:srcRect b="0" l="0" r="0" t="0"/>
            <a:stretch/>
          </p:blipFill>
          <p:spPr>
            <a:xfrm>
              <a:off x="10056972" y="2539941"/>
              <a:ext cx="557449" cy="635856"/>
            </a:xfrm>
            <a:prstGeom prst="rect">
              <a:avLst/>
            </a:prstGeom>
            <a:noFill/>
            <a:ln>
              <a:noFill/>
            </a:ln>
          </p:spPr>
        </p:pic>
      </p:grpSp>
      <p:sp>
        <p:nvSpPr>
          <p:cNvPr id="736" name="Google Shape;736;p8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pic>
        <p:nvPicPr>
          <p:cNvPr id="737" name="Google Shape;737;p84"/>
          <p:cNvPicPr preferRelativeResize="0"/>
          <p:nvPr/>
        </p:nvPicPr>
        <p:blipFill rotWithShape="1">
          <a:blip r:embed="rId5">
            <a:alphaModFix/>
          </a:blip>
          <a:srcRect b="0" l="0" r="0" t="0"/>
          <a:stretch/>
        </p:blipFill>
        <p:spPr>
          <a:xfrm>
            <a:off x="4610235" y="2415723"/>
            <a:ext cx="738770" cy="522281"/>
          </a:xfrm>
          <a:prstGeom prst="rect">
            <a:avLst/>
          </a:prstGeom>
          <a:noFill/>
          <a:ln>
            <a:noFill/>
          </a:ln>
        </p:spPr>
      </p:pic>
      <p:pic>
        <p:nvPicPr>
          <p:cNvPr id="738" name="Google Shape;738;p84"/>
          <p:cNvPicPr preferRelativeResize="0"/>
          <p:nvPr/>
        </p:nvPicPr>
        <p:blipFill rotWithShape="1">
          <a:blip r:embed="rId6">
            <a:alphaModFix/>
          </a:blip>
          <a:srcRect b="0" l="0" r="0" t="0"/>
          <a:stretch/>
        </p:blipFill>
        <p:spPr>
          <a:xfrm>
            <a:off x="6653130" y="3431567"/>
            <a:ext cx="739086" cy="600049"/>
          </a:xfrm>
          <a:prstGeom prst="rect">
            <a:avLst/>
          </a:prstGeom>
          <a:noFill/>
          <a:ln>
            <a:noFill/>
          </a:ln>
        </p:spPr>
      </p:pic>
      <p:pic>
        <p:nvPicPr>
          <p:cNvPr id="739" name="Google Shape;739;p84"/>
          <p:cNvPicPr preferRelativeResize="0"/>
          <p:nvPr/>
        </p:nvPicPr>
        <p:blipFill rotWithShape="1">
          <a:blip r:embed="rId7">
            <a:alphaModFix/>
          </a:blip>
          <a:srcRect b="0" l="0" r="0" t="0"/>
          <a:stretch/>
        </p:blipFill>
        <p:spPr>
          <a:xfrm>
            <a:off x="6758510" y="2369402"/>
            <a:ext cx="641599" cy="641599"/>
          </a:xfrm>
          <a:prstGeom prst="rect">
            <a:avLst/>
          </a:prstGeom>
          <a:noFill/>
          <a:ln>
            <a:noFill/>
          </a:ln>
        </p:spPr>
      </p:pic>
      <p:pic>
        <p:nvPicPr>
          <p:cNvPr id="740" name="Google Shape;740;p84"/>
          <p:cNvPicPr preferRelativeResize="0"/>
          <p:nvPr/>
        </p:nvPicPr>
        <p:blipFill rotWithShape="1">
          <a:blip r:embed="rId8">
            <a:alphaModFix/>
          </a:blip>
          <a:srcRect b="0" l="0" r="0" t="0"/>
          <a:stretch/>
        </p:blipFill>
        <p:spPr>
          <a:xfrm>
            <a:off x="5595983" y="1564439"/>
            <a:ext cx="1041602" cy="676853"/>
          </a:xfrm>
          <a:prstGeom prst="rect">
            <a:avLst/>
          </a:prstGeom>
          <a:noFill/>
          <a:ln>
            <a:noFill/>
          </a:ln>
        </p:spPr>
      </p:pic>
      <p:pic>
        <p:nvPicPr>
          <p:cNvPr id="741" name="Google Shape;741;p84"/>
          <p:cNvPicPr preferRelativeResize="0"/>
          <p:nvPr/>
        </p:nvPicPr>
        <p:blipFill rotWithShape="1">
          <a:blip r:embed="rId9">
            <a:alphaModFix/>
          </a:blip>
          <a:srcRect b="0" l="0" r="0" t="0"/>
          <a:stretch/>
        </p:blipFill>
        <p:spPr>
          <a:xfrm>
            <a:off x="4666595" y="3413935"/>
            <a:ext cx="747358" cy="498239"/>
          </a:xfrm>
          <a:prstGeom prst="rect">
            <a:avLst/>
          </a:prstGeom>
          <a:noFill/>
          <a:ln>
            <a:noFill/>
          </a:ln>
        </p:spPr>
      </p:pic>
      <p:sp>
        <p:nvSpPr>
          <p:cNvPr id="742" name="Google Shape;742;p84"/>
          <p:cNvSpPr txBox="1"/>
          <p:nvPr/>
        </p:nvSpPr>
        <p:spPr>
          <a:xfrm>
            <a:off x="5695717" y="2195102"/>
            <a:ext cx="957413"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Historias</a:t>
            </a:r>
            <a:endParaRPr sz="1100"/>
          </a:p>
        </p:txBody>
      </p:sp>
      <p:sp>
        <p:nvSpPr>
          <p:cNvPr id="743" name="Google Shape;743;p84"/>
          <p:cNvSpPr txBox="1"/>
          <p:nvPr/>
        </p:nvSpPr>
        <p:spPr>
          <a:xfrm>
            <a:off x="6405809" y="3020121"/>
            <a:ext cx="1778064"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Conversaciones</a:t>
            </a:r>
            <a:endParaRPr sz="1100"/>
          </a:p>
        </p:txBody>
      </p:sp>
      <p:sp>
        <p:nvSpPr>
          <p:cNvPr id="744" name="Google Shape;744;p84"/>
          <p:cNvSpPr txBox="1"/>
          <p:nvPr/>
        </p:nvSpPr>
        <p:spPr>
          <a:xfrm>
            <a:off x="4704028" y="3921173"/>
            <a:ext cx="77560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Música</a:t>
            </a:r>
            <a:endParaRPr sz="1100"/>
          </a:p>
        </p:txBody>
      </p:sp>
      <p:sp>
        <p:nvSpPr>
          <p:cNvPr id="745" name="Google Shape;745;p84"/>
          <p:cNvSpPr txBox="1"/>
          <p:nvPr/>
        </p:nvSpPr>
        <p:spPr>
          <a:xfrm>
            <a:off x="6711434" y="4020302"/>
            <a:ext cx="775607"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Videos</a:t>
            </a:r>
            <a:endParaRPr sz="1100"/>
          </a:p>
        </p:txBody>
      </p:sp>
      <p:sp>
        <p:nvSpPr>
          <p:cNvPr id="746" name="Google Shape;746;p84"/>
          <p:cNvSpPr txBox="1"/>
          <p:nvPr/>
        </p:nvSpPr>
        <p:spPr>
          <a:xfrm>
            <a:off x="4623164" y="2933725"/>
            <a:ext cx="1178875" cy="253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Imágenes</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85"/>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Avances tecnológicos y ML</a:t>
            </a:r>
            <a:endParaRPr/>
          </a:p>
        </p:txBody>
      </p:sp>
      <p:grpSp>
        <p:nvGrpSpPr>
          <p:cNvPr descr="Flow of technology advancements from traditional computing to modern machine learning." id="752" name="Google Shape;752;p85"/>
          <p:cNvGrpSpPr/>
          <p:nvPr/>
        </p:nvGrpSpPr>
        <p:grpSpPr>
          <a:xfrm>
            <a:off x="499418" y="1332707"/>
            <a:ext cx="8021103" cy="3366821"/>
            <a:chOff x="1056907" y="1776943"/>
            <a:chExt cx="10150804" cy="4489094"/>
          </a:xfrm>
        </p:grpSpPr>
        <p:grpSp>
          <p:nvGrpSpPr>
            <p:cNvPr descr="Flow of technology advancements from traditional computing to modern machine learning." id="753" name="Google Shape;753;p85"/>
            <p:cNvGrpSpPr/>
            <p:nvPr/>
          </p:nvGrpSpPr>
          <p:grpSpPr>
            <a:xfrm>
              <a:off x="1056907" y="1776943"/>
              <a:ext cx="10150804" cy="3068784"/>
              <a:chOff x="1056907" y="1776943"/>
              <a:chExt cx="10150804" cy="3068784"/>
            </a:xfrm>
          </p:grpSpPr>
          <p:sp>
            <p:nvSpPr>
              <p:cNvPr id="754" name="Google Shape;754;p85"/>
              <p:cNvSpPr/>
              <p:nvPr/>
            </p:nvSpPr>
            <p:spPr>
              <a:xfrm>
                <a:off x="1056907" y="1814857"/>
                <a:ext cx="2757223" cy="1901952"/>
              </a:xfrm>
              <a:prstGeom prst="roundRect">
                <a:avLst>
                  <a:gd fmla="val 16667" name="adj"/>
                </a:avLst>
              </a:prstGeom>
              <a:solidFill>
                <a:schemeClr val="lt1"/>
              </a:solidFill>
              <a:ln cap="flat" cmpd="sng" w="28575">
                <a:solidFill>
                  <a:srgbClr val="05A385"/>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755" name="Google Shape;755;p85"/>
              <p:cNvSpPr/>
              <p:nvPr/>
            </p:nvSpPr>
            <p:spPr>
              <a:xfrm>
                <a:off x="8288733" y="1830688"/>
                <a:ext cx="2918978" cy="1901952"/>
              </a:xfrm>
              <a:prstGeom prst="roundRect">
                <a:avLst>
                  <a:gd fmla="val 16667" name="adj"/>
                </a:avLst>
              </a:prstGeom>
              <a:solidFill>
                <a:schemeClr val="lt1"/>
              </a:solidFill>
              <a:ln cap="flat" cmpd="sng" w="28575">
                <a:solidFill>
                  <a:schemeClr val="accent6"/>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756" name="Google Shape;756;p85"/>
              <p:cNvSpPr/>
              <p:nvPr/>
            </p:nvSpPr>
            <p:spPr>
              <a:xfrm>
                <a:off x="6153208" y="1837770"/>
                <a:ext cx="2030967" cy="1901952"/>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757" name="Google Shape;757;p85"/>
              <p:cNvSpPr/>
              <p:nvPr/>
            </p:nvSpPr>
            <p:spPr>
              <a:xfrm>
                <a:off x="3969841" y="1830688"/>
                <a:ext cx="2030967" cy="1901952"/>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descr="Right-arrow going from infrastructure as a service to software as a service." id="758" name="Google Shape;758;p85"/>
              <p:cNvSpPr/>
              <p:nvPr/>
            </p:nvSpPr>
            <p:spPr>
              <a:xfrm>
                <a:off x="1056907" y="4002764"/>
                <a:ext cx="10150803" cy="842963"/>
              </a:xfrm>
              <a:prstGeom prst="rightArrow">
                <a:avLst>
                  <a:gd fmla="val 50000" name="adj1"/>
                  <a:gd fmla="val 50000" name="adj2"/>
                </a:avLst>
              </a:prstGeom>
              <a:gradFill>
                <a:gsLst>
                  <a:gs pos="0">
                    <a:schemeClr val="accent3"/>
                  </a:gs>
                  <a:gs pos="50000">
                    <a:schemeClr val="accent2"/>
                  </a:gs>
                  <a:gs pos="100000">
                    <a:schemeClr val="accent6"/>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pic>
            <p:nvPicPr>
              <p:cNvPr id="759" name="Google Shape;759;p85"/>
              <p:cNvPicPr preferRelativeResize="0"/>
              <p:nvPr/>
            </p:nvPicPr>
            <p:blipFill rotWithShape="1">
              <a:blip r:embed="rId3">
                <a:alphaModFix/>
              </a:blip>
              <a:srcRect b="0" l="0" r="0" t="0"/>
              <a:stretch/>
            </p:blipFill>
            <p:spPr>
              <a:xfrm>
                <a:off x="4076112" y="1776943"/>
                <a:ext cx="1818423" cy="1915876"/>
              </a:xfrm>
              <a:prstGeom prst="rect">
                <a:avLst/>
              </a:prstGeom>
              <a:noFill/>
              <a:ln>
                <a:noFill/>
              </a:ln>
            </p:spPr>
          </p:pic>
          <p:pic>
            <p:nvPicPr>
              <p:cNvPr id="760" name="Google Shape;760;p85"/>
              <p:cNvPicPr preferRelativeResize="0"/>
              <p:nvPr/>
            </p:nvPicPr>
            <p:blipFill rotWithShape="1">
              <a:blip r:embed="rId4">
                <a:alphaModFix/>
              </a:blip>
              <a:srcRect b="0" l="0" r="0" t="0"/>
              <a:stretch/>
            </p:blipFill>
            <p:spPr>
              <a:xfrm>
                <a:off x="6344697" y="2069662"/>
                <a:ext cx="1647988" cy="1438166"/>
              </a:xfrm>
              <a:prstGeom prst="rect">
                <a:avLst/>
              </a:prstGeom>
              <a:noFill/>
              <a:ln>
                <a:noFill/>
              </a:ln>
            </p:spPr>
          </p:pic>
        </p:grpSp>
        <p:sp>
          <p:nvSpPr>
            <p:cNvPr id="761" name="Google Shape;761;p85"/>
            <p:cNvSpPr txBox="1"/>
            <p:nvPr/>
          </p:nvSpPr>
          <p:spPr>
            <a:xfrm>
              <a:off x="1056907" y="5050071"/>
              <a:ext cx="1952993" cy="83099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Informática tradicional</a:t>
              </a:r>
              <a:endParaRPr sz="1100"/>
            </a:p>
          </p:txBody>
        </p:sp>
        <p:sp>
          <p:nvSpPr>
            <p:cNvPr id="762" name="Google Shape;762;p85"/>
            <p:cNvSpPr txBox="1"/>
            <p:nvPr/>
          </p:nvSpPr>
          <p:spPr>
            <a:xfrm>
              <a:off x="3325169" y="5065708"/>
              <a:ext cx="2589449" cy="1200329"/>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Computación en la nube y ley </a:t>
              </a:r>
              <a:br>
                <a:rPr lang="es-419" sz="1800">
                  <a:solidFill>
                    <a:srgbClr val="232F3E"/>
                  </a:solidFill>
                  <a:latin typeface="Play"/>
                  <a:ea typeface="Play"/>
                  <a:cs typeface="Play"/>
                  <a:sym typeface="Play"/>
                </a:rPr>
              </a:br>
              <a:r>
                <a:rPr lang="es-419" sz="1800">
                  <a:solidFill>
                    <a:srgbClr val="232F3E"/>
                  </a:solidFill>
                  <a:latin typeface="Play"/>
                  <a:ea typeface="Play"/>
                  <a:cs typeface="Play"/>
                  <a:sym typeface="Play"/>
                </a:rPr>
                <a:t>de Moore</a:t>
              </a:r>
              <a:endParaRPr sz="1100"/>
            </a:p>
          </p:txBody>
        </p:sp>
        <p:sp>
          <p:nvSpPr>
            <p:cNvPr id="763" name="Google Shape;763;p85"/>
            <p:cNvSpPr txBox="1"/>
            <p:nvPr/>
          </p:nvSpPr>
          <p:spPr>
            <a:xfrm>
              <a:off x="6153208" y="5024777"/>
              <a:ext cx="2396611" cy="83099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Machine learning</a:t>
              </a:r>
              <a:endParaRPr sz="1800">
                <a:solidFill>
                  <a:srgbClr val="232F3E"/>
                </a:solidFill>
                <a:latin typeface="Play"/>
                <a:ea typeface="Play"/>
                <a:cs typeface="Play"/>
                <a:sym typeface="Play"/>
              </a:endParaRPr>
            </a:p>
            <a:p>
              <a:pPr indent="0" lvl="0" marL="0" marR="0" rtl="0" algn="ctr">
                <a:spcBef>
                  <a:spcPts val="0"/>
                </a:spcBef>
                <a:spcAft>
                  <a:spcPts val="0"/>
                </a:spcAft>
                <a:buNone/>
              </a:pPr>
              <a:r>
                <a:rPr lang="es-419" sz="1800">
                  <a:solidFill>
                    <a:srgbClr val="232F3E"/>
                  </a:solidFill>
                  <a:latin typeface="Play"/>
                  <a:ea typeface="Play"/>
                  <a:cs typeface="Play"/>
                  <a:sym typeface="Play"/>
                </a:rPr>
                <a:t> moderno</a:t>
              </a:r>
              <a:endParaRPr sz="1100"/>
            </a:p>
          </p:txBody>
        </p:sp>
      </p:grpSp>
      <p:sp>
        <p:nvSpPr>
          <p:cNvPr id="764" name="Google Shape;764;p85"/>
          <p:cNvSpPr txBox="1"/>
          <p:nvPr/>
        </p:nvSpPr>
        <p:spPr>
          <a:xfrm>
            <a:off x="6762202" y="3752930"/>
            <a:ext cx="154753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IA generativa</a:t>
            </a:r>
            <a:endParaRPr sz="1100"/>
          </a:p>
        </p:txBody>
      </p:sp>
      <p:grpSp>
        <p:nvGrpSpPr>
          <p:cNvPr id="765" name="Google Shape;765;p85"/>
          <p:cNvGrpSpPr/>
          <p:nvPr/>
        </p:nvGrpSpPr>
        <p:grpSpPr>
          <a:xfrm>
            <a:off x="6614839" y="1322198"/>
            <a:ext cx="1504805" cy="1545914"/>
            <a:chOff x="8806736" y="1671422"/>
            <a:chExt cx="2272919" cy="2272919"/>
          </a:xfrm>
        </p:grpSpPr>
        <p:pic>
          <p:nvPicPr>
            <p:cNvPr id="766" name="Google Shape;766;p85"/>
            <p:cNvPicPr preferRelativeResize="0"/>
            <p:nvPr/>
          </p:nvPicPr>
          <p:blipFill rotWithShape="1">
            <a:blip r:embed="rId5">
              <a:alphaModFix/>
            </a:blip>
            <a:srcRect b="0" l="0" r="0" t="0"/>
            <a:stretch/>
          </p:blipFill>
          <p:spPr>
            <a:xfrm>
              <a:off x="8806736" y="1671422"/>
              <a:ext cx="2272919" cy="2272919"/>
            </a:xfrm>
            <a:prstGeom prst="rect">
              <a:avLst/>
            </a:prstGeom>
            <a:noFill/>
            <a:ln>
              <a:noFill/>
            </a:ln>
          </p:spPr>
        </p:pic>
        <p:pic>
          <p:nvPicPr>
            <p:cNvPr id="767" name="Google Shape;767;p85"/>
            <p:cNvPicPr preferRelativeResize="0"/>
            <p:nvPr/>
          </p:nvPicPr>
          <p:blipFill rotWithShape="1">
            <a:blip r:embed="rId6">
              <a:alphaModFix/>
            </a:blip>
            <a:srcRect b="0" l="0" r="0" t="0"/>
            <a:stretch/>
          </p:blipFill>
          <p:spPr>
            <a:xfrm>
              <a:off x="9664399" y="2529405"/>
              <a:ext cx="557449" cy="557449"/>
            </a:xfrm>
            <a:prstGeom prst="rect">
              <a:avLst/>
            </a:prstGeom>
            <a:noFill/>
            <a:ln>
              <a:noFill/>
            </a:ln>
          </p:spPr>
        </p:pic>
      </p:grpSp>
      <p:pic>
        <p:nvPicPr>
          <p:cNvPr id="768" name="Google Shape;768;p85"/>
          <p:cNvPicPr preferRelativeResize="0"/>
          <p:nvPr/>
        </p:nvPicPr>
        <p:blipFill rotWithShape="1">
          <a:blip r:embed="rId7">
            <a:alphaModFix/>
          </a:blip>
          <a:srcRect b="0" l="0" r="0" t="0"/>
          <a:stretch/>
        </p:blipFill>
        <p:spPr>
          <a:xfrm>
            <a:off x="880658" y="1347568"/>
            <a:ext cx="1543050" cy="1543050"/>
          </a:xfrm>
          <a:prstGeom prst="rect">
            <a:avLst/>
          </a:prstGeom>
          <a:noFill/>
          <a:ln>
            <a:noFill/>
          </a:ln>
        </p:spPr>
      </p:pic>
      <p:sp>
        <p:nvSpPr>
          <p:cNvPr id="769" name="Google Shape;769;p8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6"/>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importantes de la sección 1</a:t>
            </a:r>
            <a:endParaRPr/>
          </a:p>
        </p:txBody>
      </p:sp>
      <p:pic>
        <p:nvPicPr>
          <p:cNvPr id="775" name="Google Shape;775;p86"/>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776" name="Google Shape;776;p86"/>
          <p:cNvSpPr txBox="1"/>
          <p:nvPr>
            <p:ph idx="1" type="body"/>
          </p:nvPr>
        </p:nvSpPr>
        <p:spPr>
          <a:xfrm>
            <a:off x="3444476" y="258265"/>
            <a:ext cx="5429776" cy="4606988"/>
          </a:xfrm>
          <a:prstGeom prst="rect">
            <a:avLst/>
          </a:prstGeom>
          <a:noFill/>
          <a:ln>
            <a:noFill/>
          </a:ln>
        </p:spPr>
        <p:txBody>
          <a:bodyPr anchorCtr="0" anchor="t" bIns="34275" lIns="68575" spcFirstLastPara="1" rIns="68575" wrap="square" tIns="34275">
            <a:normAutofit fontScale="92500" lnSpcReduction="10000"/>
          </a:bodyPr>
          <a:lstStyle/>
          <a:p>
            <a:pPr indent="-174148" lvl="0" marL="177800" rtl="0" algn="l">
              <a:lnSpc>
                <a:spcPct val="100000"/>
              </a:lnSpc>
              <a:spcBef>
                <a:spcPts val="0"/>
              </a:spcBef>
              <a:spcAft>
                <a:spcPts val="0"/>
              </a:spcAft>
              <a:buClr>
                <a:srgbClr val="232F3E"/>
              </a:buClr>
              <a:buSzPct val="100000"/>
              <a:buChar char="•"/>
            </a:pPr>
            <a:r>
              <a:rPr lang="es-419"/>
              <a:t>Inteligencia artificial</a:t>
            </a:r>
            <a:endParaRPr/>
          </a:p>
          <a:p>
            <a:pPr indent="-169227" lvl="1" marL="342900" rtl="0" algn="l">
              <a:lnSpc>
                <a:spcPct val="100000"/>
              </a:lnSpc>
              <a:spcBef>
                <a:spcPts val="900"/>
              </a:spcBef>
              <a:spcAft>
                <a:spcPts val="0"/>
              </a:spcAft>
              <a:buClr>
                <a:srgbClr val="232F3E"/>
              </a:buClr>
              <a:buSzPct val="100000"/>
              <a:buChar char="•"/>
            </a:pPr>
            <a:r>
              <a:rPr lang="es-419"/>
              <a:t>Máquinas que realizan tareas humanas</a:t>
            </a:r>
            <a:endParaRPr/>
          </a:p>
          <a:p>
            <a:pPr indent="-174148" lvl="0" marL="177800" rtl="0" algn="l">
              <a:lnSpc>
                <a:spcPct val="100000"/>
              </a:lnSpc>
              <a:spcBef>
                <a:spcPts val="900"/>
              </a:spcBef>
              <a:spcAft>
                <a:spcPts val="0"/>
              </a:spcAft>
              <a:buClr>
                <a:srgbClr val="232F3E"/>
              </a:buClr>
              <a:buSzPct val="100000"/>
              <a:buChar char="•"/>
            </a:pPr>
            <a:r>
              <a:rPr lang="es-419"/>
              <a:t>Machine learning</a:t>
            </a:r>
            <a:endParaRPr/>
          </a:p>
          <a:p>
            <a:pPr indent="-169227" lvl="1" marL="342900" rtl="0" algn="l">
              <a:lnSpc>
                <a:spcPct val="100000"/>
              </a:lnSpc>
              <a:spcBef>
                <a:spcPts val="900"/>
              </a:spcBef>
              <a:spcAft>
                <a:spcPts val="0"/>
              </a:spcAft>
              <a:buClr>
                <a:srgbClr val="232F3E"/>
              </a:buClr>
              <a:buSzPct val="100000"/>
              <a:buChar char="•"/>
            </a:pPr>
            <a:r>
              <a:rPr lang="es-419"/>
              <a:t>Entrenamiento de modelos para hacer predicciones</a:t>
            </a:r>
            <a:endParaRPr/>
          </a:p>
          <a:p>
            <a:pPr indent="-174148" lvl="0" marL="177800" rtl="0" algn="l">
              <a:lnSpc>
                <a:spcPct val="100000"/>
              </a:lnSpc>
              <a:spcBef>
                <a:spcPts val="900"/>
              </a:spcBef>
              <a:spcAft>
                <a:spcPts val="0"/>
              </a:spcAft>
              <a:buClr>
                <a:srgbClr val="232F3E"/>
              </a:buClr>
              <a:buSzPct val="100000"/>
              <a:buChar char="•"/>
            </a:pPr>
            <a:r>
              <a:rPr lang="es-419"/>
              <a:t>Aprendizaje profundo</a:t>
            </a:r>
            <a:endParaRPr/>
          </a:p>
          <a:p>
            <a:pPr indent="-169227" lvl="1" marL="342900" rtl="0" algn="l">
              <a:lnSpc>
                <a:spcPct val="100000"/>
              </a:lnSpc>
              <a:spcBef>
                <a:spcPts val="900"/>
              </a:spcBef>
              <a:spcAft>
                <a:spcPts val="0"/>
              </a:spcAft>
              <a:buClr>
                <a:srgbClr val="232F3E"/>
              </a:buClr>
              <a:buSzPct val="100000"/>
              <a:buChar char="•"/>
            </a:pPr>
            <a:r>
              <a:rPr lang="es-419"/>
              <a:t>Redes neuronales basadas en transformadores</a:t>
            </a:r>
            <a:endParaRPr/>
          </a:p>
          <a:p>
            <a:pPr indent="-169227" lvl="1" marL="342900" rtl="0" algn="l">
              <a:lnSpc>
                <a:spcPct val="100000"/>
              </a:lnSpc>
              <a:spcBef>
                <a:spcPts val="900"/>
              </a:spcBef>
              <a:spcAft>
                <a:spcPts val="0"/>
              </a:spcAft>
              <a:buClr>
                <a:srgbClr val="232F3E"/>
              </a:buClr>
              <a:buSzPct val="100000"/>
              <a:buChar char="•"/>
            </a:pPr>
            <a:r>
              <a:rPr lang="es-419"/>
              <a:t>Las redes neuronales abrieron el camino a la IA generativa </a:t>
            </a:r>
            <a:endParaRPr/>
          </a:p>
          <a:p>
            <a:pPr indent="-174148" lvl="0" marL="177800" rtl="0" algn="l">
              <a:lnSpc>
                <a:spcPct val="100000"/>
              </a:lnSpc>
              <a:spcBef>
                <a:spcPts val="900"/>
              </a:spcBef>
              <a:spcAft>
                <a:spcPts val="0"/>
              </a:spcAft>
              <a:buClr>
                <a:srgbClr val="232F3E"/>
              </a:buClr>
              <a:buSzPct val="100000"/>
              <a:buChar char="•"/>
            </a:pPr>
            <a:r>
              <a:rPr lang="es-419"/>
              <a:t>IA generativa</a:t>
            </a:r>
            <a:endParaRPr/>
          </a:p>
          <a:p>
            <a:pPr indent="-169227" lvl="1" marL="342900" rtl="0" algn="l">
              <a:lnSpc>
                <a:spcPct val="100000"/>
              </a:lnSpc>
              <a:spcBef>
                <a:spcPts val="900"/>
              </a:spcBef>
              <a:spcAft>
                <a:spcPts val="0"/>
              </a:spcAft>
              <a:buClr>
                <a:srgbClr val="232F3E"/>
              </a:buClr>
              <a:buSzPct val="100000"/>
              <a:buChar char="•"/>
            </a:pPr>
            <a:r>
              <a:rPr lang="es-419"/>
              <a:t>Tipo de IA que puede crear nuevos contenidos</a:t>
            </a:r>
            <a:endParaRPr/>
          </a:p>
          <a:p>
            <a:pPr indent="-174148" lvl="0" marL="177800" rtl="0" algn="l">
              <a:lnSpc>
                <a:spcPct val="100000"/>
              </a:lnSpc>
              <a:spcBef>
                <a:spcPts val="900"/>
              </a:spcBef>
              <a:spcAft>
                <a:spcPts val="0"/>
              </a:spcAft>
              <a:buClr>
                <a:srgbClr val="232F3E"/>
              </a:buClr>
              <a:buSzPct val="100000"/>
              <a:buChar char="•"/>
            </a:pPr>
            <a:r>
              <a:rPr lang="es-419"/>
              <a:t>Los avances tecnológicos y económicos han permitido que el machine learning sea más accesible para particulares y organizaciones</a:t>
            </a:r>
            <a:endParaRPr/>
          </a:p>
        </p:txBody>
      </p:sp>
      <p:sp>
        <p:nvSpPr>
          <p:cNvPr id="777" name="Google Shape;777;p8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7"/>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2: Problemas empresariales resueltos con machine learning</a:t>
            </a:r>
            <a:endParaRPr/>
          </a:p>
        </p:txBody>
      </p:sp>
      <p:sp>
        <p:nvSpPr>
          <p:cNvPr id="783" name="Google Shape;783;p87"/>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p:txBody>
      </p:sp>
      <p:sp>
        <p:nvSpPr>
          <p:cNvPr id="784" name="Google Shape;784;p8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8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Casos prácticos de uso empresarial</a:t>
            </a:r>
            <a:endParaRPr/>
          </a:p>
        </p:txBody>
      </p:sp>
      <p:sp>
        <p:nvSpPr>
          <p:cNvPr id="790" name="Google Shape;790;p88"/>
          <p:cNvSpPr txBox="1"/>
          <p:nvPr>
            <p:ph idx="1" type="body"/>
          </p:nvPr>
        </p:nvSpPr>
        <p:spPr>
          <a:xfrm>
            <a:off x="274320" y="3497580"/>
            <a:ext cx="2811780" cy="133731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32F3E"/>
              </a:buClr>
              <a:buSzPts val="1800"/>
              <a:buNone/>
            </a:pPr>
            <a:r>
              <a:rPr lang="es-419"/>
              <a:t>Spam frente al </a:t>
            </a:r>
            <a:endParaRPr/>
          </a:p>
          <a:p>
            <a:pPr indent="0" lvl="0" marL="0" rtl="0" algn="ctr">
              <a:lnSpc>
                <a:spcPct val="100000"/>
              </a:lnSpc>
              <a:spcBef>
                <a:spcPts val="0"/>
              </a:spcBef>
              <a:spcAft>
                <a:spcPts val="0"/>
              </a:spcAft>
              <a:buClr>
                <a:srgbClr val="232F3E"/>
              </a:buClr>
              <a:buSzPts val="1800"/>
              <a:buNone/>
            </a:pPr>
            <a:r>
              <a:rPr lang="es-419"/>
              <a:t>correo electrónico normal</a:t>
            </a:r>
            <a:endParaRPr/>
          </a:p>
        </p:txBody>
      </p:sp>
      <p:pic>
        <p:nvPicPr>
          <p:cNvPr id="791" name="Google Shape;791;p88"/>
          <p:cNvPicPr preferRelativeResize="0"/>
          <p:nvPr>
            <p:ph idx="2" type="pic"/>
          </p:nvPr>
        </p:nvPicPr>
        <p:blipFill rotWithShape="1">
          <a:blip r:embed="rId3">
            <a:alphaModFix/>
          </a:blip>
          <a:srcRect b="0" l="11023" r="11022" t="0"/>
          <a:stretch/>
        </p:blipFill>
        <p:spPr>
          <a:xfrm flipH="1">
            <a:off x="822722" y="1714500"/>
            <a:ext cx="1714500" cy="1714500"/>
          </a:xfrm>
          <a:prstGeom prst="rect">
            <a:avLst/>
          </a:prstGeom>
          <a:noFill/>
          <a:ln>
            <a:noFill/>
          </a:ln>
        </p:spPr>
      </p:pic>
      <p:sp>
        <p:nvSpPr>
          <p:cNvPr id="792" name="Google Shape;792;p88"/>
          <p:cNvSpPr txBox="1"/>
          <p:nvPr>
            <p:ph idx="4" type="body"/>
          </p:nvPr>
        </p:nvSpPr>
        <p:spPr>
          <a:xfrm>
            <a:off x="3168396" y="3497580"/>
            <a:ext cx="2811780" cy="133731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32F3E"/>
              </a:buClr>
              <a:buSzPts val="1800"/>
              <a:buNone/>
            </a:pPr>
            <a:r>
              <a:rPr lang="es-419"/>
              <a:t>Recomendaciones</a:t>
            </a:r>
            <a:endParaRPr/>
          </a:p>
        </p:txBody>
      </p:sp>
      <p:grpSp>
        <p:nvGrpSpPr>
          <p:cNvPr id="793" name="Google Shape;793;p88"/>
          <p:cNvGrpSpPr/>
          <p:nvPr/>
        </p:nvGrpSpPr>
        <p:grpSpPr>
          <a:xfrm>
            <a:off x="2993379" y="2430609"/>
            <a:ext cx="3313571" cy="1106856"/>
            <a:chOff x="3991172" y="3240812"/>
            <a:chExt cx="4418094" cy="1475808"/>
          </a:xfrm>
        </p:grpSpPr>
        <p:pic>
          <p:nvPicPr>
            <p:cNvPr id="794" name="Google Shape;794;p88"/>
            <p:cNvPicPr preferRelativeResize="0"/>
            <p:nvPr/>
          </p:nvPicPr>
          <p:blipFill rotWithShape="1">
            <a:blip r:embed="rId4">
              <a:alphaModFix/>
            </a:blip>
            <a:srcRect b="0" l="0" r="0" t="0"/>
            <a:stretch/>
          </p:blipFill>
          <p:spPr>
            <a:xfrm>
              <a:off x="5495938" y="3242624"/>
              <a:ext cx="1472184" cy="1472184"/>
            </a:xfrm>
            <a:prstGeom prst="rect">
              <a:avLst/>
            </a:prstGeom>
            <a:noFill/>
            <a:ln>
              <a:noFill/>
            </a:ln>
          </p:spPr>
        </p:pic>
        <p:pic>
          <p:nvPicPr>
            <p:cNvPr id="795" name="Google Shape;795;p88"/>
            <p:cNvPicPr preferRelativeResize="0"/>
            <p:nvPr/>
          </p:nvPicPr>
          <p:blipFill rotWithShape="1">
            <a:blip r:embed="rId5">
              <a:alphaModFix/>
            </a:blip>
            <a:srcRect b="0" l="0" r="0" t="0"/>
            <a:stretch/>
          </p:blipFill>
          <p:spPr>
            <a:xfrm>
              <a:off x="3991172" y="3240812"/>
              <a:ext cx="1475808" cy="1475808"/>
            </a:xfrm>
            <a:prstGeom prst="rect">
              <a:avLst/>
            </a:prstGeom>
            <a:noFill/>
            <a:ln>
              <a:noFill/>
            </a:ln>
          </p:spPr>
        </p:pic>
        <p:pic>
          <p:nvPicPr>
            <p:cNvPr id="796" name="Google Shape;796;p88"/>
            <p:cNvPicPr preferRelativeResize="0"/>
            <p:nvPr/>
          </p:nvPicPr>
          <p:blipFill rotWithShape="1">
            <a:blip r:embed="rId6">
              <a:alphaModFix/>
            </a:blip>
            <a:srcRect b="0" l="0" r="0" t="0"/>
            <a:stretch/>
          </p:blipFill>
          <p:spPr>
            <a:xfrm>
              <a:off x="6997080" y="3256148"/>
              <a:ext cx="1412186" cy="1445137"/>
            </a:xfrm>
            <a:prstGeom prst="rect">
              <a:avLst/>
            </a:prstGeom>
            <a:noFill/>
            <a:ln>
              <a:noFill/>
            </a:ln>
          </p:spPr>
        </p:pic>
      </p:grpSp>
      <p:sp>
        <p:nvSpPr>
          <p:cNvPr id="797" name="Google Shape;797;p88"/>
          <p:cNvSpPr txBox="1"/>
          <p:nvPr>
            <p:ph idx="6" type="body"/>
          </p:nvPr>
        </p:nvSpPr>
        <p:spPr>
          <a:xfrm>
            <a:off x="6062472" y="3497580"/>
            <a:ext cx="2811780" cy="133731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Clr>
                <a:srgbClr val="232F3E"/>
              </a:buClr>
              <a:buSzPts val="1800"/>
              <a:buNone/>
            </a:pPr>
            <a:r>
              <a:rPr lang="es-419"/>
              <a:t>Fraudes</a:t>
            </a:r>
            <a:endParaRPr/>
          </a:p>
        </p:txBody>
      </p:sp>
      <p:pic>
        <p:nvPicPr>
          <p:cNvPr id="798" name="Google Shape;798;p88"/>
          <p:cNvPicPr preferRelativeResize="0"/>
          <p:nvPr>
            <p:ph idx="5" type="pic"/>
          </p:nvPr>
        </p:nvPicPr>
        <p:blipFill rotWithShape="1">
          <a:blip r:embed="rId7">
            <a:alphaModFix/>
          </a:blip>
          <a:srcRect b="0" l="16747" r="16746" t="0"/>
          <a:stretch/>
        </p:blipFill>
        <p:spPr>
          <a:xfrm>
            <a:off x="6611541" y="1714500"/>
            <a:ext cx="1714500" cy="1714500"/>
          </a:xfrm>
          <a:prstGeom prst="rect">
            <a:avLst/>
          </a:prstGeom>
          <a:noFill/>
          <a:ln>
            <a:noFill/>
          </a:ln>
        </p:spPr>
      </p:pic>
      <p:sp>
        <p:nvSpPr>
          <p:cNvPr id="799" name="Google Shape;799;p8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9"/>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Tipos de machine learning</a:t>
            </a:r>
            <a:endParaRPr/>
          </a:p>
        </p:txBody>
      </p:sp>
      <p:grpSp>
        <p:nvGrpSpPr>
          <p:cNvPr descr="Three types of machine learning: supervised learning, reinforcement learning, and unsupervised learning." id="805" name="Google Shape;805;p89"/>
          <p:cNvGrpSpPr/>
          <p:nvPr/>
        </p:nvGrpSpPr>
        <p:grpSpPr>
          <a:xfrm>
            <a:off x="912624" y="1460182"/>
            <a:ext cx="7155296" cy="3203145"/>
            <a:chOff x="1216832" y="1946909"/>
            <a:chExt cx="9540394" cy="4270860"/>
          </a:xfrm>
        </p:grpSpPr>
        <p:sp>
          <p:nvSpPr>
            <p:cNvPr id="806" name="Google Shape;806;p89"/>
            <p:cNvSpPr/>
            <p:nvPr/>
          </p:nvSpPr>
          <p:spPr>
            <a:xfrm>
              <a:off x="5019260" y="1946911"/>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Machine learning</a:t>
              </a:r>
              <a:endParaRPr sz="1100"/>
            </a:p>
          </p:txBody>
        </p:sp>
        <p:cxnSp>
          <p:nvCxnSpPr>
            <p:cNvPr id="807" name="Google Shape;807;p89"/>
            <p:cNvCxnSpPr>
              <a:stCxn id="806" idx="2"/>
              <a:endCxn id="808" idx="6"/>
            </p:cNvCxnSpPr>
            <p:nvPr/>
          </p:nvCxnSpPr>
          <p:spPr>
            <a:xfrm rot="10800000">
              <a:off x="3152360" y="2914680"/>
              <a:ext cx="1866900" cy="0"/>
            </a:xfrm>
            <a:prstGeom prst="straightConnector1">
              <a:avLst/>
            </a:prstGeom>
            <a:noFill/>
            <a:ln cap="flat" cmpd="sng" w="28575">
              <a:solidFill>
                <a:schemeClr val="accent5"/>
              </a:solidFill>
              <a:prstDash val="solid"/>
              <a:round/>
              <a:headEnd len="sm" w="sm" type="none"/>
              <a:tailEnd len="sm" w="sm" type="none"/>
            </a:ln>
          </p:spPr>
        </p:cxnSp>
        <p:cxnSp>
          <p:nvCxnSpPr>
            <p:cNvPr id="809" name="Google Shape;809;p89"/>
            <p:cNvCxnSpPr>
              <a:stCxn id="806" idx="6"/>
              <a:endCxn id="810" idx="2"/>
            </p:cNvCxnSpPr>
            <p:nvPr/>
          </p:nvCxnSpPr>
          <p:spPr>
            <a:xfrm>
              <a:off x="6954797" y="2914680"/>
              <a:ext cx="1866900" cy="0"/>
            </a:xfrm>
            <a:prstGeom prst="straightConnector1">
              <a:avLst/>
            </a:prstGeom>
            <a:noFill/>
            <a:ln cap="flat" cmpd="sng" w="28575">
              <a:solidFill>
                <a:schemeClr val="dk2"/>
              </a:solidFill>
              <a:prstDash val="solid"/>
              <a:round/>
              <a:headEnd len="sm" w="sm" type="none"/>
              <a:tailEnd len="sm" w="sm" type="none"/>
            </a:ln>
          </p:spPr>
        </p:cxnSp>
        <p:cxnSp>
          <p:nvCxnSpPr>
            <p:cNvPr id="811" name="Google Shape;811;p89"/>
            <p:cNvCxnSpPr>
              <a:stCxn id="806" idx="4"/>
              <a:endCxn id="812" idx="0"/>
            </p:cNvCxnSpPr>
            <p:nvPr/>
          </p:nvCxnSpPr>
          <p:spPr>
            <a:xfrm>
              <a:off x="5987029" y="3882448"/>
              <a:ext cx="0" cy="399900"/>
            </a:xfrm>
            <a:prstGeom prst="straightConnector1">
              <a:avLst/>
            </a:prstGeom>
            <a:noFill/>
            <a:ln cap="flat" cmpd="sng" w="28575">
              <a:solidFill>
                <a:schemeClr val="accent6"/>
              </a:solidFill>
              <a:prstDash val="solid"/>
              <a:round/>
              <a:headEnd len="sm" w="sm" type="none"/>
              <a:tailEnd len="sm" w="sm" type="none"/>
            </a:ln>
          </p:spPr>
        </p:cxnSp>
        <p:grpSp>
          <p:nvGrpSpPr>
            <p:cNvPr id="813" name="Google Shape;813;p89"/>
            <p:cNvGrpSpPr/>
            <p:nvPr/>
          </p:nvGrpSpPr>
          <p:grpSpPr>
            <a:xfrm>
              <a:off x="8821689" y="1946910"/>
              <a:ext cx="1935537" cy="1935537"/>
              <a:chOff x="8465763" y="4057417"/>
              <a:chExt cx="1935537" cy="1935537"/>
            </a:xfrm>
          </p:grpSpPr>
          <p:sp>
            <p:nvSpPr>
              <p:cNvPr id="810" name="Google Shape;810;p89"/>
              <p:cNvSpPr/>
              <p:nvPr/>
            </p:nvSpPr>
            <p:spPr>
              <a:xfrm>
                <a:off x="8465763" y="4057417"/>
                <a:ext cx="1935537" cy="1935537"/>
              </a:xfrm>
              <a:prstGeom prst="ellipse">
                <a:avLst/>
              </a:prstGeom>
              <a:solidFill>
                <a:schemeClr val="dk2"/>
              </a:solidFill>
              <a:ln cap="flat" cmpd="sng" w="107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14" name="Google Shape;814;p89"/>
              <p:cNvSpPr txBox="1"/>
              <p:nvPr/>
            </p:nvSpPr>
            <p:spPr>
              <a:xfrm>
                <a:off x="8481187" y="4671242"/>
                <a:ext cx="1904689"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por refuerzo</a:t>
                </a:r>
                <a:endParaRPr sz="1100"/>
              </a:p>
            </p:txBody>
          </p:sp>
        </p:grpSp>
        <p:grpSp>
          <p:nvGrpSpPr>
            <p:cNvPr id="815" name="Google Shape;815;p89"/>
            <p:cNvGrpSpPr/>
            <p:nvPr/>
          </p:nvGrpSpPr>
          <p:grpSpPr>
            <a:xfrm>
              <a:off x="5019260" y="4282232"/>
              <a:ext cx="1935537" cy="1935537"/>
              <a:chOff x="8465763" y="4057417"/>
              <a:chExt cx="1935537" cy="1935537"/>
            </a:xfrm>
          </p:grpSpPr>
          <p:sp>
            <p:nvSpPr>
              <p:cNvPr id="812" name="Google Shape;812;p89"/>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16" name="Google Shape;816;p89"/>
              <p:cNvSpPr txBox="1"/>
              <p:nvPr/>
            </p:nvSpPr>
            <p:spPr>
              <a:xfrm>
                <a:off x="8556530" y="4671242"/>
                <a:ext cx="1754006"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no supervisado</a:t>
                </a:r>
                <a:endParaRPr sz="1100"/>
              </a:p>
            </p:txBody>
          </p:sp>
        </p:grpSp>
        <p:grpSp>
          <p:nvGrpSpPr>
            <p:cNvPr id="817" name="Google Shape;817;p89"/>
            <p:cNvGrpSpPr/>
            <p:nvPr/>
          </p:nvGrpSpPr>
          <p:grpSpPr>
            <a:xfrm>
              <a:off x="1216832" y="1946909"/>
              <a:ext cx="1935537" cy="1935537"/>
              <a:chOff x="8465763" y="4057417"/>
              <a:chExt cx="1935537" cy="1935537"/>
            </a:xfrm>
          </p:grpSpPr>
          <p:sp>
            <p:nvSpPr>
              <p:cNvPr id="808" name="Google Shape;808;p89"/>
              <p:cNvSpPr/>
              <p:nvPr/>
            </p:nvSpPr>
            <p:spPr>
              <a:xfrm>
                <a:off x="8465763" y="4057417"/>
                <a:ext cx="1935537" cy="1935537"/>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18" name="Google Shape;818;p89"/>
              <p:cNvSpPr txBox="1"/>
              <p:nvPr/>
            </p:nvSpPr>
            <p:spPr>
              <a:xfrm>
                <a:off x="8704807" y="4671242"/>
                <a:ext cx="1457451"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supervisado</a:t>
                </a:r>
                <a:endParaRPr sz="1100"/>
              </a:p>
            </p:txBody>
          </p:sp>
        </p:grpSp>
      </p:grpSp>
      <p:sp>
        <p:nvSpPr>
          <p:cNvPr id="819" name="Google Shape;819;p8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9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supervisado</a:t>
            </a:r>
            <a:endParaRPr/>
          </a:p>
        </p:txBody>
      </p:sp>
      <p:sp>
        <p:nvSpPr>
          <p:cNvPr id="825" name="Google Shape;825;p90"/>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Aprende identificando patrones en datos que </a:t>
            </a:r>
            <a:r>
              <a:rPr b="1" lang="es-419"/>
              <a:t>ya estén etiquetados</a:t>
            </a:r>
            <a:r>
              <a:rPr lang="es-419"/>
              <a:t>.</a:t>
            </a:r>
            <a:endParaRPr/>
          </a:p>
        </p:txBody>
      </p:sp>
      <p:grpSp>
        <p:nvGrpSpPr>
          <p:cNvPr descr="Two categories of supervised learning: classification and regression." id="826" name="Google Shape;826;p90"/>
          <p:cNvGrpSpPr/>
          <p:nvPr/>
        </p:nvGrpSpPr>
        <p:grpSpPr>
          <a:xfrm>
            <a:off x="228713" y="1429306"/>
            <a:ext cx="4556602" cy="3213316"/>
            <a:chOff x="304950" y="1905741"/>
            <a:chExt cx="6075469" cy="4284421"/>
          </a:xfrm>
        </p:grpSpPr>
        <p:cxnSp>
          <p:nvCxnSpPr>
            <p:cNvPr id="827" name="Google Shape;827;p90"/>
            <p:cNvCxnSpPr>
              <a:endCxn id="828" idx="1"/>
            </p:cNvCxnSpPr>
            <p:nvPr/>
          </p:nvCxnSpPr>
          <p:spPr>
            <a:xfrm flipH="1" rot="10800000">
              <a:off x="3491335" y="2362941"/>
              <a:ext cx="1416900" cy="656400"/>
            </a:xfrm>
            <a:prstGeom prst="straightConnector1">
              <a:avLst/>
            </a:prstGeom>
            <a:noFill/>
            <a:ln cap="flat" cmpd="sng" w="12700">
              <a:solidFill>
                <a:srgbClr val="136883"/>
              </a:solidFill>
              <a:prstDash val="solid"/>
              <a:round/>
              <a:headEnd len="sm" w="sm" type="none"/>
              <a:tailEnd len="sm" w="sm" type="none"/>
            </a:ln>
          </p:spPr>
        </p:cxnSp>
        <p:cxnSp>
          <p:nvCxnSpPr>
            <p:cNvPr id="829" name="Google Shape;829;p90"/>
            <p:cNvCxnSpPr>
              <a:endCxn id="830" idx="1"/>
            </p:cNvCxnSpPr>
            <p:nvPr/>
          </p:nvCxnSpPr>
          <p:spPr>
            <a:xfrm>
              <a:off x="3491335" y="3019335"/>
              <a:ext cx="1416900" cy="657300"/>
            </a:xfrm>
            <a:prstGeom prst="straightConnector1">
              <a:avLst/>
            </a:prstGeom>
            <a:noFill/>
            <a:ln cap="flat" cmpd="sng" w="12700">
              <a:solidFill>
                <a:srgbClr val="136883"/>
              </a:solidFill>
              <a:prstDash val="solid"/>
              <a:round/>
              <a:headEnd len="sm" w="sm" type="none"/>
              <a:tailEnd len="sm" w="sm" type="none"/>
            </a:ln>
          </p:spPr>
        </p:cxnSp>
        <p:cxnSp>
          <p:nvCxnSpPr>
            <p:cNvPr id="831" name="Google Shape;831;p90"/>
            <p:cNvCxnSpPr>
              <a:stCxn id="832" idx="3"/>
              <a:endCxn id="833" idx="1"/>
            </p:cNvCxnSpPr>
            <p:nvPr/>
          </p:nvCxnSpPr>
          <p:spPr>
            <a:xfrm>
              <a:off x="1272718" y="4120109"/>
              <a:ext cx="2001300" cy="1102200"/>
            </a:xfrm>
            <a:prstGeom prst="straightConnector1">
              <a:avLst/>
            </a:prstGeom>
            <a:noFill/>
            <a:ln cap="flat" cmpd="sng" w="28575">
              <a:solidFill>
                <a:schemeClr val="accent5"/>
              </a:solidFill>
              <a:prstDash val="solid"/>
              <a:round/>
              <a:headEnd len="sm" w="sm" type="none"/>
              <a:tailEnd len="sm" w="sm" type="none"/>
            </a:ln>
          </p:spPr>
        </p:cxnSp>
        <p:cxnSp>
          <p:nvCxnSpPr>
            <p:cNvPr id="834" name="Google Shape;834;p90"/>
            <p:cNvCxnSpPr>
              <a:stCxn id="832" idx="3"/>
              <a:endCxn id="835" idx="1"/>
            </p:cNvCxnSpPr>
            <p:nvPr/>
          </p:nvCxnSpPr>
          <p:spPr>
            <a:xfrm flipH="1" rot="10800000">
              <a:off x="1272718" y="3019409"/>
              <a:ext cx="1935300" cy="1100700"/>
            </a:xfrm>
            <a:prstGeom prst="straightConnector1">
              <a:avLst/>
            </a:prstGeom>
            <a:noFill/>
            <a:ln cap="flat" cmpd="sng" w="28575">
              <a:solidFill>
                <a:schemeClr val="accent5"/>
              </a:solidFill>
              <a:prstDash val="solid"/>
              <a:round/>
              <a:headEnd len="sm" w="sm" type="none"/>
              <a:tailEnd len="sm" w="sm" type="none"/>
            </a:ln>
          </p:spPr>
        </p:cxnSp>
        <p:grpSp>
          <p:nvGrpSpPr>
            <p:cNvPr id="836" name="Google Shape;836;p90"/>
            <p:cNvGrpSpPr/>
            <p:nvPr/>
          </p:nvGrpSpPr>
          <p:grpSpPr>
            <a:xfrm>
              <a:off x="304950" y="3152341"/>
              <a:ext cx="1935537" cy="1935537"/>
              <a:chOff x="1319059" y="2808421"/>
              <a:chExt cx="1935537" cy="1935537"/>
            </a:xfrm>
          </p:grpSpPr>
          <p:grpSp>
            <p:nvGrpSpPr>
              <p:cNvPr id="837" name="Google Shape;837;p90"/>
              <p:cNvGrpSpPr/>
              <p:nvPr/>
            </p:nvGrpSpPr>
            <p:grpSpPr>
              <a:xfrm>
                <a:off x="1319059" y="2808421"/>
                <a:ext cx="1935537" cy="1935537"/>
                <a:chOff x="8465763" y="4057417"/>
                <a:chExt cx="1935537" cy="1935537"/>
              </a:xfrm>
            </p:grpSpPr>
            <p:sp>
              <p:nvSpPr>
                <p:cNvPr id="838" name="Google Shape;838;p90"/>
                <p:cNvSpPr/>
                <p:nvPr/>
              </p:nvSpPr>
              <p:spPr>
                <a:xfrm>
                  <a:off x="8465763" y="4057417"/>
                  <a:ext cx="1935537" cy="1935537"/>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39" name="Google Shape;839;p90"/>
                <p:cNvSpPr txBox="1"/>
                <p:nvPr/>
              </p:nvSpPr>
              <p:spPr>
                <a:xfrm>
                  <a:off x="8767741" y="4671242"/>
                  <a:ext cx="1331582"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supervisado</a:t>
                  </a:r>
                  <a:endParaRPr sz="1100"/>
                </a:p>
              </p:txBody>
            </p:sp>
          </p:grpSp>
          <p:sp>
            <p:nvSpPr>
              <p:cNvPr id="832" name="Google Shape;832;p90"/>
              <p:cNvSpPr/>
              <p:nvPr/>
            </p:nvSpPr>
            <p:spPr>
              <a:xfrm>
                <a:off x="2003374" y="3318989"/>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840" name="Google Shape;840;p90"/>
            <p:cNvGrpSpPr/>
            <p:nvPr/>
          </p:nvGrpSpPr>
          <p:grpSpPr>
            <a:xfrm>
              <a:off x="2381827" y="2051611"/>
              <a:ext cx="1935537" cy="1935537"/>
              <a:chOff x="4408271" y="1311565"/>
              <a:chExt cx="1935537" cy="1935537"/>
            </a:xfrm>
          </p:grpSpPr>
          <p:sp>
            <p:nvSpPr>
              <p:cNvPr id="835" name="Google Shape;835;p90"/>
              <p:cNvSpPr/>
              <p:nvPr/>
            </p:nvSpPr>
            <p:spPr>
              <a:xfrm>
                <a:off x="5234313" y="1822133"/>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841" name="Google Shape;841;p90"/>
              <p:cNvSpPr/>
              <p:nvPr/>
            </p:nvSpPr>
            <p:spPr>
              <a:xfrm>
                <a:off x="4408271" y="1311565"/>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grpSp>
        <p:grpSp>
          <p:nvGrpSpPr>
            <p:cNvPr id="842" name="Google Shape;842;p90"/>
            <p:cNvGrpSpPr/>
            <p:nvPr/>
          </p:nvGrpSpPr>
          <p:grpSpPr>
            <a:xfrm>
              <a:off x="2377685" y="4254625"/>
              <a:ext cx="1935537" cy="1935537"/>
              <a:chOff x="4408271" y="4305277"/>
              <a:chExt cx="1935537" cy="1935537"/>
            </a:xfrm>
          </p:grpSpPr>
          <p:grpSp>
            <p:nvGrpSpPr>
              <p:cNvPr id="843" name="Google Shape;843;p90"/>
              <p:cNvGrpSpPr/>
              <p:nvPr/>
            </p:nvGrpSpPr>
            <p:grpSpPr>
              <a:xfrm>
                <a:off x="4408271" y="4305277"/>
                <a:ext cx="1935537" cy="1935537"/>
                <a:chOff x="8465763" y="4057417"/>
                <a:chExt cx="1935537" cy="1935537"/>
              </a:xfrm>
            </p:grpSpPr>
            <p:sp>
              <p:nvSpPr>
                <p:cNvPr id="844" name="Google Shape;844;p90"/>
                <p:cNvSpPr/>
                <p:nvPr/>
              </p:nvSpPr>
              <p:spPr>
                <a:xfrm>
                  <a:off x="8465763" y="4057417"/>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45" name="Google Shape;845;p90"/>
                <p:cNvSpPr txBox="1"/>
                <p:nvPr/>
              </p:nvSpPr>
              <p:spPr>
                <a:xfrm>
                  <a:off x="8776881" y="4825130"/>
                  <a:ext cx="1313308" cy="40011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Regresión</a:t>
                  </a:r>
                  <a:endParaRPr sz="1100"/>
                </a:p>
              </p:txBody>
            </p:sp>
          </p:grpSp>
          <p:sp>
            <p:nvSpPr>
              <p:cNvPr id="833" name="Google Shape;833;p90"/>
              <p:cNvSpPr/>
              <p:nvPr/>
            </p:nvSpPr>
            <p:spPr>
              <a:xfrm>
                <a:off x="5304507" y="4815846"/>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sp>
          <p:nvSpPr>
            <p:cNvPr id="828" name="Google Shape;828;p90"/>
            <p:cNvSpPr/>
            <p:nvPr/>
          </p:nvSpPr>
          <p:spPr>
            <a:xfrm>
              <a:off x="4908235" y="1905741"/>
              <a:ext cx="1472184" cy="9144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Binario [0,1]</a:t>
              </a:r>
              <a:endParaRPr sz="1100"/>
            </a:p>
          </p:txBody>
        </p:sp>
        <p:sp>
          <p:nvSpPr>
            <p:cNvPr id="830" name="Google Shape;830;p90"/>
            <p:cNvSpPr/>
            <p:nvPr/>
          </p:nvSpPr>
          <p:spPr>
            <a:xfrm>
              <a:off x="4908235" y="3219435"/>
              <a:ext cx="1472184" cy="914400"/>
            </a:xfrm>
            <a:prstGeom prst="rect">
              <a:avLst/>
            </a:prstGeom>
            <a:solidFill>
              <a:schemeClr val="accent2"/>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Múltiplo [0,1,2]</a:t>
              </a:r>
              <a:endParaRPr sz="1100"/>
            </a:p>
          </p:txBody>
        </p:sp>
        <p:sp>
          <p:nvSpPr>
            <p:cNvPr id="846" name="Google Shape;846;p90"/>
            <p:cNvSpPr txBox="1"/>
            <p:nvPr/>
          </p:nvSpPr>
          <p:spPr>
            <a:xfrm>
              <a:off x="2572484" y="2819325"/>
              <a:ext cx="1545936" cy="40011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Clasificación</a:t>
              </a:r>
              <a:endParaRPr sz="1100"/>
            </a:p>
          </p:txBody>
        </p:sp>
      </p:grpSp>
      <p:sp>
        <p:nvSpPr>
          <p:cNvPr id="847" name="Google Shape;847;p90"/>
          <p:cNvSpPr txBox="1"/>
          <p:nvPr/>
        </p:nvSpPr>
        <p:spPr>
          <a:xfrm>
            <a:off x="4956451" y="1405005"/>
            <a:ext cx="3908900" cy="1509548"/>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Detección de fraude</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Reconocimiento de imagen</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Retención de clientes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Diagnóstico médico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Publicidad personalizada</a:t>
            </a:r>
            <a:endParaRPr sz="1100"/>
          </a:p>
        </p:txBody>
      </p:sp>
      <p:sp>
        <p:nvSpPr>
          <p:cNvPr id="848" name="Google Shape;848;p90"/>
          <p:cNvSpPr txBox="1"/>
          <p:nvPr/>
        </p:nvSpPr>
        <p:spPr>
          <a:xfrm>
            <a:off x="4958782" y="3235839"/>
            <a:ext cx="4202223" cy="151195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Predicción de ventas de productos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Previsiones meteorológicas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Previsión del mercado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Predicción del crecimiento demográfico</a:t>
            </a:r>
            <a:endParaRPr sz="1100"/>
          </a:p>
        </p:txBody>
      </p:sp>
      <p:sp>
        <p:nvSpPr>
          <p:cNvPr id="849" name="Google Shape;849;p9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9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Visión artificial</a:t>
            </a:r>
            <a:endParaRPr/>
          </a:p>
        </p:txBody>
      </p:sp>
      <p:pic>
        <p:nvPicPr>
          <p:cNvPr descr="Cat with glasses." id="855" name="Google Shape;855;p91"/>
          <p:cNvPicPr preferRelativeResize="0"/>
          <p:nvPr/>
        </p:nvPicPr>
        <p:blipFill rotWithShape="1">
          <a:blip r:embed="rId3">
            <a:alphaModFix/>
          </a:blip>
          <a:srcRect b="0" l="0" r="0" t="0"/>
          <a:stretch/>
        </p:blipFill>
        <p:spPr>
          <a:xfrm>
            <a:off x="475370" y="1102657"/>
            <a:ext cx="2649463" cy="1490525"/>
          </a:xfrm>
          <a:prstGeom prst="rect">
            <a:avLst/>
          </a:prstGeom>
          <a:noFill/>
          <a:ln>
            <a:noFill/>
          </a:ln>
        </p:spPr>
      </p:pic>
      <p:pic>
        <p:nvPicPr>
          <p:cNvPr descr="X-ray of human chest." id="856" name="Google Shape;856;p91"/>
          <p:cNvPicPr preferRelativeResize="0"/>
          <p:nvPr/>
        </p:nvPicPr>
        <p:blipFill rotWithShape="1">
          <a:blip r:embed="rId4">
            <a:alphaModFix/>
          </a:blip>
          <a:srcRect b="0" l="0" r="0" t="0"/>
          <a:stretch/>
        </p:blipFill>
        <p:spPr>
          <a:xfrm>
            <a:off x="1585915" y="2825412"/>
            <a:ext cx="2666701" cy="1855097"/>
          </a:xfrm>
          <a:prstGeom prst="rect">
            <a:avLst/>
          </a:prstGeom>
          <a:noFill/>
          <a:ln>
            <a:noFill/>
          </a:ln>
        </p:spPr>
      </p:pic>
      <p:pic>
        <p:nvPicPr>
          <p:cNvPr descr="Automotive machine learning systems scanning objects on a highway." id="857" name="Google Shape;857;p91"/>
          <p:cNvPicPr preferRelativeResize="0"/>
          <p:nvPr/>
        </p:nvPicPr>
        <p:blipFill rotWithShape="1">
          <a:blip r:embed="rId5">
            <a:alphaModFix/>
          </a:blip>
          <a:srcRect b="0" l="0" r="0" t="0"/>
          <a:stretch/>
        </p:blipFill>
        <p:spPr>
          <a:xfrm>
            <a:off x="4824711" y="1211944"/>
            <a:ext cx="3556348" cy="2370899"/>
          </a:xfrm>
          <a:prstGeom prst="rect">
            <a:avLst/>
          </a:prstGeom>
          <a:noFill/>
          <a:ln>
            <a:noFill/>
          </a:ln>
        </p:spPr>
      </p:pic>
      <p:sp>
        <p:nvSpPr>
          <p:cNvPr id="858" name="Google Shape;858;p9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no supervisado</a:t>
            </a:r>
            <a:endParaRPr/>
          </a:p>
        </p:txBody>
      </p:sp>
      <p:sp>
        <p:nvSpPr>
          <p:cNvPr id="864" name="Google Shape;864;p92"/>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La máquina debe descubrir y </a:t>
            </a:r>
            <a:r>
              <a:rPr b="1" lang="es-419"/>
              <a:t>crear las etiquetas </a:t>
            </a:r>
            <a:r>
              <a:rPr lang="es-419"/>
              <a:t>por sí misma. </a:t>
            </a:r>
            <a:endParaRPr/>
          </a:p>
        </p:txBody>
      </p:sp>
      <p:grpSp>
        <p:nvGrpSpPr>
          <p:cNvPr descr="Subcategories of unsupervised learning: clustering and dimensionality reduction." id="865" name="Google Shape;865;p92"/>
          <p:cNvGrpSpPr/>
          <p:nvPr/>
        </p:nvGrpSpPr>
        <p:grpSpPr>
          <a:xfrm>
            <a:off x="506345" y="1496273"/>
            <a:ext cx="3592186" cy="3115630"/>
            <a:chOff x="1589526" y="2214368"/>
            <a:chExt cx="4789581" cy="4154174"/>
          </a:xfrm>
        </p:grpSpPr>
        <p:cxnSp>
          <p:nvCxnSpPr>
            <p:cNvPr id="866" name="Google Shape;866;p92"/>
            <p:cNvCxnSpPr>
              <a:stCxn id="867" idx="3"/>
              <a:endCxn id="868" idx="1"/>
            </p:cNvCxnSpPr>
            <p:nvPr/>
          </p:nvCxnSpPr>
          <p:spPr>
            <a:xfrm>
              <a:off x="2557294" y="4287847"/>
              <a:ext cx="2853900" cy="1113000"/>
            </a:xfrm>
            <a:prstGeom prst="straightConnector1">
              <a:avLst/>
            </a:prstGeom>
            <a:noFill/>
            <a:ln cap="flat" cmpd="sng" w="28575">
              <a:solidFill>
                <a:schemeClr val="accent6"/>
              </a:solidFill>
              <a:prstDash val="solid"/>
              <a:round/>
              <a:headEnd len="sm" w="sm" type="none"/>
              <a:tailEnd len="sm" w="sm" type="none"/>
            </a:ln>
          </p:spPr>
        </p:cxnSp>
        <p:cxnSp>
          <p:nvCxnSpPr>
            <p:cNvPr id="869" name="Google Shape;869;p92"/>
            <p:cNvCxnSpPr>
              <a:stCxn id="867" idx="3"/>
              <a:endCxn id="870" idx="1"/>
            </p:cNvCxnSpPr>
            <p:nvPr/>
          </p:nvCxnSpPr>
          <p:spPr>
            <a:xfrm flipH="1" rot="10800000">
              <a:off x="2557294" y="3176347"/>
              <a:ext cx="2853900" cy="1111500"/>
            </a:xfrm>
            <a:prstGeom prst="straightConnector1">
              <a:avLst/>
            </a:prstGeom>
            <a:noFill/>
            <a:ln cap="flat" cmpd="sng" w="28575">
              <a:solidFill>
                <a:schemeClr val="accent6"/>
              </a:solidFill>
              <a:prstDash val="solid"/>
              <a:round/>
              <a:headEnd len="sm" w="sm" type="none"/>
              <a:tailEnd len="sm" w="sm" type="none"/>
            </a:ln>
          </p:spPr>
        </p:cxnSp>
        <p:grpSp>
          <p:nvGrpSpPr>
            <p:cNvPr id="871" name="Google Shape;871;p92"/>
            <p:cNvGrpSpPr/>
            <p:nvPr/>
          </p:nvGrpSpPr>
          <p:grpSpPr>
            <a:xfrm>
              <a:off x="1589526" y="3320079"/>
              <a:ext cx="1935537" cy="1935537"/>
              <a:chOff x="-240976" y="3320080"/>
              <a:chExt cx="1935537" cy="1935537"/>
            </a:xfrm>
          </p:grpSpPr>
          <p:grpSp>
            <p:nvGrpSpPr>
              <p:cNvPr id="872" name="Google Shape;872;p92"/>
              <p:cNvGrpSpPr/>
              <p:nvPr/>
            </p:nvGrpSpPr>
            <p:grpSpPr>
              <a:xfrm>
                <a:off x="-240976" y="3320080"/>
                <a:ext cx="1935537" cy="1935537"/>
                <a:chOff x="8465763" y="4057417"/>
                <a:chExt cx="1935537" cy="1935537"/>
              </a:xfrm>
            </p:grpSpPr>
            <p:sp>
              <p:nvSpPr>
                <p:cNvPr id="873" name="Google Shape;873;p92"/>
                <p:cNvSpPr/>
                <p:nvPr/>
              </p:nvSpPr>
              <p:spPr>
                <a:xfrm>
                  <a:off x="8465763" y="4057417"/>
                  <a:ext cx="1935537" cy="1935537"/>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74" name="Google Shape;874;p92"/>
                <p:cNvSpPr txBox="1"/>
                <p:nvPr/>
              </p:nvSpPr>
              <p:spPr>
                <a:xfrm>
                  <a:off x="8626676" y="4671242"/>
                  <a:ext cx="1613711"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no supervisado</a:t>
                  </a:r>
                  <a:endParaRPr sz="1100"/>
                </a:p>
              </p:txBody>
            </p:sp>
          </p:grpSp>
          <p:sp>
            <p:nvSpPr>
              <p:cNvPr id="867" name="Google Shape;867;p92"/>
              <p:cNvSpPr/>
              <p:nvPr/>
            </p:nvSpPr>
            <p:spPr>
              <a:xfrm>
                <a:off x="508962" y="3830648"/>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875" name="Google Shape;875;p92"/>
            <p:cNvGrpSpPr/>
            <p:nvPr/>
          </p:nvGrpSpPr>
          <p:grpSpPr>
            <a:xfrm>
              <a:off x="4443570" y="2214368"/>
              <a:ext cx="1935537" cy="1935537"/>
              <a:chOff x="6674006" y="2165447"/>
              <a:chExt cx="1935537" cy="1935537"/>
            </a:xfrm>
          </p:grpSpPr>
          <p:grpSp>
            <p:nvGrpSpPr>
              <p:cNvPr id="876" name="Google Shape;876;p92"/>
              <p:cNvGrpSpPr/>
              <p:nvPr/>
            </p:nvGrpSpPr>
            <p:grpSpPr>
              <a:xfrm>
                <a:off x="6674006" y="2165447"/>
                <a:ext cx="1935537" cy="1935537"/>
                <a:chOff x="8465763" y="4057417"/>
                <a:chExt cx="1935537" cy="1935537"/>
              </a:xfrm>
            </p:grpSpPr>
            <p:sp>
              <p:nvSpPr>
                <p:cNvPr id="877" name="Google Shape;877;p92"/>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78" name="Google Shape;878;p92"/>
                <p:cNvSpPr txBox="1"/>
                <p:nvPr/>
              </p:nvSpPr>
              <p:spPr>
                <a:xfrm>
                  <a:off x="8465968" y="4671243"/>
                  <a:ext cx="1935146"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Agrupación en </a:t>
                  </a:r>
                  <a:br>
                    <a:rPr lang="es-419" sz="1500">
                      <a:solidFill>
                        <a:schemeClr val="lt1"/>
                      </a:solidFill>
                      <a:latin typeface="Play"/>
                      <a:ea typeface="Play"/>
                      <a:cs typeface="Play"/>
                      <a:sym typeface="Play"/>
                    </a:rPr>
                  </a:br>
                  <a:r>
                    <a:rPr lang="es-419" sz="1500">
                      <a:solidFill>
                        <a:schemeClr val="lt1"/>
                      </a:solidFill>
                      <a:latin typeface="Play"/>
                      <a:ea typeface="Play"/>
                      <a:cs typeface="Play"/>
                      <a:sym typeface="Play"/>
                    </a:rPr>
                    <a:t>clústeres</a:t>
                  </a:r>
                  <a:endParaRPr sz="1100"/>
                </a:p>
              </p:txBody>
            </p:sp>
          </p:grpSp>
          <p:sp>
            <p:nvSpPr>
              <p:cNvPr id="870" name="Google Shape;870;p92"/>
              <p:cNvSpPr/>
              <p:nvPr/>
            </p:nvSpPr>
            <p:spPr>
              <a:xfrm>
                <a:off x="7641774" y="2670247"/>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879" name="Google Shape;879;p92"/>
            <p:cNvGrpSpPr/>
            <p:nvPr/>
          </p:nvGrpSpPr>
          <p:grpSpPr>
            <a:xfrm>
              <a:off x="4443570" y="4433005"/>
              <a:ext cx="1935537" cy="1935537"/>
              <a:chOff x="5924067" y="4162620"/>
              <a:chExt cx="1935537" cy="1935537"/>
            </a:xfrm>
          </p:grpSpPr>
          <p:grpSp>
            <p:nvGrpSpPr>
              <p:cNvPr id="880" name="Google Shape;880;p92"/>
              <p:cNvGrpSpPr/>
              <p:nvPr/>
            </p:nvGrpSpPr>
            <p:grpSpPr>
              <a:xfrm>
                <a:off x="5924067" y="4162620"/>
                <a:ext cx="1935537" cy="1935537"/>
                <a:chOff x="8465763" y="4057417"/>
                <a:chExt cx="1935537" cy="1935537"/>
              </a:xfrm>
            </p:grpSpPr>
            <p:sp>
              <p:nvSpPr>
                <p:cNvPr id="881" name="Google Shape;881;p92"/>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882" name="Google Shape;882;p92"/>
                <p:cNvSpPr txBox="1"/>
                <p:nvPr/>
              </p:nvSpPr>
              <p:spPr>
                <a:xfrm>
                  <a:off x="8562145" y="4671242"/>
                  <a:ext cx="1742785"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Reducción</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del costo</a:t>
                  </a:r>
                  <a:endParaRPr sz="1100"/>
                </a:p>
              </p:txBody>
            </p:sp>
          </p:grpSp>
          <p:sp>
            <p:nvSpPr>
              <p:cNvPr id="868" name="Google Shape;868;p92"/>
              <p:cNvSpPr/>
              <p:nvPr/>
            </p:nvSpPr>
            <p:spPr>
              <a:xfrm>
                <a:off x="6891835" y="4673188"/>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sp>
        <p:nvSpPr>
          <p:cNvPr id="883" name="Google Shape;883;p92"/>
          <p:cNvSpPr txBox="1"/>
          <p:nvPr/>
        </p:nvSpPr>
        <p:spPr>
          <a:xfrm>
            <a:off x="4896700" y="1536817"/>
            <a:ext cx="3938819" cy="122341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Recomendaciones de productos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Segmentación de clientes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Marketing orientado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Diagnóstico médico</a:t>
            </a:r>
            <a:endParaRPr sz="1100"/>
          </a:p>
        </p:txBody>
      </p:sp>
      <p:sp>
        <p:nvSpPr>
          <p:cNvPr id="884" name="Google Shape;884;p92"/>
          <p:cNvSpPr txBox="1"/>
          <p:nvPr/>
        </p:nvSpPr>
        <p:spPr>
          <a:xfrm>
            <a:off x="4896701" y="3205121"/>
            <a:ext cx="4275450" cy="151195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Visualización</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Procesamiento de lenguaje natural</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Descubrimiento de estructuras </a:t>
            </a:r>
            <a:br>
              <a:rPr lang="es-419" sz="1900">
                <a:solidFill>
                  <a:srgbClr val="232F3E"/>
                </a:solidFill>
                <a:latin typeface="Play"/>
                <a:ea typeface="Play"/>
                <a:cs typeface="Play"/>
                <a:sym typeface="Play"/>
              </a:rPr>
            </a:br>
            <a:r>
              <a:rPr lang="es-419" sz="1900">
                <a:solidFill>
                  <a:srgbClr val="232F3E"/>
                </a:solidFill>
                <a:latin typeface="Play"/>
                <a:ea typeface="Play"/>
                <a:cs typeface="Play"/>
                <a:sym typeface="Play"/>
              </a:rPr>
              <a:t>de datos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Secuenciación genética</a:t>
            </a:r>
            <a:endParaRPr sz="1100"/>
          </a:p>
        </p:txBody>
      </p:sp>
      <p:sp>
        <p:nvSpPr>
          <p:cNvPr id="885" name="Google Shape;885;p9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9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Procesamiento de lenguaje natural</a:t>
            </a:r>
            <a:endParaRPr/>
          </a:p>
        </p:txBody>
      </p:sp>
      <p:grpSp>
        <p:nvGrpSpPr>
          <p:cNvPr descr="Chat bot taking an order for chickens." id="891" name="Google Shape;891;p93"/>
          <p:cNvGrpSpPr/>
          <p:nvPr/>
        </p:nvGrpSpPr>
        <p:grpSpPr>
          <a:xfrm>
            <a:off x="314324" y="1102541"/>
            <a:ext cx="2227597" cy="3121951"/>
            <a:chOff x="419098" y="1690778"/>
            <a:chExt cx="2970129" cy="4162601"/>
          </a:xfrm>
        </p:grpSpPr>
        <p:pic>
          <p:nvPicPr>
            <p:cNvPr id="892" name="Google Shape;892;p93"/>
            <p:cNvPicPr preferRelativeResize="0"/>
            <p:nvPr/>
          </p:nvPicPr>
          <p:blipFill rotWithShape="1">
            <a:blip r:embed="rId3">
              <a:alphaModFix/>
            </a:blip>
            <a:srcRect b="0" l="0" r="0" t="0"/>
            <a:stretch/>
          </p:blipFill>
          <p:spPr>
            <a:xfrm>
              <a:off x="419100" y="2188860"/>
              <a:ext cx="695325" cy="704850"/>
            </a:xfrm>
            <a:prstGeom prst="rect">
              <a:avLst/>
            </a:prstGeom>
            <a:noFill/>
            <a:ln>
              <a:noFill/>
            </a:ln>
          </p:spPr>
        </p:pic>
        <p:sp>
          <p:nvSpPr>
            <p:cNvPr id="893" name="Google Shape;893;p93"/>
            <p:cNvSpPr/>
            <p:nvPr/>
          </p:nvSpPr>
          <p:spPr>
            <a:xfrm>
              <a:off x="977501" y="1690778"/>
              <a:ext cx="914400" cy="612648"/>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¡Hola!</a:t>
              </a:r>
              <a:endParaRPr sz="1100"/>
            </a:p>
          </p:txBody>
        </p:sp>
        <p:pic>
          <p:nvPicPr>
            <p:cNvPr id="894" name="Google Shape;894;p93"/>
            <p:cNvPicPr preferRelativeResize="0"/>
            <p:nvPr/>
          </p:nvPicPr>
          <p:blipFill rotWithShape="1">
            <a:blip r:embed="rId4">
              <a:alphaModFix/>
            </a:blip>
            <a:srcRect b="0" l="0" r="0" t="0"/>
            <a:stretch/>
          </p:blipFill>
          <p:spPr>
            <a:xfrm>
              <a:off x="2736016" y="3473635"/>
              <a:ext cx="653211" cy="436345"/>
            </a:xfrm>
            <a:prstGeom prst="rect">
              <a:avLst/>
            </a:prstGeom>
            <a:noFill/>
            <a:ln>
              <a:noFill/>
            </a:ln>
          </p:spPr>
        </p:pic>
        <p:sp>
          <p:nvSpPr>
            <p:cNvPr id="895" name="Google Shape;895;p93"/>
            <p:cNvSpPr/>
            <p:nvPr/>
          </p:nvSpPr>
          <p:spPr>
            <a:xfrm>
              <a:off x="1566516" y="2382755"/>
              <a:ext cx="1440624" cy="965218"/>
            </a:xfrm>
            <a:prstGeom prst="wedgeRoundRectCallout">
              <a:avLst>
                <a:gd fmla="val 44639" name="adj1"/>
                <a:gd fmla="val 77339" name="adj2"/>
                <a:gd fmla="val 16667" name="adj3"/>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Quiero dos pollos, por favor.</a:t>
              </a:r>
              <a:endParaRPr sz="1100"/>
            </a:p>
          </p:txBody>
        </p:sp>
        <p:pic>
          <p:nvPicPr>
            <p:cNvPr id="896" name="Google Shape;896;p93"/>
            <p:cNvPicPr preferRelativeResize="0"/>
            <p:nvPr/>
          </p:nvPicPr>
          <p:blipFill rotWithShape="1">
            <a:blip r:embed="rId3">
              <a:alphaModFix/>
            </a:blip>
            <a:srcRect b="0" l="0" r="0" t="0"/>
            <a:stretch/>
          </p:blipFill>
          <p:spPr>
            <a:xfrm>
              <a:off x="419098" y="5148529"/>
              <a:ext cx="695325" cy="704850"/>
            </a:xfrm>
            <a:prstGeom prst="rect">
              <a:avLst/>
            </a:prstGeom>
            <a:noFill/>
            <a:ln>
              <a:noFill/>
            </a:ln>
          </p:spPr>
        </p:pic>
        <p:sp>
          <p:nvSpPr>
            <p:cNvPr id="897" name="Google Shape;897;p93"/>
            <p:cNvSpPr/>
            <p:nvPr/>
          </p:nvSpPr>
          <p:spPr>
            <a:xfrm>
              <a:off x="879655" y="3709954"/>
              <a:ext cx="2024492" cy="1306921"/>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Bien, dos pollos, déjeme hacerlo.</a:t>
              </a:r>
              <a:endParaRPr sz="1100"/>
            </a:p>
          </p:txBody>
        </p:sp>
      </p:grpSp>
      <p:grpSp>
        <p:nvGrpSpPr>
          <p:cNvPr descr="Translating text between two languages." id="898" name="Google Shape;898;p93"/>
          <p:cNvGrpSpPr/>
          <p:nvPr/>
        </p:nvGrpSpPr>
        <p:grpSpPr>
          <a:xfrm>
            <a:off x="3806141" y="1030998"/>
            <a:ext cx="4331716" cy="300082"/>
            <a:chOff x="5005183" y="1569261"/>
            <a:chExt cx="5775621" cy="400110"/>
          </a:xfrm>
        </p:grpSpPr>
        <p:sp>
          <p:nvSpPr>
            <p:cNvPr id="899" name="Google Shape;899;p93"/>
            <p:cNvSpPr/>
            <p:nvPr/>
          </p:nvSpPr>
          <p:spPr>
            <a:xfrm>
              <a:off x="5005183" y="1569261"/>
              <a:ext cx="2379177" cy="40011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500">
                  <a:solidFill>
                    <a:srgbClr val="232F3E"/>
                  </a:solidFill>
                  <a:latin typeface="Play"/>
                  <a:ea typeface="Play"/>
                  <a:cs typeface="Play"/>
                  <a:sym typeface="Play"/>
                </a:rPr>
                <a:t>gögn eru lykilatriði</a:t>
              </a:r>
              <a:endParaRPr sz="1500">
                <a:solidFill>
                  <a:srgbClr val="232F3E"/>
                </a:solidFill>
                <a:latin typeface="Play"/>
                <a:ea typeface="Play"/>
                <a:cs typeface="Play"/>
                <a:sym typeface="Play"/>
              </a:endParaRPr>
            </a:p>
          </p:txBody>
        </p:sp>
        <p:sp>
          <p:nvSpPr>
            <p:cNvPr id="900" name="Google Shape;900;p93"/>
            <p:cNvSpPr txBox="1"/>
            <p:nvPr/>
          </p:nvSpPr>
          <p:spPr>
            <a:xfrm>
              <a:off x="8412848" y="1569261"/>
              <a:ext cx="236795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rgbClr val="232F3E"/>
                  </a:solidFill>
                  <a:latin typeface="Play"/>
                  <a:ea typeface="Play"/>
                  <a:cs typeface="Play"/>
                  <a:sym typeface="Play"/>
                </a:rPr>
                <a:t>los datos son clave</a:t>
              </a:r>
              <a:endParaRPr sz="1100"/>
            </a:p>
          </p:txBody>
        </p:sp>
        <p:cxnSp>
          <p:nvCxnSpPr>
            <p:cNvPr id="901" name="Google Shape;901;p93"/>
            <p:cNvCxnSpPr/>
            <p:nvPr/>
          </p:nvCxnSpPr>
          <p:spPr>
            <a:xfrm>
              <a:off x="7425822" y="1690904"/>
              <a:ext cx="831751" cy="0"/>
            </a:xfrm>
            <a:prstGeom prst="straightConnector1">
              <a:avLst/>
            </a:prstGeom>
            <a:noFill/>
            <a:ln cap="flat" cmpd="sng" w="19050">
              <a:solidFill>
                <a:schemeClr val="accent1"/>
              </a:solidFill>
              <a:prstDash val="solid"/>
              <a:round/>
              <a:headEnd len="sm" w="sm" type="none"/>
              <a:tailEnd len="med" w="med" type="triangle"/>
            </a:ln>
          </p:spPr>
        </p:cxnSp>
        <p:cxnSp>
          <p:nvCxnSpPr>
            <p:cNvPr id="902" name="Google Shape;902;p93"/>
            <p:cNvCxnSpPr/>
            <p:nvPr/>
          </p:nvCxnSpPr>
          <p:spPr>
            <a:xfrm rot="10800000">
              <a:off x="7425822" y="1867832"/>
              <a:ext cx="831751" cy="0"/>
            </a:xfrm>
            <a:prstGeom prst="straightConnector1">
              <a:avLst/>
            </a:prstGeom>
            <a:noFill/>
            <a:ln cap="flat" cmpd="sng" w="19050">
              <a:solidFill>
                <a:schemeClr val="accent1"/>
              </a:solidFill>
              <a:prstDash val="solid"/>
              <a:round/>
              <a:headEnd len="sm" w="sm" type="none"/>
              <a:tailEnd len="med" w="med" type="triangle"/>
            </a:ln>
          </p:spPr>
        </p:cxnSp>
      </p:grpSp>
      <p:grpSp>
        <p:nvGrpSpPr>
          <p:cNvPr descr="Voice-to-text translation." id="903" name="Google Shape;903;p93"/>
          <p:cNvGrpSpPr/>
          <p:nvPr/>
        </p:nvGrpSpPr>
        <p:grpSpPr>
          <a:xfrm>
            <a:off x="5545419" y="1781378"/>
            <a:ext cx="3216032" cy="1416466"/>
            <a:chOff x="7393892" y="2595894"/>
            <a:chExt cx="4288043" cy="1888621"/>
          </a:xfrm>
        </p:grpSpPr>
        <p:pic>
          <p:nvPicPr>
            <p:cNvPr id="904" name="Google Shape;904;p93"/>
            <p:cNvPicPr preferRelativeResize="0"/>
            <p:nvPr/>
          </p:nvPicPr>
          <p:blipFill rotWithShape="1">
            <a:blip r:embed="rId3">
              <a:alphaModFix/>
            </a:blip>
            <a:srcRect b="0" l="0" r="0" t="0"/>
            <a:stretch/>
          </p:blipFill>
          <p:spPr>
            <a:xfrm>
              <a:off x="7393892" y="3779665"/>
              <a:ext cx="695325" cy="704850"/>
            </a:xfrm>
            <a:prstGeom prst="rect">
              <a:avLst/>
            </a:prstGeom>
            <a:noFill/>
            <a:ln>
              <a:noFill/>
            </a:ln>
          </p:spPr>
        </p:pic>
        <p:sp>
          <p:nvSpPr>
            <p:cNvPr id="905" name="Google Shape;905;p93"/>
            <p:cNvSpPr/>
            <p:nvPr/>
          </p:nvSpPr>
          <p:spPr>
            <a:xfrm>
              <a:off x="7854449" y="2833890"/>
              <a:ext cx="1557235" cy="814121"/>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Érase una vez</a:t>
              </a:r>
              <a:endParaRPr sz="1100"/>
            </a:p>
          </p:txBody>
        </p:sp>
        <p:cxnSp>
          <p:nvCxnSpPr>
            <p:cNvPr id="906" name="Google Shape;906;p93"/>
            <p:cNvCxnSpPr/>
            <p:nvPr/>
          </p:nvCxnSpPr>
          <p:spPr>
            <a:xfrm>
              <a:off x="9675637" y="3240950"/>
              <a:ext cx="831751" cy="0"/>
            </a:xfrm>
            <a:prstGeom prst="straightConnector1">
              <a:avLst/>
            </a:prstGeom>
            <a:noFill/>
            <a:ln cap="flat" cmpd="sng" w="19050">
              <a:solidFill>
                <a:schemeClr val="accent1"/>
              </a:solidFill>
              <a:prstDash val="solid"/>
              <a:round/>
              <a:headEnd len="sm" w="sm" type="none"/>
              <a:tailEnd len="med" w="med" type="triangle"/>
            </a:ln>
          </p:spPr>
        </p:cxnSp>
        <p:pic>
          <p:nvPicPr>
            <p:cNvPr id="907" name="Google Shape;907;p93"/>
            <p:cNvPicPr preferRelativeResize="0"/>
            <p:nvPr/>
          </p:nvPicPr>
          <p:blipFill rotWithShape="1">
            <a:blip r:embed="rId5">
              <a:alphaModFix/>
            </a:blip>
            <a:srcRect b="0" l="0" r="0" t="0"/>
            <a:stretch/>
          </p:blipFill>
          <p:spPr>
            <a:xfrm>
              <a:off x="10641681" y="2595894"/>
              <a:ext cx="1040254" cy="1262380"/>
            </a:xfrm>
            <a:prstGeom prst="rect">
              <a:avLst/>
            </a:prstGeom>
            <a:noFill/>
            <a:ln>
              <a:noFill/>
            </a:ln>
          </p:spPr>
        </p:pic>
      </p:grpSp>
      <p:grpSp>
        <p:nvGrpSpPr>
          <p:cNvPr descr="Comment about a story for use with sentiment analysis." id="908" name="Google Shape;908;p93"/>
          <p:cNvGrpSpPr/>
          <p:nvPr/>
        </p:nvGrpSpPr>
        <p:grpSpPr>
          <a:xfrm>
            <a:off x="3259762" y="3693811"/>
            <a:ext cx="5434658" cy="992579"/>
            <a:chOff x="4924175" y="4962345"/>
            <a:chExt cx="7246211" cy="1323439"/>
          </a:xfrm>
        </p:grpSpPr>
        <p:sp>
          <p:nvSpPr>
            <p:cNvPr id="909" name="Google Shape;909;p93"/>
            <p:cNvSpPr txBox="1"/>
            <p:nvPr/>
          </p:nvSpPr>
          <p:spPr>
            <a:xfrm>
              <a:off x="5578326" y="4962345"/>
              <a:ext cx="6592060" cy="132343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232F3E"/>
                  </a:solidFill>
                  <a:latin typeface="Play"/>
                  <a:ea typeface="Play"/>
                  <a:cs typeface="Play"/>
                  <a:sym typeface="Play"/>
                </a:rPr>
                <a:t>Mala historia. Poco desarrollo de personajes. Saltos entre escenas como si lo pudieran atrapar robando. Aparecen villanos inexplicables con un trasfondo mínimo. Volvamos a los recursos ilimitados y no hablemos de la mecánica de construir algo tan enorme en un lugar tan inhóspito...</a:t>
              </a:r>
              <a:endParaRPr sz="1100"/>
            </a:p>
          </p:txBody>
        </p:sp>
        <p:pic>
          <p:nvPicPr>
            <p:cNvPr id="910" name="Google Shape;910;p93"/>
            <p:cNvPicPr preferRelativeResize="0"/>
            <p:nvPr/>
          </p:nvPicPr>
          <p:blipFill rotWithShape="1">
            <a:blip r:embed="rId6">
              <a:alphaModFix/>
            </a:blip>
            <a:srcRect b="0" l="0" r="0" t="0"/>
            <a:stretch/>
          </p:blipFill>
          <p:spPr>
            <a:xfrm>
              <a:off x="4924175" y="5145805"/>
              <a:ext cx="654151" cy="710298"/>
            </a:xfrm>
            <a:prstGeom prst="rect">
              <a:avLst/>
            </a:prstGeom>
            <a:noFill/>
            <a:ln>
              <a:noFill/>
            </a:ln>
          </p:spPr>
        </p:pic>
      </p:grpSp>
      <p:sp>
        <p:nvSpPr>
          <p:cNvPr id="911" name="Google Shape;911;p9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94"/>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por refuerzo</a:t>
            </a:r>
            <a:endParaRPr/>
          </a:p>
        </p:txBody>
      </p:sp>
      <p:sp>
        <p:nvSpPr>
          <p:cNvPr id="917" name="Google Shape;917;p94"/>
          <p:cNvSpPr txBox="1"/>
          <p:nvPr/>
        </p:nvSpPr>
        <p:spPr>
          <a:xfrm>
            <a:off x="274320" y="822960"/>
            <a:ext cx="5638800"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rgbClr val="232F3E"/>
                </a:solidFill>
                <a:latin typeface="Play"/>
                <a:ea typeface="Play"/>
                <a:cs typeface="Play"/>
                <a:sym typeface="Play"/>
              </a:rPr>
              <a:t>Aprender a través de </a:t>
            </a:r>
            <a:r>
              <a:rPr b="1" lang="es-419" sz="2100">
                <a:solidFill>
                  <a:srgbClr val="232F3E"/>
                </a:solidFill>
                <a:latin typeface="Play"/>
                <a:ea typeface="Play"/>
                <a:cs typeface="Play"/>
                <a:sym typeface="Play"/>
              </a:rPr>
              <a:t>prueba y error</a:t>
            </a:r>
            <a:r>
              <a:rPr lang="es-419" sz="2100">
                <a:solidFill>
                  <a:srgbClr val="232F3E"/>
                </a:solidFill>
                <a:latin typeface="Play"/>
                <a:ea typeface="Play"/>
                <a:cs typeface="Play"/>
                <a:sym typeface="Play"/>
              </a:rPr>
              <a:t>.</a:t>
            </a:r>
            <a:endParaRPr sz="1100"/>
          </a:p>
        </p:txBody>
      </p:sp>
      <p:sp>
        <p:nvSpPr>
          <p:cNvPr id="918" name="Google Shape;918;p94"/>
          <p:cNvSpPr/>
          <p:nvPr/>
        </p:nvSpPr>
        <p:spPr>
          <a:xfrm>
            <a:off x="466513" y="1743380"/>
            <a:ext cx="1457562" cy="1451653"/>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919" name="Google Shape;919;p94"/>
          <p:cNvSpPr txBox="1"/>
          <p:nvPr/>
        </p:nvSpPr>
        <p:spPr>
          <a:xfrm>
            <a:off x="478129" y="2203749"/>
            <a:ext cx="1434332" cy="530915"/>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por refuerzo</a:t>
            </a:r>
            <a:endParaRPr sz="1100"/>
          </a:p>
        </p:txBody>
      </p:sp>
      <p:sp>
        <p:nvSpPr>
          <p:cNvPr id="920" name="Google Shape;920;p94"/>
          <p:cNvSpPr txBox="1"/>
          <p:nvPr/>
        </p:nvSpPr>
        <p:spPr>
          <a:xfrm>
            <a:off x="2081741" y="1833122"/>
            <a:ext cx="3678980" cy="1685077"/>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IA en los videojuegos</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Automóviles autónomos</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Robótica</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Enrutamiento de atención al cliente </a:t>
            </a:r>
            <a:endParaRPr sz="1100"/>
          </a:p>
        </p:txBody>
      </p:sp>
      <p:pic>
        <p:nvPicPr>
          <p:cNvPr descr="Two cars on a road within AWS DeepRacer." id="921" name="Google Shape;921;p94"/>
          <p:cNvPicPr preferRelativeResize="0"/>
          <p:nvPr/>
        </p:nvPicPr>
        <p:blipFill rotWithShape="1">
          <a:blip r:embed="rId3">
            <a:alphaModFix/>
          </a:blip>
          <a:srcRect b="0" l="0" r="0" t="0"/>
          <a:stretch/>
        </p:blipFill>
        <p:spPr>
          <a:xfrm>
            <a:off x="5983925" y="1551356"/>
            <a:ext cx="2574259" cy="1732938"/>
          </a:xfrm>
          <a:prstGeom prst="rect">
            <a:avLst/>
          </a:prstGeom>
          <a:noFill/>
          <a:ln>
            <a:noFill/>
          </a:ln>
        </p:spPr>
      </p:pic>
      <p:sp>
        <p:nvSpPr>
          <p:cNvPr id="922" name="Google Shape;922;p94"/>
          <p:cNvSpPr txBox="1"/>
          <p:nvPr/>
        </p:nvSpPr>
        <p:spPr>
          <a:xfrm>
            <a:off x="5983925" y="3219029"/>
            <a:ext cx="2575054" cy="3924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2100">
                <a:solidFill>
                  <a:srgbClr val="232F3E"/>
                </a:solidFill>
                <a:latin typeface="Play"/>
                <a:ea typeface="Play"/>
                <a:cs typeface="Play"/>
                <a:sym typeface="Play"/>
              </a:rPr>
              <a:t>AWS DeepRacer</a:t>
            </a:r>
            <a:endParaRPr sz="1100"/>
          </a:p>
        </p:txBody>
      </p:sp>
      <p:sp>
        <p:nvSpPr>
          <p:cNvPr id="923" name="Google Shape;923;p94"/>
          <p:cNvSpPr txBox="1"/>
          <p:nvPr/>
        </p:nvSpPr>
        <p:spPr>
          <a:xfrm>
            <a:off x="466513" y="3674843"/>
            <a:ext cx="6208606" cy="7155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rgbClr val="232F3E"/>
                </a:solidFill>
                <a:latin typeface="Play"/>
                <a:ea typeface="Play"/>
                <a:cs typeface="Play"/>
                <a:sym typeface="Play"/>
              </a:rPr>
              <a:t>Mejor cuando se conoce el resultado deseado, pero se desconoce el camino exacto para lograrlo.</a:t>
            </a:r>
            <a:endParaRPr sz="1100"/>
          </a:p>
        </p:txBody>
      </p:sp>
      <p:sp>
        <p:nvSpPr>
          <p:cNvPr id="924" name="Google Shape;924;p9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9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Vehículos autónomos</a:t>
            </a:r>
            <a:endParaRPr/>
          </a:p>
        </p:txBody>
      </p:sp>
      <p:pic>
        <p:nvPicPr>
          <p:cNvPr id="930" name="Google Shape;930;p95"/>
          <p:cNvPicPr preferRelativeResize="0"/>
          <p:nvPr>
            <p:ph idx="1" type="body"/>
          </p:nvPr>
        </p:nvPicPr>
        <p:blipFill rotWithShape="1">
          <a:blip r:embed="rId3">
            <a:alphaModFix/>
          </a:blip>
          <a:srcRect b="0" l="0" r="0" t="0"/>
          <a:stretch/>
        </p:blipFill>
        <p:spPr>
          <a:xfrm>
            <a:off x="2378187" y="1357703"/>
            <a:ext cx="4391198" cy="2928158"/>
          </a:xfrm>
          <a:prstGeom prst="rect">
            <a:avLst/>
          </a:prstGeom>
          <a:noFill/>
          <a:ln>
            <a:noFill/>
          </a:ln>
        </p:spPr>
      </p:pic>
      <p:sp>
        <p:nvSpPr>
          <p:cNvPr id="931" name="Google Shape;931;p9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9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¿Cuándo utilizar machine learning?</a:t>
            </a:r>
            <a:endParaRPr/>
          </a:p>
        </p:txBody>
      </p:sp>
      <p:sp>
        <p:nvSpPr>
          <p:cNvPr id="937" name="Google Shape;937;p96"/>
          <p:cNvSpPr txBox="1"/>
          <p:nvPr/>
        </p:nvSpPr>
        <p:spPr>
          <a:xfrm>
            <a:off x="457200" y="1365589"/>
            <a:ext cx="4419600" cy="346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800">
                <a:solidFill>
                  <a:srgbClr val="232F3E"/>
                </a:solidFill>
                <a:latin typeface="Play"/>
                <a:ea typeface="Play"/>
                <a:cs typeface="Play"/>
                <a:sym typeface="Play"/>
              </a:rPr>
              <a:t>Enfoque de programación clásica:</a:t>
            </a:r>
            <a:endParaRPr sz="1100"/>
          </a:p>
        </p:txBody>
      </p:sp>
      <p:grpSp>
        <p:nvGrpSpPr>
          <p:cNvPr id="938" name="Google Shape;938;p96"/>
          <p:cNvGrpSpPr/>
          <p:nvPr/>
        </p:nvGrpSpPr>
        <p:grpSpPr>
          <a:xfrm>
            <a:off x="457200" y="1721429"/>
            <a:ext cx="3448286" cy="650081"/>
            <a:chOff x="1000127" y="2295133"/>
            <a:chExt cx="4597715" cy="866775"/>
          </a:xfrm>
        </p:grpSpPr>
        <p:sp>
          <p:nvSpPr>
            <p:cNvPr id="939" name="Google Shape;939;p96"/>
            <p:cNvSpPr/>
            <p:nvPr/>
          </p:nvSpPr>
          <p:spPr>
            <a:xfrm>
              <a:off x="3702367" y="2295133"/>
              <a:ext cx="1895475" cy="866775"/>
            </a:xfrm>
            <a:prstGeom prst="rect">
              <a:avLst/>
            </a:prstGeom>
            <a:solidFill>
              <a:schemeClr val="dk2"/>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Tarea</a:t>
              </a:r>
              <a:endParaRPr sz="1100"/>
            </a:p>
          </p:txBody>
        </p:sp>
        <p:sp>
          <p:nvSpPr>
            <p:cNvPr id="940" name="Google Shape;940;p96"/>
            <p:cNvSpPr txBox="1"/>
            <p:nvPr/>
          </p:nvSpPr>
          <p:spPr>
            <a:xfrm>
              <a:off x="1000127" y="2424324"/>
              <a:ext cx="2248356" cy="3693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400">
                  <a:solidFill>
                    <a:srgbClr val="232F3E"/>
                  </a:solidFill>
                  <a:latin typeface="Play"/>
                  <a:ea typeface="Play"/>
                  <a:cs typeface="Play"/>
                  <a:sym typeface="Play"/>
                </a:rPr>
                <a:t>Lógica empresarial</a:t>
              </a:r>
              <a:endParaRPr sz="1100"/>
            </a:p>
          </p:txBody>
        </p:sp>
        <p:sp>
          <p:nvSpPr>
            <p:cNvPr id="941" name="Google Shape;941;p96"/>
            <p:cNvSpPr txBox="1"/>
            <p:nvPr/>
          </p:nvSpPr>
          <p:spPr>
            <a:xfrm>
              <a:off x="1000127" y="2775728"/>
              <a:ext cx="1986915" cy="3693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400">
                  <a:solidFill>
                    <a:srgbClr val="232F3E"/>
                  </a:solidFill>
                  <a:latin typeface="Play"/>
                  <a:ea typeface="Play"/>
                  <a:cs typeface="Play"/>
                  <a:sym typeface="Play"/>
                </a:rPr>
                <a:t>Procedimientos</a:t>
              </a:r>
              <a:endParaRPr sz="1100"/>
            </a:p>
          </p:txBody>
        </p:sp>
        <p:cxnSp>
          <p:nvCxnSpPr>
            <p:cNvPr id="942" name="Google Shape;942;p96"/>
            <p:cNvCxnSpPr/>
            <p:nvPr/>
          </p:nvCxnSpPr>
          <p:spPr>
            <a:xfrm>
              <a:off x="3133727" y="2608988"/>
              <a:ext cx="571942" cy="2"/>
            </a:xfrm>
            <a:prstGeom prst="straightConnector1">
              <a:avLst/>
            </a:prstGeom>
            <a:noFill/>
            <a:ln cap="flat" cmpd="sng" w="12700">
              <a:solidFill>
                <a:srgbClr val="545B64"/>
              </a:solidFill>
              <a:prstDash val="solid"/>
              <a:round/>
              <a:headEnd len="sm" w="sm" type="none"/>
              <a:tailEnd len="med" w="med" type="stealth"/>
            </a:ln>
          </p:spPr>
        </p:cxnSp>
        <p:cxnSp>
          <p:nvCxnSpPr>
            <p:cNvPr id="943" name="Google Shape;943;p96"/>
            <p:cNvCxnSpPr/>
            <p:nvPr/>
          </p:nvCxnSpPr>
          <p:spPr>
            <a:xfrm>
              <a:off x="2828927" y="2960393"/>
              <a:ext cx="866582" cy="2"/>
            </a:xfrm>
            <a:prstGeom prst="straightConnector1">
              <a:avLst/>
            </a:prstGeom>
            <a:noFill/>
            <a:ln cap="flat" cmpd="sng" w="12700">
              <a:solidFill>
                <a:srgbClr val="545B64"/>
              </a:solidFill>
              <a:prstDash val="solid"/>
              <a:round/>
              <a:headEnd len="sm" w="sm" type="none"/>
              <a:tailEnd len="med" w="med" type="stealth"/>
            </a:ln>
          </p:spPr>
        </p:cxnSp>
      </p:grpSp>
      <p:sp>
        <p:nvSpPr>
          <p:cNvPr id="944" name="Google Shape;944;p96"/>
          <p:cNvSpPr txBox="1"/>
          <p:nvPr/>
        </p:nvSpPr>
        <p:spPr>
          <a:xfrm>
            <a:off x="457200" y="3280921"/>
            <a:ext cx="303232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Enfoque de machine learning:</a:t>
            </a:r>
            <a:endParaRPr sz="1100"/>
          </a:p>
        </p:txBody>
      </p:sp>
      <p:grpSp>
        <p:nvGrpSpPr>
          <p:cNvPr id="945" name="Google Shape;945;p96"/>
          <p:cNvGrpSpPr/>
          <p:nvPr/>
        </p:nvGrpSpPr>
        <p:grpSpPr>
          <a:xfrm>
            <a:off x="457200" y="3634202"/>
            <a:ext cx="3564731" cy="664369"/>
            <a:chOff x="609600" y="4845602"/>
            <a:chExt cx="4752975" cy="885825"/>
          </a:xfrm>
        </p:grpSpPr>
        <p:sp>
          <p:nvSpPr>
            <p:cNvPr id="946" name="Google Shape;946;p96"/>
            <p:cNvSpPr/>
            <p:nvPr/>
          </p:nvSpPr>
          <p:spPr>
            <a:xfrm>
              <a:off x="3467100" y="4845602"/>
              <a:ext cx="1895475" cy="885825"/>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Tarea</a:t>
              </a:r>
              <a:endParaRPr sz="1100"/>
            </a:p>
          </p:txBody>
        </p:sp>
        <p:sp>
          <p:nvSpPr>
            <p:cNvPr id="947" name="Google Shape;947;p96"/>
            <p:cNvSpPr/>
            <p:nvPr/>
          </p:nvSpPr>
          <p:spPr>
            <a:xfrm>
              <a:off x="2038350" y="4845602"/>
              <a:ext cx="1091843" cy="885825"/>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Modelo</a:t>
              </a:r>
              <a:endParaRPr sz="1100"/>
            </a:p>
          </p:txBody>
        </p:sp>
        <p:sp>
          <p:nvSpPr>
            <p:cNvPr id="948" name="Google Shape;948;p96"/>
            <p:cNvSpPr/>
            <p:nvPr/>
          </p:nvSpPr>
          <p:spPr>
            <a:xfrm>
              <a:off x="609600" y="4845602"/>
              <a:ext cx="1091843" cy="88582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Datos</a:t>
              </a:r>
              <a:endParaRPr sz="1100"/>
            </a:p>
          </p:txBody>
        </p:sp>
        <p:cxnSp>
          <p:nvCxnSpPr>
            <p:cNvPr id="949" name="Google Shape;949;p96"/>
            <p:cNvCxnSpPr>
              <a:stCxn id="948" idx="3"/>
              <a:endCxn id="947" idx="1"/>
            </p:cNvCxnSpPr>
            <p:nvPr/>
          </p:nvCxnSpPr>
          <p:spPr>
            <a:xfrm>
              <a:off x="1701443" y="5288515"/>
              <a:ext cx="336900" cy="0"/>
            </a:xfrm>
            <a:prstGeom prst="straightConnector1">
              <a:avLst/>
            </a:prstGeom>
            <a:noFill/>
            <a:ln cap="flat" cmpd="sng" w="12700">
              <a:solidFill>
                <a:srgbClr val="545B64"/>
              </a:solidFill>
              <a:prstDash val="solid"/>
              <a:round/>
              <a:headEnd len="sm" w="sm" type="none"/>
              <a:tailEnd len="med" w="med" type="stealth"/>
            </a:ln>
          </p:spPr>
        </p:cxnSp>
        <p:cxnSp>
          <p:nvCxnSpPr>
            <p:cNvPr id="950" name="Google Shape;950;p96"/>
            <p:cNvCxnSpPr>
              <a:stCxn id="947" idx="3"/>
              <a:endCxn id="946" idx="1"/>
            </p:cNvCxnSpPr>
            <p:nvPr/>
          </p:nvCxnSpPr>
          <p:spPr>
            <a:xfrm>
              <a:off x="3130193" y="5288515"/>
              <a:ext cx="336900" cy="0"/>
            </a:xfrm>
            <a:prstGeom prst="straightConnector1">
              <a:avLst/>
            </a:prstGeom>
            <a:noFill/>
            <a:ln cap="flat" cmpd="sng" w="12700">
              <a:solidFill>
                <a:srgbClr val="545B64"/>
              </a:solidFill>
              <a:prstDash val="solid"/>
              <a:round/>
              <a:headEnd len="sm" w="sm" type="none"/>
              <a:tailEnd len="med" w="med" type="stealth"/>
            </a:ln>
          </p:spPr>
        </p:cxnSp>
      </p:grpSp>
      <p:sp>
        <p:nvSpPr>
          <p:cNvPr id="951" name="Google Shape;951;p96"/>
          <p:cNvSpPr txBox="1"/>
          <p:nvPr>
            <p:ph idx="2" type="body"/>
          </p:nvPr>
        </p:nvSpPr>
        <p:spPr>
          <a:xfrm>
            <a:off x="4622292" y="822960"/>
            <a:ext cx="4419600" cy="399821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2100"/>
              <a:buNone/>
            </a:pPr>
            <a:r>
              <a:rPr lang="es-419"/>
              <a:t>Utilice el machine learning cuando tenga:</a:t>
            </a:r>
            <a:endParaRPr/>
          </a:p>
          <a:p>
            <a:pPr indent="-165100" lvl="1" marL="342900" rtl="0" algn="l">
              <a:lnSpc>
                <a:spcPct val="100000"/>
              </a:lnSpc>
              <a:spcBef>
                <a:spcPts val="900"/>
              </a:spcBef>
              <a:spcAft>
                <a:spcPts val="0"/>
              </a:spcAft>
              <a:buClr>
                <a:srgbClr val="232F3E"/>
              </a:buClr>
              <a:buSzPts val="1800"/>
              <a:buChar char="•"/>
            </a:pPr>
            <a:r>
              <a:rPr lang="es-419"/>
              <a:t>Grandes conjuntos de datos, un gran número de variables</a:t>
            </a:r>
            <a:endParaRPr/>
          </a:p>
          <a:p>
            <a:pPr indent="-165100" lvl="1" marL="342900" rtl="0" algn="l">
              <a:lnSpc>
                <a:spcPct val="100000"/>
              </a:lnSpc>
              <a:spcBef>
                <a:spcPts val="900"/>
              </a:spcBef>
              <a:spcAft>
                <a:spcPts val="0"/>
              </a:spcAft>
              <a:buClr>
                <a:srgbClr val="232F3E"/>
              </a:buClr>
              <a:buSzPts val="1800"/>
              <a:buChar char="•"/>
            </a:pPr>
            <a:r>
              <a:rPr lang="es-419"/>
              <a:t>Falta de procedimientos claros para obtener la solución</a:t>
            </a:r>
            <a:endParaRPr/>
          </a:p>
          <a:p>
            <a:pPr indent="-165100" lvl="1" marL="342900" rtl="0" algn="l">
              <a:lnSpc>
                <a:spcPct val="100000"/>
              </a:lnSpc>
              <a:spcBef>
                <a:spcPts val="900"/>
              </a:spcBef>
              <a:spcAft>
                <a:spcPts val="0"/>
              </a:spcAft>
              <a:buClr>
                <a:srgbClr val="232F3E"/>
              </a:buClr>
              <a:buSzPts val="1800"/>
              <a:buChar char="•"/>
            </a:pPr>
            <a:r>
              <a:rPr lang="es-419"/>
              <a:t>Experiencia previa en machine learning</a:t>
            </a:r>
            <a:endParaRPr/>
          </a:p>
          <a:p>
            <a:pPr indent="-165100" lvl="1" marL="342900" rtl="0" algn="l">
              <a:lnSpc>
                <a:spcPct val="100000"/>
              </a:lnSpc>
              <a:spcBef>
                <a:spcPts val="900"/>
              </a:spcBef>
              <a:spcAft>
                <a:spcPts val="0"/>
              </a:spcAft>
              <a:buClr>
                <a:srgbClr val="232F3E"/>
              </a:buClr>
              <a:buSzPts val="1800"/>
              <a:buChar char="•"/>
            </a:pPr>
            <a:r>
              <a:rPr lang="es-419"/>
              <a:t>Infraestructura existente para apoyar el ML</a:t>
            </a:r>
            <a:endParaRPr/>
          </a:p>
          <a:p>
            <a:pPr indent="-165100" lvl="1" marL="342900" rtl="0" algn="l">
              <a:lnSpc>
                <a:spcPct val="100000"/>
              </a:lnSpc>
              <a:spcBef>
                <a:spcPts val="900"/>
              </a:spcBef>
              <a:spcAft>
                <a:spcPts val="0"/>
              </a:spcAft>
              <a:buClr>
                <a:srgbClr val="232F3E"/>
              </a:buClr>
              <a:buSzPts val="1800"/>
              <a:buChar char="•"/>
            </a:pPr>
            <a:r>
              <a:rPr lang="es-419"/>
              <a:t>Soporte de administración para el ML</a:t>
            </a:r>
            <a:endParaRPr/>
          </a:p>
        </p:txBody>
      </p:sp>
      <p:sp>
        <p:nvSpPr>
          <p:cNvPr id="952" name="Google Shape;952;p9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97"/>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importantes de la sección 2</a:t>
            </a:r>
            <a:endParaRPr/>
          </a:p>
        </p:txBody>
      </p:sp>
      <p:sp>
        <p:nvSpPr>
          <p:cNvPr id="958" name="Google Shape;958;p97"/>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rgbClr val="232F3E"/>
              </a:buClr>
              <a:buSzPts val="2100"/>
              <a:buChar char="•"/>
            </a:pPr>
            <a:r>
              <a:rPr lang="es-419"/>
              <a:t>Las aplicaciones de machine learning afectan a la vida cotidiana</a:t>
            </a:r>
            <a:endParaRPr/>
          </a:p>
          <a:p>
            <a:pPr indent="-171450" lvl="0" marL="177800" rtl="0" algn="l">
              <a:lnSpc>
                <a:spcPct val="100000"/>
              </a:lnSpc>
              <a:spcBef>
                <a:spcPts val="900"/>
              </a:spcBef>
              <a:spcAft>
                <a:spcPts val="0"/>
              </a:spcAft>
              <a:buClr>
                <a:srgbClr val="232F3E"/>
              </a:buClr>
              <a:buSzPts val="2100"/>
              <a:buChar char="•"/>
            </a:pPr>
            <a:r>
              <a:rPr lang="es-419"/>
              <a:t>El machine learning puede agruparse en: </a:t>
            </a:r>
            <a:endParaRPr/>
          </a:p>
          <a:p>
            <a:pPr indent="-165100" lvl="1" marL="342900" rtl="0" algn="l">
              <a:lnSpc>
                <a:spcPct val="100000"/>
              </a:lnSpc>
              <a:spcBef>
                <a:spcPts val="900"/>
              </a:spcBef>
              <a:spcAft>
                <a:spcPts val="0"/>
              </a:spcAft>
              <a:buClr>
                <a:srgbClr val="232F3E"/>
              </a:buClr>
              <a:buSzPts val="1800"/>
              <a:buChar char="•"/>
            </a:pPr>
            <a:r>
              <a:rPr lang="es-419"/>
              <a:t>Aprendizaje supervisado</a:t>
            </a:r>
            <a:endParaRPr/>
          </a:p>
          <a:p>
            <a:pPr indent="-165100" lvl="1" marL="342900" rtl="0" algn="l">
              <a:lnSpc>
                <a:spcPct val="100000"/>
              </a:lnSpc>
              <a:spcBef>
                <a:spcPts val="900"/>
              </a:spcBef>
              <a:spcAft>
                <a:spcPts val="0"/>
              </a:spcAft>
              <a:buClr>
                <a:srgbClr val="232F3E"/>
              </a:buClr>
              <a:buSzPts val="1800"/>
              <a:buChar char="•"/>
            </a:pPr>
            <a:r>
              <a:rPr lang="es-419"/>
              <a:t>Aprendizaje no supervisado</a:t>
            </a:r>
            <a:endParaRPr/>
          </a:p>
          <a:p>
            <a:pPr indent="-165100" lvl="1" marL="342900" rtl="0" algn="l">
              <a:lnSpc>
                <a:spcPct val="100000"/>
              </a:lnSpc>
              <a:spcBef>
                <a:spcPts val="900"/>
              </a:spcBef>
              <a:spcAft>
                <a:spcPts val="0"/>
              </a:spcAft>
              <a:buClr>
                <a:srgbClr val="232F3E"/>
              </a:buClr>
              <a:buSzPts val="1800"/>
              <a:buChar char="•"/>
            </a:pPr>
            <a:r>
              <a:rPr lang="es-419"/>
              <a:t>Aprendizaje por refuerzo</a:t>
            </a:r>
            <a:endParaRPr/>
          </a:p>
          <a:p>
            <a:pPr indent="-171450" lvl="0" marL="177800" rtl="0" algn="l">
              <a:lnSpc>
                <a:spcPct val="100000"/>
              </a:lnSpc>
              <a:spcBef>
                <a:spcPts val="900"/>
              </a:spcBef>
              <a:spcAft>
                <a:spcPts val="0"/>
              </a:spcAft>
              <a:buClr>
                <a:srgbClr val="232F3E"/>
              </a:buClr>
              <a:buSzPts val="2100"/>
              <a:buChar char="•"/>
            </a:pPr>
            <a:r>
              <a:rPr lang="es-419"/>
              <a:t>La mayoría de los problemas son de aprendizaje supervisado</a:t>
            </a:r>
            <a:endParaRPr/>
          </a:p>
        </p:txBody>
      </p:sp>
      <p:pic>
        <p:nvPicPr>
          <p:cNvPr id="959" name="Google Shape;959;p97"/>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960" name="Google Shape;960;p9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98"/>
          <p:cNvSpPr txBox="1"/>
          <p:nvPr>
            <p:ph type="title"/>
          </p:nvPr>
        </p:nvSpPr>
        <p:spPr>
          <a:xfrm>
            <a:off x="342900" y="1909119"/>
            <a:ext cx="8801100"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500"/>
              <a:buFont typeface="Play"/>
              <a:buNone/>
            </a:pPr>
            <a:r>
              <a:rPr lang="es-419" sz="3500"/>
              <a:t>Sección 3: Proceso de machine learning </a:t>
            </a:r>
            <a:endParaRPr/>
          </a:p>
        </p:txBody>
      </p:sp>
      <p:sp>
        <p:nvSpPr>
          <p:cNvPr id="966" name="Google Shape;966;p98"/>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p:txBody>
      </p:sp>
      <p:sp>
        <p:nvSpPr>
          <p:cNvPr id="967" name="Google Shape;967;p9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9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Problema empresarial</a:t>
            </a:r>
            <a:endParaRPr/>
          </a:p>
        </p:txBody>
      </p:sp>
      <p:grpSp>
        <p:nvGrpSpPr>
          <p:cNvPr descr="Flowchart of business problem to problem formation." id="973" name="Google Shape;973;p99"/>
          <p:cNvGrpSpPr/>
          <p:nvPr/>
        </p:nvGrpSpPr>
        <p:grpSpPr>
          <a:xfrm>
            <a:off x="-138246" y="1313787"/>
            <a:ext cx="2225040" cy="1245944"/>
            <a:chOff x="-184328" y="1751716"/>
            <a:chExt cx="2966720" cy="1661258"/>
          </a:xfrm>
        </p:grpSpPr>
        <p:sp>
          <p:nvSpPr>
            <p:cNvPr id="974" name="Google Shape;974;p99"/>
            <p:cNvSpPr txBox="1"/>
            <p:nvPr/>
          </p:nvSpPr>
          <p:spPr>
            <a:xfrm>
              <a:off x="-184328" y="1751716"/>
              <a:ext cx="296672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sp>
          <p:nvSpPr>
            <p:cNvPr id="975" name="Google Shape;975;p99"/>
            <p:cNvSpPr/>
            <p:nvPr/>
          </p:nvSpPr>
          <p:spPr>
            <a:xfrm>
              <a:off x="551225" y="2482050"/>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Formulación del problema</a:t>
              </a:r>
              <a:endParaRPr sz="1100"/>
            </a:p>
          </p:txBody>
        </p:sp>
        <p:cxnSp>
          <p:nvCxnSpPr>
            <p:cNvPr id="976" name="Google Shape;976;p99"/>
            <p:cNvCxnSpPr>
              <a:stCxn id="974" idx="2"/>
              <a:endCxn id="975" idx="0"/>
            </p:cNvCxnSpPr>
            <p:nvPr/>
          </p:nvCxnSpPr>
          <p:spPr>
            <a:xfrm>
              <a:off x="1299032" y="2090270"/>
              <a:ext cx="1500" cy="391800"/>
            </a:xfrm>
            <a:prstGeom prst="straightConnector1">
              <a:avLst/>
            </a:prstGeom>
            <a:noFill/>
            <a:ln cap="flat" cmpd="sng" w="12700">
              <a:solidFill>
                <a:schemeClr val="accent1"/>
              </a:solidFill>
              <a:prstDash val="solid"/>
              <a:round/>
              <a:headEnd len="sm" w="sm" type="none"/>
              <a:tailEnd len="med" w="med" type="stealth"/>
            </a:ln>
          </p:spPr>
        </p:cxnSp>
      </p:grpSp>
      <p:sp>
        <p:nvSpPr>
          <p:cNvPr id="977" name="Google Shape;977;p9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0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Preparación de datos</a:t>
            </a:r>
            <a:endParaRPr/>
          </a:p>
        </p:txBody>
      </p:sp>
      <p:grpSp>
        <p:nvGrpSpPr>
          <p:cNvPr descr="Flowchart from business problem to problem formation to collect and label data to evaluate data." id="983" name="Google Shape;983;p100"/>
          <p:cNvGrpSpPr/>
          <p:nvPr/>
        </p:nvGrpSpPr>
        <p:grpSpPr>
          <a:xfrm>
            <a:off x="68580" y="1372573"/>
            <a:ext cx="2897072" cy="2305686"/>
            <a:chOff x="91440" y="1830097"/>
            <a:chExt cx="3862762" cy="3074248"/>
          </a:xfrm>
        </p:grpSpPr>
        <p:sp>
          <p:nvSpPr>
            <p:cNvPr id="984" name="Google Shape;984;p100"/>
            <p:cNvSpPr/>
            <p:nvPr/>
          </p:nvSpPr>
          <p:spPr>
            <a:xfrm>
              <a:off x="481553"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Recopilación y etiquetado de datos</a:t>
              </a:r>
              <a:endParaRPr sz="1100"/>
            </a:p>
          </p:txBody>
        </p:sp>
        <p:sp>
          <p:nvSpPr>
            <p:cNvPr id="985" name="Google Shape;985;p100"/>
            <p:cNvSpPr/>
            <p:nvPr/>
          </p:nvSpPr>
          <p:spPr>
            <a:xfrm>
              <a:off x="2455414"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Evaluación de los datos</a:t>
              </a:r>
              <a:endParaRPr sz="1100"/>
            </a:p>
          </p:txBody>
        </p:sp>
        <p:cxnSp>
          <p:nvCxnSpPr>
            <p:cNvPr id="986" name="Google Shape;986;p100"/>
            <p:cNvCxnSpPr>
              <a:stCxn id="984" idx="3"/>
              <a:endCxn id="985"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sp>
          <p:nvSpPr>
            <p:cNvPr id="987" name="Google Shape;987;p100"/>
            <p:cNvSpPr/>
            <p:nvPr/>
          </p:nvSpPr>
          <p:spPr>
            <a:xfrm>
              <a:off x="481553" y="256043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Formulación del problema</a:t>
              </a:r>
              <a:endParaRPr sz="1100"/>
            </a:p>
          </p:txBody>
        </p:sp>
        <p:cxnSp>
          <p:nvCxnSpPr>
            <p:cNvPr id="988" name="Google Shape;988;p100"/>
            <p:cNvCxnSpPr>
              <a:stCxn id="987" idx="2"/>
              <a:endCxn id="984"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989" name="Google Shape;989;p100"/>
            <p:cNvCxnSpPr>
              <a:endCxn id="987" idx="0"/>
            </p:cNvCxnSpPr>
            <p:nvPr/>
          </p:nvCxnSpPr>
          <p:spPr>
            <a:xfrm>
              <a:off x="1230947" y="2168631"/>
              <a:ext cx="0" cy="391800"/>
            </a:xfrm>
            <a:prstGeom prst="straightConnector1">
              <a:avLst/>
            </a:prstGeom>
            <a:noFill/>
            <a:ln cap="flat" cmpd="sng" w="12700">
              <a:solidFill>
                <a:schemeClr val="accent1"/>
              </a:solidFill>
              <a:prstDash val="solid"/>
              <a:round/>
              <a:headEnd len="sm" w="sm" type="none"/>
              <a:tailEnd len="med" w="med" type="stealth"/>
            </a:ln>
          </p:spPr>
        </p:cxnSp>
        <p:sp>
          <p:nvSpPr>
            <p:cNvPr id="990" name="Google Shape;990;p100"/>
            <p:cNvSpPr txBox="1"/>
            <p:nvPr/>
          </p:nvSpPr>
          <p:spPr>
            <a:xfrm>
              <a:off x="91440" y="1830097"/>
              <a:ext cx="226568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grpSp>
      <p:grpSp>
        <p:nvGrpSpPr>
          <p:cNvPr descr="Three data sets collected into one set." id="991" name="Google Shape;991;p100"/>
          <p:cNvGrpSpPr/>
          <p:nvPr/>
        </p:nvGrpSpPr>
        <p:grpSpPr>
          <a:xfrm>
            <a:off x="3973691" y="1510468"/>
            <a:ext cx="1889029" cy="1616780"/>
            <a:chOff x="5298254" y="2013957"/>
            <a:chExt cx="2518705" cy="2155707"/>
          </a:xfrm>
        </p:grpSpPr>
        <p:sp>
          <p:nvSpPr>
            <p:cNvPr id="992" name="Google Shape;992;p100"/>
            <p:cNvSpPr/>
            <p:nvPr/>
          </p:nvSpPr>
          <p:spPr>
            <a:xfrm>
              <a:off x="5298254" y="2013957"/>
              <a:ext cx="914400" cy="487680"/>
            </a:xfrm>
            <a:prstGeom prst="can">
              <a:avLst>
                <a:gd fmla="val 25000" name="adj"/>
              </a:avLst>
            </a:prstGeom>
            <a:solidFill>
              <a:schemeClr val="accent6"/>
            </a:solidFill>
            <a:ln cap="flat" cmpd="sng" w="10775">
              <a:solidFill>
                <a:srgbClr val="12583E"/>
              </a:solidFill>
              <a:prstDash val="solid"/>
              <a:round/>
              <a:headEnd len="sm" w="sm" type="none"/>
              <a:tailEnd len="sm" w="sm" type="none"/>
            </a:ln>
          </p:spPr>
          <p:txBody>
            <a:bodyPr anchorCtr="0" anchor="ctr" bIns="34275" lIns="0" spcFirstLastPara="1" rIns="0" wrap="square" tIns="54000">
              <a:noAutofit/>
            </a:bodyPr>
            <a:lstStyle/>
            <a:p>
              <a:pPr indent="0" lvl="0" marL="0" marR="0" rtl="0" algn="ctr">
                <a:spcBef>
                  <a:spcPts val="0"/>
                </a:spcBef>
                <a:spcAft>
                  <a:spcPts val="0"/>
                </a:spcAft>
                <a:buNone/>
              </a:pPr>
              <a:r>
                <a:rPr b="1" lang="es-419" sz="1100" u="sng">
                  <a:solidFill>
                    <a:schemeClr val="lt1"/>
                  </a:solidFill>
                  <a:latin typeface="Play"/>
                  <a:ea typeface="Play"/>
                  <a:cs typeface="Play"/>
                  <a:sym typeface="Play"/>
                </a:rPr>
                <a:t>datos</a:t>
              </a:r>
              <a:endParaRPr sz="1100"/>
            </a:p>
          </p:txBody>
        </p:sp>
        <p:sp>
          <p:nvSpPr>
            <p:cNvPr id="993" name="Google Shape;993;p100"/>
            <p:cNvSpPr/>
            <p:nvPr/>
          </p:nvSpPr>
          <p:spPr>
            <a:xfrm>
              <a:off x="5298254" y="2635273"/>
              <a:ext cx="914400" cy="487680"/>
            </a:xfrm>
            <a:prstGeom prst="can">
              <a:avLst>
                <a:gd fmla="val 25000" name="adj"/>
              </a:avLst>
            </a:prstGeom>
            <a:solidFill>
              <a:schemeClr val="accent5"/>
            </a:solidFill>
            <a:ln cap="flat" cmpd="sng" w="10775">
              <a:solidFill>
                <a:srgbClr val="124038"/>
              </a:solidFill>
              <a:prstDash val="solid"/>
              <a:round/>
              <a:headEnd len="sm" w="sm" type="none"/>
              <a:tailEnd len="sm" w="sm" type="none"/>
            </a:ln>
          </p:spPr>
          <p:txBody>
            <a:bodyPr anchorCtr="0" anchor="ctr" bIns="34275" lIns="0" spcFirstLastPara="1" rIns="0" wrap="square" tIns="81000">
              <a:noAutofit/>
            </a:bodyPr>
            <a:lstStyle/>
            <a:p>
              <a:pPr indent="0" lvl="0" marL="0" marR="0" rtl="0" algn="ctr">
                <a:spcBef>
                  <a:spcPts val="0"/>
                </a:spcBef>
                <a:spcAft>
                  <a:spcPts val="0"/>
                </a:spcAft>
                <a:buNone/>
              </a:pPr>
              <a:r>
                <a:rPr b="1" i="1" lang="es-419" sz="1100">
                  <a:solidFill>
                    <a:schemeClr val="lt1"/>
                  </a:solidFill>
                  <a:latin typeface="Play"/>
                  <a:ea typeface="Play"/>
                  <a:cs typeface="Play"/>
                  <a:sym typeface="Play"/>
                </a:rPr>
                <a:t>datos</a:t>
              </a:r>
              <a:endParaRPr sz="1100"/>
            </a:p>
          </p:txBody>
        </p:sp>
        <p:sp>
          <p:nvSpPr>
            <p:cNvPr id="994" name="Google Shape;994;p100"/>
            <p:cNvSpPr/>
            <p:nvPr/>
          </p:nvSpPr>
          <p:spPr>
            <a:xfrm>
              <a:off x="5298254" y="3256589"/>
              <a:ext cx="914400" cy="487680"/>
            </a:xfrm>
            <a:prstGeom prst="can">
              <a:avLst>
                <a:gd fmla="val 25000" name="adj"/>
              </a:avLst>
            </a:prstGeom>
            <a:solidFill>
              <a:srgbClr val="0A3846"/>
            </a:solidFill>
            <a:ln cap="flat" cmpd="sng" w="10775">
              <a:solidFill>
                <a:srgbClr val="28AE5B"/>
              </a:solidFill>
              <a:prstDash val="solid"/>
              <a:round/>
              <a:headEnd len="sm" w="sm" type="none"/>
              <a:tailEnd len="sm" w="sm" type="none"/>
            </a:ln>
          </p:spPr>
          <p:txBody>
            <a:bodyPr anchorCtr="0" anchor="ctr" bIns="34275" lIns="0" spcFirstLastPara="1" rIns="0" wrap="square" tIns="81000">
              <a:noAutofit/>
            </a:bodyPr>
            <a:lstStyle/>
            <a:p>
              <a:pPr indent="0" lvl="0" marL="0" marR="0" rtl="0" algn="ctr">
                <a:spcBef>
                  <a:spcPts val="0"/>
                </a:spcBef>
                <a:spcAft>
                  <a:spcPts val="0"/>
                </a:spcAft>
                <a:buNone/>
              </a:pPr>
              <a:r>
                <a:rPr b="1" lang="es-419" sz="1100">
                  <a:solidFill>
                    <a:schemeClr val="lt1"/>
                  </a:solidFill>
                  <a:latin typeface="Play"/>
                  <a:ea typeface="Play"/>
                  <a:cs typeface="Play"/>
                  <a:sym typeface="Play"/>
                </a:rPr>
                <a:t>datos</a:t>
              </a:r>
              <a:endParaRPr sz="1100"/>
            </a:p>
          </p:txBody>
        </p:sp>
        <p:sp>
          <p:nvSpPr>
            <p:cNvPr id="995" name="Google Shape;995;p100"/>
            <p:cNvSpPr/>
            <p:nvPr/>
          </p:nvSpPr>
          <p:spPr>
            <a:xfrm>
              <a:off x="6693598" y="2599829"/>
              <a:ext cx="914400" cy="487680"/>
            </a:xfrm>
            <a:prstGeom prst="can">
              <a:avLst>
                <a:gd fmla="val 25000" name="adj"/>
              </a:avLst>
            </a:prstGeom>
            <a:solidFill>
              <a:schemeClr val="accent1"/>
            </a:solidFill>
            <a:ln cap="flat" cmpd="sng" w="10775">
              <a:solidFill>
                <a:srgbClr val="003B56"/>
              </a:solidFill>
              <a:prstDash val="solid"/>
              <a:round/>
              <a:headEnd len="sm" w="sm" type="none"/>
              <a:tailEnd len="sm" w="sm" type="none"/>
            </a:ln>
          </p:spPr>
          <p:txBody>
            <a:bodyPr anchorCtr="0" anchor="ctr" bIns="34275" lIns="0" spcFirstLastPara="1" rIns="0" wrap="square" tIns="81000">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datos</a:t>
              </a:r>
              <a:endParaRPr sz="1100"/>
            </a:p>
          </p:txBody>
        </p:sp>
        <p:sp>
          <p:nvSpPr>
            <p:cNvPr id="996" name="Google Shape;996;p100"/>
            <p:cNvSpPr/>
            <p:nvPr/>
          </p:nvSpPr>
          <p:spPr>
            <a:xfrm>
              <a:off x="6383532" y="2013957"/>
              <a:ext cx="139188" cy="1730312"/>
            </a:xfrm>
            <a:prstGeom prst="rightBrace">
              <a:avLst>
                <a:gd fmla="val 8333" name="adj1"/>
                <a:gd fmla="val 50000" name="adj2"/>
              </a:avLst>
            </a:prstGeom>
            <a:noFill/>
            <a:ln cap="flat" cmpd="sng" w="95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lay"/>
                <a:ea typeface="Play"/>
                <a:cs typeface="Play"/>
                <a:sym typeface="Play"/>
              </a:endParaRPr>
            </a:p>
          </p:txBody>
        </p:sp>
        <p:sp>
          <p:nvSpPr>
            <p:cNvPr id="997" name="Google Shape;997;p100"/>
            <p:cNvSpPr/>
            <p:nvPr/>
          </p:nvSpPr>
          <p:spPr>
            <a:xfrm>
              <a:off x="5340096" y="3096768"/>
              <a:ext cx="2476863" cy="1072896"/>
            </a:xfrm>
            <a:custGeom>
              <a:rect b="b" l="l" r="r" t="t"/>
              <a:pathLst>
                <a:path extrusionOk="0" h="1072896" w="2476863">
                  <a:moveTo>
                    <a:pt x="1804416" y="0"/>
                  </a:moveTo>
                  <a:cubicBezTo>
                    <a:pt x="2241296" y="209296"/>
                    <a:pt x="2678176" y="418592"/>
                    <a:pt x="2377440" y="597408"/>
                  </a:cubicBezTo>
                  <a:cubicBezTo>
                    <a:pt x="2076704" y="776224"/>
                    <a:pt x="581152" y="1044448"/>
                    <a:pt x="0" y="1072896"/>
                  </a:cubicBezTo>
                </a:path>
              </a:pathLst>
            </a:custGeom>
            <a:no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aphicFrame>
        <p:nvGraphicFramePr>
          <p:cNvPr id="998" name="Google Shape;998;p100"/>
          <p:cNvGraphicFramePr/>
          <p:nvPr/>
        </p:nvGraphicFramePr>
        <p:xfrm>
          <a:off x="3997313" y="3125963"/>
          <a:ext cx="3000000" cy="3000000"/>
        </p:xfrm>
        <a:graphic>
          <a:graphicData uri="http://schemas.openxmlformats.org/drawingml/2006/table">
            <a:tbl>
              <a:tblPr bandRow="1" firstRow="1">
                <a:noFill/>
                <a:tableStyleId>{3342D5AA-D54A-4994-B3E1-8B7BC4BB483F}</a:tableStyleId>
              </a:tblPr>
              <a:tblGrid>
                <a:gridCol w="1431325"/>
                <a:gridCol w="1155025"/>
                <a:gridCol w="1032300"/>
                <a:gridCol w="111772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País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Fecha de nacimiento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18/02/1972</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 </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11/02/1969</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Sra. Mary Major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Denver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F</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37</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Desai, Arnav</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22/02/1962</a:t>
                      </a:r>
                      <a:endParaRPr sz="1100"/>
                    </a:p>
                  </a:txBody>
                  <a:tcPr marT="34300" marB="34300" marR="68600" marL="68600"/>
                </a:tc>
              </a:tr>
            </a:tbl>
          </a:graphicData>
        </a:graphic>
      </p:graphicFrame>
      <p:sp>
        <p:nvSpPr>
          <p:cNvPr id="999" name="Google Shape;999;p100"/>
          <p:cNvSpPr txBox="1"/>
          <p:nvPr/>
        </p:nvSpPr>
        <p:spPr>
          <a:xfrm>
            <a:off x="4718302" y="1031210"/>
            <a:ext cx="4258058"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chemeClr val="dk1"/>
                </a:solidFill>
                <a:latin typeface="Play"/>
                <a:ea typeface="Play"/>
                <a:cs typeface="Play"/>
                <a:sym typeface="Play"/>
              </a:rPr>
              <a:t>Tratamiento y limpieza de datos</a:t>
            </a:r>
            <a:endParaRPr sz="1100"/>
          </a:p>
        </p:txBody>
      </p:sp>
      <p:sp>
        <p:nvSpPr>
          <p:cNvPr id="1000" name="Google Shape;1000;p10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01"/>
          <p:cNvSpPr txBox="1"/>
          <p:nvPr>
            <p:ph type="title"/>
          </p:nvPr>
        </p:nvSpPr>
        <p:spPr>
          <a:xfrm>
            <a:off x="274320" y="226314"/>
            <a:ext cx="9131969"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Canalización de ML: entrenamiento de modelos iterativos</a:t>
            </a:r>
            <a:endParaRPr/>
          </a:p>
        </p:txBody>
      </p:sp>
      <p:grpSp>
        <p:nvGrpSpPr>
          <p:cNvPr descr="Flowchart from business problem to problem formation to collect and label data to evaluate data." id="1006" name="Google Shape;1006;p101"/>
          <p:cNvGrpSpPr/>
          <p:nvPr/>
        </p:nvGrpSpPr>
        <p:grpSpPr>
          <a:xfrm>
            <a:off x="-184597" y="1372573"/>
            <a:ext cx="3189439" cy="2305686"/>
            <a:chOff x="-298383" y="1830097"/>
            <a:chExt cx="4252585" cy="3074248"/>
          </a:xfrm>
        </p:grpSpPr>
        <p:sp>
          <p:nvSpPr>
            <p:cNvPr id="1007" name="Google Shape;1007;p101"/>
            <p:cNvSpPr/>
            <p:nvPr/>
          </p:nvSpPr>
          <p:spPr>
            <a:xfrm>
              <a:off x="481553"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Recopilación y etiquetado </a:t>
              </a:r>
              <a:br>
                <a:rPr lang="es-419" sz="1000">
                  <a:solidFill>
                    <a:schemeClr val="lt1"/>
                  </a:solidFill>
                  <a:latin typeface="Play"/>
                  <a:ea typeface="Play"/>
                  <a:cs typeface="Play"/>
                  <a:sym typeface="Play"/>
                </a:rPr>
              </a:br>
              <a:r>
                <a:rPr lang="es-419" sz="1000">
                  <a:solidFill>
                    <a:schemeClr val="lt1"/>
                  </a:solidFill>
                  <a:latin typeface="Play"/>
                  <a:ea typeface="Play"/>
                  <a:cs typeface="Play"/>
                  <a:sym typeface="Play"/>
                </a:rPr>
                <a:t>de datos</a:t>
              </a:r>
              <a:endParaRPr sz="1100"/>
            </a:p>
          </p:txBody>
        </p:sp>
        <p:sp>
          <p:nvSpPr>
            <p:cNvPr id="1008" name="Google Shape;1008;p101"/>
            <p:cNvSpPr/>
            <p:nvPr/>
          </p:nvSpPr>
          <p:spPr>
            <a:xfrm>
              <a:off x="2455414"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Evaluación de </a:t>
              </a:r>
              <a:br>
                <a:rPr lang="es-419" sz="1000">
                  <a:solidFill>
                    <a:schemeClr val="lt1"/>
                  </a:solidFill>
                  <a:latin typeface="Play"/>
                  <a:ea typeface="Play"/>
                  <a:cs typeface="Play"/>
                  <a:sym typeface="Play"/>
                </a:rPr>
              </a:br>
              <a:r>
                <a:rPr lang="es-419" sz="1000">
                  <a:solidFill>
                    <a:schemeClr val="lt1"/>
                  </a:solidFill>
                  <a:latin typeface="Play"/>
                  <a:ea typeface="Play"/>
                  <a:cs typeface="Play"/>
                  <a:sym typeface="Play"/>
                </a:rPr>
                <a:t>los datos</a:t>
              </a:r>
              <a:endParaRPr sz="1100"/>
            </a:p>
          </p:txBody>
        </p:sp>
        <p:cxnSp>
          <p:nvCxnSpPr>
            <p:cNvPr id="1009" name="Google Shape;1009;p101"/>
            <p:cNvCxnSpPr>
              <a:stCxn id="1007" idx="3"/>
              <a:endCxn id="1008"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sp>
          <p:nvSpPr>
            <p:cNvPr id="1010" name="Google Shape;1010;p101"/>
            <p:cNvSpPr/>
            <p:nvPr/>
          </p:nvSpPr>
          <p:spPr>
            <a:xfrm>
              <a:off x="481553" y="256043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Formulación del problema</a:t>
              </a:r>
              <a:endParaRPr sz="1100"/>
            </a:p>
          </p:txBody>
        </p:sp>
        <p:sp>
          <p:nvSpPr>
            <p:cNvPr id="1011" name="Google Shape;1011;p101"/>
            <p:cNvSpPr txBox="1"/>
            <p:nvPr/>
          </p:nvSpPr>
          <p:spPr>
            <a:xfrm>
              <a:off x="-298383" y="1830097"/>
              <a:ext cx="3041583"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cxnSp>
          <p:nvCxnSpPr>
            <p:cNvPr id="1012" name="Google Shape;1012;p101"/>
            <p:cNvCxnSpPr>
              <a:stCxn id="1010" idx="2"/>
              <a:endCxn id="1007"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1013" name="Google Shape;1013;p101"/>
            <p:cNvCxnSpPr>
              <a:stCxn id="1011" idx="2"/>
              <a:endCxn id="1010" idx="0"/>
            </p:cNvCxnSpPr>
            <p:nvPr/>
          </p:nvCxnSpPr>
          <p:spPr>
            <a:xfrm>
              <a:off x="1222409" y="2168651"/>
              <a:ext cx="8400" cy="391800"/>
            </a:xfrm>
            <a:prstGeom prst="straightConnector1">
              <a:avLst/>
            </a:prstGeom>
            <a:noFill/>
            <a:ln cap="flat" cmpd="sng" w="12700">
              <a:solidFill>
                <a:schemeClr val="accent1"/>
              </a:solidFill>
              <a:prstDash val="solid"/>
              <a:round/>
              <a:headEnd len="sm" w="sm" type="none"/>
              <a:tailEnd len="med" w="med" type="stealth"/>
            </a:ln>
          </p:spPr>
        </p:cxnSp>
      </p:grpSp>
      <p:grpSp>
        <p:nvGrpSpPr>
          <p:cNvPr descr="Flow chart for feature engineering, training, evaluating, and tuning of a model." id="1014" name="Google Shape;1014;p101"/>
          <p:cNvGrpSpPr/>
          <p:nvPr/>
        </p:nvGrpSpPr>
        <p:grpSpPr>
          <a:xfrm>
            <a:off x="962441" y="1939189"/>
            <a:ext cx="8103102" cy="2415683"/>
            <a:chOff x="1265836" y="2561445"/>
            <a:chExt cx="10804136" cy="3220911"/>
          </a:xfrm>
        </p:grpSpPr>
        <p:sp>
          <p:nvSpPr>
            <p:cNvPr id="1015" name="Google Shape;1015;p101"/>
            <p:cNvSpPr/>
            <p:nvPr/>
          </p:nvSpPr>
          <p:spPr>
            <a:xfrm>
              <a:off x="4429275" y="3973421"/>
              <a:ext cx="1498788" cy="930924"/>
            </a:xfrm>
            <a:prstGeom prst="rect">
              <a:avLst/>
            </a:prstGeom>
            <a:solidFill>
              <a:srgbClr val="10668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Ingeniería de características</a:t>
              </a:r>
              <a:endParaRPr sz="1100"/>
            </a:p>
          </p:txBody>
        </p:sp>
        <p:sp>
          <p:nvSpPr>
            <p:cNvPr id="1016" name="Google Shape;1016;p101"/>
            <p:cNvSpPr/>
            <p:nvPr/>
          </p:nvSpPr>
          <p:spPr>
            <a:xfrm>
              <a:off x="6403136" y="3973422"/>
              <a:ext cx="1498788" cy="930924"/>
            </a:xfrm>
            <a:prstGeom prst="rect">
              <a:avLst/>
            </a:prstGeom>
            <a:solidFill>
              <a:srgbClr val="10668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Selección y entrenamiento del modelo</a:t>
              </a:r>
              <a:endParaRPr sz="1100"/>
            </a:p>
          </p:txBody>
        </p:sp>
        <p:sp>
          <p:nvSpPr>
            <p:cNvPr id="1017" name="Google Shape;1017;p101"/>
            <p:cNvSpPr/>
            <p:nvPr/>
          </p:nvSpPr>
          <p:spPr>
            <a:xfrm>
              <a:off x="8376997" y="3973421"/>
              <a:ext cx="1498788" cy="930924"/>
            </a:xfrm>
            <a:prstGeom prst="rect">
              <a:avLst/>
            </a:prstGeom>
            <a:solidFill>
              <a:srgbClr val="10668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Evaluar el modelo</a:t>
              </a:r>
              <a:endParaRPr sz="1100"/>
            </a:p>
          </p:txBody>
        </p:sp>
        <p:sp>
          <p:nvSpPr>
            <p:cNvPr id="1018" name="Google Shape;1018;p101"/>
            <p:cNvSpPr/>
            <p:nvPr/>
          </p:nvSpPr>
          <p:spPr>
            <a:xfrm>
              <a:off x="6403136" y="2561445"/>
              <a:ext cx="1498788" cy="930924"/>
            </a:xfrm>
            <a:prstGeom prst="rect">
              <a:avLst/>
            </a:prstGeom>
            <a:solidFill>
              <a:srgbClr val="10668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Ajuste del modelo</a:t>
              </a:r>
              <a:endParaRPr sz="1100"/>
            </a:p>
          </p:txBody>
        </p:sp>
        <p:cxnSp>
          <p:nvCxnSpPr>
            <p:cNvPr id="1019" name="Google Shape;1019;p101"/>
            <p:cNvCxnSpPr>
              <a:stCxn id="1017" idx="0"/>
              <a:endCxn id="1018" idx="3"/>
            </p:cNvCxnSpPr>
            <p:nvPr/>
          </p:nvCxnSpPr>
          <p:spPr>
            <a:xfrm flipH="1" rot="5400000">
              <a:off x="8040841" y="2887871"/>
              <a:ext cx="946500" cy="1224600"/>
            </a:xfrm>
            <a:prstGeom prst="bentConnector2">
              <a:avLst/>
            </a:prstGeom>
            <a:noFill/>
            <a:ln cap="flat" cmpd="sng" w="12700">
              <a:solidFill>
                <a:schemeClr val="accent1"/>
              </a:solidFill>
              <a:prstDash val="solid"/>
              <a:round/>
              <a:headEnd len="sm" w="sm" type="none"/>
              <a:tailEnd len="med" w="med" type="stealth"/>
            </a:ln>
          </p:spPr>
        </p:cxnSp>
        <p:cxnSp>
          <p:nvCxnSpPr>
            <p:cNvPr id="1020" name="Google Shape;1020;p101"/>
            <p:cNvCxnSpPr>
              <a:stCxn id="1018" idx="1"/>
              <a:endCxn id="1015" idx="0"/>
            </p:cNvCxnSpPr>
            <p:nvPr/>
          </p:nvCxnSpPr>
          <p:spPr>
            <a:xfrm flipH="1">
              <a:off x="5178536" y="3026907"/>
              <a:ext cx="1224600" cy="946500"/>
            </a:xfrm>
            <a:prstGeom prst="bentConnector2">
              <a:avLst/>
            </a:prstGeom>
            <a:noFill/>
            <a:ln cap="flat" cmpd="sng" w="12700">
              <a:solidFill>
                <a:schemeClr val="accent1"/>
              </a:solidFill>
              <a:prstDash val="solid"/>
              <a:round/>
              <a:headEnd len="sm" w="sm" type="none"/>
              <a:tailEnd len="med" w="med" type="stealth"/>
            </a:ln>
          </p:spPr>
        </p:cxnSp>
        <p:cxnSp>
          <p:nvCxnSpPr>
            <p:cNvPr id="1021" name="Google Shape;1021;p101"/>
            <p:cNvCxnSpPr>
              <a:stCxn id="1015" idx="3"/>
              <a:endCxn id="1016" idx="1"/>
            </p:cNvCxnSpPr>
            <p:nvPr/>
          </p:nvCxnSpPr>
          <p:spPr>
            <a:xfrm>
              <a:off x="5928063"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022" name="Google Shape;1022;p101"/>
            <p:cNvCxnSpPr>
              <a:stCxn id="1016" idx="3"/>
              <a:endCxn id="1017" idx="1"/>
            </p:cNvCxnSpPr>
            <p:nvPr/>
          </p:nvCxnSpPr>
          <p:spPr>
            <a:xfrm>
              <a:off x="7901924" y="4438884"/>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023" name="Google Shape;1023;p101"/>
            <p:cNvCxnSpPr>
              <a:stCxn id="1017" idx="3"/>
              <a:endCxn id="1024" idx="1"/>
            </p:cNvCxnSpPr>
            <p:nvPr/>
          </p:nvCxnSpPr>
          <p:spPr>
            <a:xfrm>
              <a:off x="9875785" y="4438883"/>
              <a:ext cx="246000" cy="0"/>
            </a:xfrm>
            <a:prstGeom prst="straightConnector1">
              <a:avLst/>
            </a:prstGeom>
            <a:noFill/>
            <a:ln cap="flat" cmpd="sng" w="12700">
              <a:solidFill>
                <a:schemeClr val="accent1"/>
              </a:solidFill>
              <a:prstDash val="solid"/>
              <a:round/>
              <a:headEnd len="sm" w="sm" type="none"/>
              <a:tailEnd len="med" w="med" type="stealth"/>
            </a:ln>
          </p:spPr>
        </p:cxnSp>
        <p:cxnSp>
          <p:nvCxnSpPr>
            <p:cNvPr id="1025" name="Google Shape;1025;p101"/>
            <p:cNvCxnSpPr>
              <a:stCxn id="1018" idx="2"/>
              <a:endCxn id="1016" idx="0"/>
            </p:cNvCxnSpPr>
            <p:nvPr/>
          </p:nvCxnSpPr>
          <p:spPr>
            <a:xfrm>
              <a:off x="7152530" y="3492369"/>
              <a:ext cx="0" cy="481200"/>
            </a:xfrm>
            <a:prstGeom prst="straightConnector1">
              <a:avLst/>
            </a:prstGeom>
            <a:noFill/>
            <a:ln cap="flat" cmpd="sng" w="12700">
              <a:solidFill>
                <a:schemeClr val="accent1"/>
              </a:solidFill>
              <a:prstDash val="solid"/>
              <a:round/>
              <a:headEnd len="sm" w="sm" type="none"/>
              <a:tailEnd len="med" w="med" type="stealth"/>
            </a:ln>
          </p:spPr>
        </p:cxnSp>
        <p:cxnSp>
          <p:nvCxnSpPr>
            <p:cNvPr id="1026" name="Google Shape;1026;p101"/>
            <p:cNvCxnSpPr>
              <a:stCxn id="1024" idx="2"/>
              <a:endCxn id="1007" idx="2"/>
            </p:cNvCxnSpPr>
            <p:nvPr/>
          </p:nvCxnSpPr>
          <p:spPr>
            <a:xfrm flipH="1" rot="5400000">
              <a:off x="6082036" y="64011"/>
              <a:ext cx="197700" cy="9830100"/>
            </a:xfrm>
            <a:prstGeom prst="bentConnector3">
              <a:avLst>
                <a:gd fmla="val -103416" name="adj1"/>
              </a:avLst>
            </a:prstGeom>
            <a:noFill/>
            <a:ln cap="flat" cmpd="sng" w="12700">
              <a:solidFill>
                <a:schemeClr val="accent1"/>
              </a:solidFill>
              <a:prstDash val="dash"/>
              <a:round/>
              <a:headEnd len="sm" w="sm" type="none"/>
              <a:tailEnd len="med" w="med" type="stealth"/>
            </a:ln>
          </p:spPr>
        </p:cxnSp>
        <p:sp>
          <p:nvSpPr>
            <p:cNvPr id="1024" name="Google Shape;1024;p101"/>
            <p:cNvSpPr/>
            <p:nvPr/>
          </p:nvSpPr>
          <p:spPr>
            <a:xfrm>
              <a:off x="10121900" y="3799857"/>
              <a:ext cx="1948072" cy="1278054"/>
            </a:xfrm>
            <a:prstGeom prst="flowChartDecision">
              <a:avLst/>
            </a:prstGeom>
            <a:solidFill>
              <a:srgbClr val="106682"/>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¿Cumple </a:t>
              </a:r>
              <a:br>
                <a:rPr lang="es-419" sz="1000">
                  <a:solidFill>
                    <a:schemeClr val="lt1"/>
                  </a:solidFill>
                  <a:latin typeface="Play"/>
                  <a:ea typeface="Play"/>
                  <a:cs typeface="Play"/>
                  <a:sym typeface="Play"/>
                </a:rPr>
              </a:br>
              <a:r>
                <a:rPr lang="es-419" sz="1000">
                  <a:solidFill>
                    <a:schemeClr val="lt1"/>
                  </a:solidFill>
                  <a:latin typeface="Play"/>
                  <a:ea typeface="Play"/>
                  <a:cs typeface="Play"/>
                  <a:sym typeface="Play"/>
                </a:rPr>
                <a:t>el objetivo empresarial?</a:t>
              </a:r>
              <a:endParaRPr sz="1100"/>
            </a:p>
          </p:txBody>
        </p:sp>
        <p:cxnSp>
          <p:nvCxnSpPr>
            <p:cNvPr id="1027" name="Google Shape;1027;p101"/>
            <p:cNvCxnSpPr>
              <a:stCxn id="1024" idx="2"/>
              <a:endCxn id="1015" idx="2"/>
            </p:cNvCxnSpPr>
            <p:nvPr/>
          </p:nvCxnSpPr>
          <p:spPr>
            <a:xfrm flipH="1" rot="5400000">
              <a:off x="8050486" y="2032461"/>
              <a:ext cx="173700" cy="5917200"/>
            </a:xfrm>
            <a:prstGeom prst="bentConnector3">
              <a:avLst>
                <a:gd fmla="val -117799" name="adj1"/>
              </a:avLst>
            </a:prstGeom>
            <a:noFill/>
            <a:ln cap="flat" cmpd="sng" w="12700">
              <a:solidFill>
                <a:schemeClr val="accent1"/>
              </a:solidFill>
              <a:prstDash val="dash"/>
              <a:round/>
              <a:headEnd len="sm" w="sm" type="none"/>
              <a:tailEnd len="med" w="med" type="stealth"/>
            </a:ln>
          </p:spPr>
        </p:cxnSp>
        <p:sp>
          <p:nvSpPr>
            <p:cNvPr id="1028" name="Google Shape;1028;p101"/>
            <p:cNvSpPr txBox="1"/>
            <p:nvPr/>
          </p:nvSpPr>
          <p:spPr>
            <a:xfrm>
              <a:off x="10464979" y="4991128"/>
              <a:ext cx="630957"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No</a:t>
              </a:r>
              <a:endParaRPr sz="1100"/>
            </a:p>
          </p:txBody>
        </p:sp>
        <p:sp>
          <p:nvSpPr>
            <p:cNvPr id="1029" name="Google Shape;1029;p101"/>
            <p:cNvSpPr txBox="1"/>
            <p:nvPr/>
          </p:nvSpPr>
          <p:spPr>
            <a:xfrm>
              <a:off x="5158405" y="4993172"/>
              <a:ext cx="4722383"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Aumento de funciones</a:t>
              </a:r>
              <a:endParaRPr sz="1100"/>
            </a:p>
          </p:txBody>
        </p:sp>
        <p:sp>
          <p:nvSpPr>
            <p:cNvPr id="1030" name="Google Shape;1030;p101"/>
            <p:cNvSpPr txBox="1"/>
            <p:nvPr/>
          </p:nvSpPr>
          <p:spPr>
            <a:xfrm>
              <a:off x="1291610" y="5443802"/>
              <a:ext cx="988525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Aumento de datos</a:t>
              </a:r>
              <a:endParaRPr sz="1100"/>
            </a:p>
          </p:txBody>
        </p:sp>
      </p:grpSp>
      <p:sp>
        <p:nvSpPr>
          <p:cNvPr id="1031" name="Google Shape;1031;p10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cxnSp>
        <p:nvCxnSpPr>
          <p:cNvPr id="1032" name="Google Shape;1032;p101"/>
          <p:cNvCxnSpPr/>
          <p:nvPr/>
        </p:nvCxnSpPr>
        <p:spPr>
          <a:xfrm>
            <a:off x="2993577" y="3330643"/>
            <a:ext cx="356305" cy="1"/>
          </a:xfrm>
          <a:prstGeom prst="straightConnector1">
            <a:avLst/>
          </a:prstGeom>
          <a:noFill/>
          <a:ln cap="flat" cmpd="sng" w="12700">
            <a:solidFill>
              <a:schemeClr val="accent1"/>
            </a:solidFill>
            <a:prstDash val="solid"/>
            <a:round/>
            <a:headEnd len="sm" w="sm" type="none"/>
            <a:tailEnd len="med" w="med" type="stealth"/>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0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ingeniería de características</a:t>
            </a:r>
            <a:endParaRPr/>
          </a:p>
        </p:txBody>
      </p:sp>
      <p:graphicFrame>
        <p:nvGraphicFramePr>
          <p:cNvPr id="1038" name="Google Shape;1038;p102"/>
          <p:cNvGraphicFramePr/>
          <p:nvPr/>
        </p:nvGraphicFramePr>
        <p:xfrm>
          <a:off x="1435606" y="1059418"/>
          <a:ext cx="3000000" cy="3000000"/>
        </p:xfrm>
        <a:graphic>
          <a:graphicData uri="http://schemas.openxmlformats.org/drawingml/2006/table">
            <a:tbl>
              <a:tblPr bandRow="1" firstRow="1">
                <a:noFill/>
                <a:tableStyleId>{3342D5AA-D54A-4994-B3E1-8B7BC4BB483F}</a:tableStyleId>
              </a:tblPr>
              <a:tblGrid>
                <a:gridCol w="1372550"/>
                <a:gridCol w="1198350"/>
                <a:gridCol w="996200"/>
                <a:gridCol w="1169250"/>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País</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Fecha de nacimiento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18/02/1972</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ctr">
                        <a:spcBef>
                          <a:spcPts val="0"/>
                        </a:spcBef>
                        <a:spcAft>
                          <a:spcPts val="0"/>
                        </a:spcAft>
                        <a:buNone/>
                      </a:pPr>
                      <a:r>
                        <a:t/>
                      </a:r>
                      <a:endParaRPr sz="1400" u="none" cap="none" strike="noStrike"/>
                    </a:p>
                  </a:txBody>
                  <a:tcPr marT="34300" marB="34300" marR="68600" marL="68600"/>
                </a:tc>
                <a:tc>
                  <a:txBody>
                    <a:bodyPr/>
                    <a:lstStyle/>
                    <a:p>
                      <a:pPr indent="0" lvl="0" marL="0" marR="0" rtl="0" algn="l">
                        <a:spcBef>
                          <a:spcPts val="0"/>
                        </a:spcBef>
                        <a:spcAft>
                          <a:spcPts val="0"/>
                        </a:spcAft>
                        <a:buNone/>
                      </a:pPr>
                      <a:r>
                        <a:rPr lang="es-419" sz="1400" u="none" cap="none" strike="noStrike"/>
                        <a:t>11/02/1969</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Sra. Mary Major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Denver</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F</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37</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Desai, Arnav</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22/02/1962</a:t>
                      </a:r>
                      <a:endParaRPr sz="1100"/>
                    </a:p>
                  </a:txBody>
                  <a:tcPr marT="34300" marB="34300" marR="68600" marL="68600"/>
                </a:tc>
              </a:tr>
            </a:tbl>
          </a:graphicData>
        </a:graphic>
      </p:graphicFrame>
      <p:grpSp>
        <p:nvGrpSpPr>
          <p:cNvPr descr="Arrows showing location of data from one table to another after transformation." id="1039" name="Google Shape;1039;p102"/>
          <p:cNvGrpSpPr/>
          <p:nvPr/>
        </p:nvGrpSpPr>
        <p:grpSpPr>
          <a:xfrm>
            <a:off x="2167128" y="2651999"/>
            <a:ext cx="4920580" cy="486652"/>
            <a:chOff x="2889504" y="3266758"/>
            <a:chExt cx="6560773" cy="918110"/>
          </a:xfrm>
        </p:grpSpPr>
        <p:cxnSp>
          <p:nvCxnSpPr>
            <p:cNvPr id="1040" name="Google Shape;1040;p102"/>
            <p:cNvCxnSpPr/>
            <p:nvPr/>
          </p:nvCxnSpPr>
          <p:spPr>
            <a:xfrm flipH="1">
              <a:off x="2889504" y="3266758"/>
              <a:ext cx="134112" cy="918110"/>
            </a:xfrm>
            <a:prstGeom prst="straightConnector1">
              <a:avLst/>
            </a:prstGeom>
            <a:noFill/>
            <a:ln cap="flat" cmpd="sng" w="28575">
              <a:solidFill>
                <a:srgbClr val="005276"/>
              </a:solidFill>
              <a:prstDash val="solid"/>
              <a:round/>
              <a:headEnd len="sm" w="sm" type="none"/>
              <a:tailEnd len="med" w="med" type="triangle"/>
            </a:ln>
          </p:spPr>
        </p:cxnSp>
        <p:cxnSp>
          <p:nvCxnSpPr>
            <p:cNvPr id="1041" name="Google Shape;1041;p102"/>
            <p:cNvCxnSpPr/>
            <p:nvPr/>
          </p:nvCxnSpPr>
          <p:spPr>
            <a:xfrm flipH="1">
              <a:off x="4267200" y="3266758"/>
              <a:ext cx="669036" cy="918110"/>
            </a:xfrm>
            <a:prstGeom prst="straightConnector1">
              <a:avLst/>
            </a:prstGeom>
            <a:noFill/>
            <a:ln cap="flat" cmpd="sng" w="28575">
              <a:solidFill>
                <a:srgbClr val="005276"/>
              </a:solidFill>
              <a:prstDash val="solid"/>
              <a:round/>
              <a:headEnd len="sm" w="sm" type="none"/>
              <a:tailEnd len="med" w="med" type="triangle"/>
            </a:ln>
          </p:spPr>
        </p:cxnSp>
        <p:cxnSp>
          <p:nvCxnSpPr>
            <p:cNvPr id="1042" name="Google Shape;1042;p102"/>
            <p:cNvCxnSpPr/>
            <p:nvPr/>
          </p:nvCxnSpPr>
          <p:spPr>
            <a:xfrm>
              <a:off x="4936236" y="3266758"/>
              <a:ext cx="0" cy="918110"/>
            </a:xfrm>
            <a:prstGeom prst="straightConnector1">
              <a:avLst/>
            </a:prstGeom>
            <a:noFill/>
            <a:ln cap="flat" cmpd="sng" w="28575">
              <a:solidFill>
                <a:srgbClr val="005276"/>
              </a:solidFill>
              <a:prstDash val="solid"/>
              <a:round/>
              <a:headEnd len="sm" w="sm" type="none"/>
              <a:tailEnd len="med" w="med" type="triangle"/>
            </a:ln>
          </p:spPr>
        </p:cxnSp>
        <p:cxnSp>
          <p:nvCxnSpPr>
            <p:cNvPr id="1043" name="Google Shape;1043;p102"/>
            <p:cNvCxnSpPr/>
            <p:nvPr/>
          </p:nvCxnSpPr>
          <p:spPr>
            <a:xfrm flipH="1">
              <a:off x="5571744" y="3266758"/>
              <a:ext cx="608076" cy="918110"/>
            </a:xfrm>
            <a:prstGeom prst="straightConnector1">
              <a:avLst/>
            </a:prstGeom>
            <a:noFill/>
            <a:ln cap="flat" cmpd="sng" w="28575">
              <a:solidFill>
                <a:srgbClr val="005276"/>
              </a:solidFill>
              <a:prstDash val="solid"/>
              <a:round/>
              <a:headEnd len="sm" w="sm" type="none"/>
              <a:tailEnd len="med" w="med" type="triangle"/>
            </a:ln>
          </p:spPr>
        </p:cxnSp>
        <p:cxnSp>
          <p:nvCxnSpPr>
            <p:cNvPr id="1044" name="Google Shape;1044;p102"/>
            <p:cNvCxnSpPr/>
            <p:nvPr/>
          </p:nvCxnSpPr>
          <p:spPr>
            <a:xfrm flipH="1">
              <a:off x="6352032" y="3266758"/>
              <a:ext cx="1133856" cy="918110"/>
            </a:xfrm>
            <a:prstGeom prst="straightConnector1">
              <a:avLst/>
            </a:prstGeom>
            <a:noFill/>
            <a:ln cap="flat" cmpd="sng" w="28575">
              <a:solidFill>
                <a:srgbClr val="005276"/>
              </a:solidFill>
              <a:prstDash val="solid"/>
              <a:round/>
              <a:headEnd len="sm" w="sm" type="none"/>
              <a:tailEnd len="med" w="med" type="triangle"/>
            </a:ln>
          </p:spPr>
        </p:cxnSp>
        <p:cxnSp>
          <p:nvCxnSpPr>
            <p:cNvPr id="1045" name="Google Shape;1045;p102"/>
            <p:cNvCxnSpPr/>
            <p:nvPr/>
          </p:nvCxnSpPr>
          <p:spPr>
            <a:xfrm flipH="1">
              <a:off x="7144512" y="3266758"/>
              <a:ext cx="341376" cy="918110"/>
            </a:xfrm>
            <a:prstGeom prst="straightConnector1">
              <a:avLst/>
            </a:prstGeom>
            <a:noFill/>
            <a:ln cap="flat" cmpd="sng" w="28575">
              <a:solidFill>
                <a:srgbClr val="005276"/>
              </a:solidFill>
              <a:prstDash val="solid"/>
              <a:round/>
              <a:headEnd len="sm" w="sm" type="none"/>
              <a:tailEnd len="med" w="med" type="triangle"/>
            </a:ln>
          </p:spPr>
        </p:cxnSp>
        <p:cxnSp>
          <p:nvCxnSpPr>
            <p:cNvPr id="1046" name="Google Shape;1046;p102"/>
            <p:cNvCxnSpPr/>
            <p:nvPr/>
          </p:nvCxnSpPr>
          <p:spPr>
            <a:xfrm>
              <a:off x="7485888" y="3266758"/>
              <a:ext cx="524256" cy="918110"/>
            </a:xfrm>
            <a:prstGeom prst="straightConnector1">
              <a:avLst/>
            </a:prstGeom>
            <a:noFill/>
            <a:ln cap="flat" cmpd="sng" w="28575">
              <a:solidFill>
                <a:srgbClr val="005276"/>
              </a:solidFill>
              <a:prstDash val="solid"/>
              <a:round/>
              <a:headEnd len="sm" w="sm" type="none"/>
              <a:tailEnd len="med" w="med" type="triangle"/>
            </a:ln>
          </p:spPr>
        </p:cxnSp>
        <p:cxnSp>
          <p:nvCxnSpPr>
            <p:cNvPr id="1047" name="Google Shape;1047;p102"/>
            <p:cNvCxnSpPr/>
            <p:nvPr/>
          </p:nvCxnSpPr>
          <p:spPr>
            <a:xfrm>
              <a:off x="9450277" y="3574978"/>
              <a:ext cx="0" cy="609890"/>
            </a:xfrm>
            <a:prstGeom prst="straightConnector1">
              <a:avLst/>
            </a:prstGeom>
            <a:noFill/>
            <a:ln cap="flat" cmpd="sng" w="28575">
              <a:solidFill>
                <a:srgbClr val="005276"/>
              </a:solidFill>
              <a:prstDash val="solid"/>
              <a:round/>
              <a:headEnd len="sm" w="sm" type="none"/>
              <a:tailEnd len="med" w="med" type="triangle"/>
            </a:ln>
          </p:spPr>
        </p:cxnSp>
      </p:grpSp>
      <p:sp>
        <p:nvSpPr>
          <p:cNvPr id="1048" name="Google Shape;1048;p102"/>
          <p:cNvSpPr txBox="1"/>
          <p:nvPr/>
        </p:nvSpPr>
        <p:spPr>
          <a:xfrm>
            <a:off x="6808872" y="1780987"/>
            <a:ext cx="427040" cy="90024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5400">
                <a:solidFill>
                  <a:schemeClr val="dk1"/>
                </a:solidFill>
                <a:latin typeface="Arial"/>
                <a:ea typeface="Arial"/>
                <a:cs typeface="Arial"/>
                <a:sym typeface="Arial"/>
              </a:rPr>
              <a:t>?</a:t>
            </a:r>
            <a:endParaRPr sz="1100"/>
          </a:p>
        </p:txBody>
      </p:sp>
      <p:graphicFrame>
        <p:nvGraphicFramePr>
          <p:cNvPr id="1049" name="Google Shape;1049;p102"/>
          <p:cNvGraphicFramePr/>
          <p:nvPr/>
        </p:nvGraphicFramePr>
        <p:xfrm>
          <a:off x="1435606" y="3138651"/>
          <a:ext cx="3000000" cy="3000000"/>
        </p:xfrm>
        <a:graphic>
          <a:graphicData uri="http://schemas.openxmlformats.org/drawingml/2006/table">
            <a:tbl>
              <a:tblPr bandRow="1" firstRow="1">
                <a:noFill/>
                <a:tableStyleId>{3342D5AA-D54A-4994-B3E1-8B7BC4BB483F}</a:tableStyleId>
              </a:tblPr>
              <a:tblGrid>
                <a:gridCol w="1206525"/>
                <a:gridCol w="729100"/>
                <a:gridCol w="693000"/>
                <a:gridCol w="577500"/>
                <a:gridCol w="613600"/>
                <a:gridCol w="700225"/>
                <a:gridCol w="830175"/>
                <a:gridCol w="92257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7</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78 000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Mary Major</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37</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NAN</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167 000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Arnav Desai</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58</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100 000</a:t>
                      </a:r>
                      <a:endParaRPr sz="1100"/>
                    </a:p>
                  </a:txBody>
                  <a:tcPr marT="34300" marB="34300" marR="68600" marL="68600"/>
                </a:tc>
              </a:tr>
            </a:tbl>
          </a:graphicData>
        </a:graphic>
      </p:graphicFrame>
      <p:sp>
        <p:nvSpPr>
          <p:cNvPr id="1050" name="Google Shape;1050;p10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entrenamiento de modelos</a:t>
            </a:r>
            <a:endParaRPr/>
          </a:p>
        </p:txBody>
      </p:sp>
      <p:graphicFrame>
        <p:nvGraphicFramePr>
          <p:cNvPr id="1056" name="Google Shape;1056;p103"/>
          <p:cNvGraphicFramePr/>
          <p:nvPr/>
        </p:nvGraphicFramePr>
        <p:xfrm>
          <a:off x="314325" y="1209267"/>
          <a:ext cx="3000000" cy="3000000"/>
        </p:xfrm>
        <a:graphic>
          <a:graphicData uri="http://schemas.openxmlformats.org/drawingml/2006/table">
            <a:tbl>
              <a:tblPr bandRow="1" firstRow="1">
                <a:noFill/>
                <a:tableStyleId>{3342D5AA-D54A-4994-B3E1-8B7BC4BB483F}</a:tableStyleId>
              </a:tblPr>
              <a:tblGrid>
                <a:gridCol w="1115025"/>
                <a:gridCol w="765200"/>
                <a:gridCol w="656925"/>
                <a:gridCol w="534200"/>
                <a:gridCol w="664125"/>
                <a:gridCol w="620825"/>
                <a:gridCol w="772425"/>
                <a:gridCol w="114402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r>
            </a:tbl>
          </a:graphicData>
        </a:graphic>
      </p:graphicFrame>
      <p:grpSp>
        <p:nvGrpSpPr>
          <p:cNvPr descr="Eighty percent of data flowing to the XGBoost algorithm and then to a trained model." id="1057" name="Google Shape;1057;p103"/>
          <p:cNvGrpSpPr/>
          <p:nvPr/>
        </p:nvGrpSpPr>
        <p:grpSpPr>
          <a:xfrm>
            <a:off x="2864335" y="2245643"/>
            <a:ext cx="3000401" cy="1584018"/>
            <a:chOff x="3819114" y="2994191"/>
            <a:chExt cx="4000534" cy="2112024"/>
          </a:xfrm>
        </p:grpSpPr>
        <p:sp>
          <p:nvSpPr>
            <p:cNvPr id="1058" name="Google Shape;1058;p103"/>
            <p:cNvSpPr txBox="1"/>
            <p:nvPr/>
          </p:nvSpPr>
          <p:spPr>
            <a:xfrm>
              <a:off x="4572995" y="3019294"/>
              <a:ext cx="627095"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80 %</a:t>
              </a:r>
              <a:endParaRPr sz="1100"/>
            </a:p>
          </p:txBody>
        </p:sp>
        <p:grpSp>
          <p:nvGrpSpPr>
            <p:cNvPr descr="Subset of data flowing to the XGBoost algorithm and then to a trained model." id="1059" name="Google Shape;1059;p103"/>
            <p:cNvGrpSpPr/>
            <p:nvPr/>
          </p:nvGrpSpPr>
          <p:grpSpPr>
            <a:xfrm>
              <a:off x="3819114" y="2994191"/>
              <a:ext cx="4000534" cy="2112024"/>
              <a:chOff x="3819114" y="2994191"/>
              <a:chExt cx="4000534" cy="2112024"/>
            </a:xfrm>
          </p:grpSpPr>
          <p:sp>
            <p:nvSpPr>
              <p:cNvPr id="1060" name="Google Shape;1060;p103"/>
              <p:cNvSpPr/>
              <p:nvPr/>
            </p:nvSpPr>
            <p:spPr>
              <a:xfrm>
                <a:off x="3819114" y="3723491"/>
                <a:ext cx="1563688" cy="971235"/>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Algoritmo</a:t>
                </a:r>
                <a:endParaRPr sz="1100"/>
              </a:p>
              <a:p>
                <a:pPr indent="0" lvl="0" marL="0" marR="0" rtl="0" algn="ctr">
                  <a:spcBef>
                    <a:spcPts val="0"/>
                  </a:spcBef>
                  <a:spcAft>
                    <a:spcPts val="0"/>
                  </a:spcAft>
                  <a:buNone/>
                </a:pPr>
                <a:r>
                  <a:rPr lang="es-419" sz="1200">
                    <a:solidFill>
                      <a:schemeClr val="lt1"/>
                    </a:solidFill>
                    <a:latin typeface="Play"/>
                    <a:ea typeface="Play"/>
                    <a:cs typeface="Play"/>
                    <a:sym typeface="Play"/>
                  </a:rPr>
                  <a:t>XGBoost</a:t>
                </a:r>
                <a:endParaRPr sz="1100"/>
              </a:p>
            </p:txBody>
          </p:sp>
          <p:cxnSp>
            <p:nvCxnSpPr>
              <p:cNvPr id="1061" name="Google Shape;1061;p103"/>
              <p:cNvCxnSpPr>
                <a:stCxn id="1060" idx="3"/>
                <a:endCxn id="1062" idx="1"/>
              </p:cNvCxnSpPr>
              <p:nvPr/>
            </p:nvCxnSpPr>
            <p:spPr>
              <a:xfrm>
                <a:off x="5382802" y="4209109"/>
                <a:ext cx="873300" cy="3000"/>
              </a:xfrm>
              <a:prstGeom prst="straightConnector1">
                <a:avLst/>
              </a:prstGeom>
              <a:noFill/>
              <a:ln cap="flat" cmpd="sng" w="28575">
                <a:solidFill>
                  <a:schemeClr val="accent1"/>
                </a:solidFill>
                <a:prstDash val="solid"/>
                <a:round/>
                <a:headEnd len="sm" w="sm" type="none"/>
                <a:tailEnd len="med" w="med" type="triangle"/>
              </a:ln>
            </p:spPr>
          </p:cxnSp>
          <p:cxnSp>
            <p:nvCxnSpPr>
              <p:cNvPr id="1063" name="Google Shape;1063;p103"/>
              <p:cNvCxnSpPr>
                <a:endCxn id="1060" idx="0"/>
              </p:cNvCxnSpPr>
              <p:nvPr/>
            </p:nvCxnSpPr>
            <p:spPr>
              <a:xfrm>
                <a:off x="4600958" y="2994191"/>
                <a:ext cx="0" cy="729300"/>
              </a:xfrm>
              <a:prstGeom prst="straightConnector1">
                <a:avLst/>
              </a:prstGeom>
              <a:noFill/>
              <a:ln cap="flat" cmpd="sng" w="28575">
                <a:solidFill>
                  <a:schemeClr val="accent1"/>
                </a:solidFill>
                <a:prstDash val="solid"/>
                <a:round/>
                <a:headEnd len="sm" w="sm" type="none"/>
                <a:tailEnd len="med" w="med" type="triangle"/>
              </a:ln>
            </p:spPr>
          </p:cxnSp>
          <p:sp>
            <p:nvSpPr>
              <p:cNvPr id="1062" name="Google Shape;1062;p103"/>
              <p:cNvSpPr/>
              <p:nvPr/>
            </p:nvSpPr>
            <p:spPr>
              <a:xfrm>
                <a:off x="6255960" y="3726360"/>
                <a:ext cx="1563688" cy="971235"/>
              </a:xfrm>
              <a:prstGeom prst="rect">
                <a:avLst/>
              </a:prstGeom>
              <a:solidFill>
                <a:schemeClr val="accent5"/>
              </a:solidFill>
              <a:ln cap="flat" cmpd="sng" w="107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entrenado</a:t>
                </a:r>
                <a:endParaRPr sz="1100"/>
              </a:p>
            </p:txBody>
          </p:sp>
          <p:cxnSp>
            <p:nvCxnSpPr>
              <p:cNvPr id="1064" name="Google Shape;1064;p103"/>
              <p:cNvCxnSpPr>
                <a:stCxn id="1065" idx="0"/>
              </p:cNvCxnSpPr>
              <p:nvPr/>
            </p:nvCxnSpPr>
            <p:spPr>
              <a:xfrm rot="10800000">
                <a:off x="4600948" y="4694615"/>
                <a:ext cx="9000" cy="411600"/>
              </a:xfrm>
              <a:prstGeom prst="straightConnector1">
                <a:avLst/>
              </a:prstGeom>
              <a:noFill/>
              <a:ln cap="flat" cmpd="sng" w="28575">
                <a:solidFill>
                  <a:schemeClr val="accent1"/>
                </a:solidFill>
                <a:prstDash val="solid"/>
                <a:round/>
                <a:headEnd len="sm" w="sm" type="none"/>
                <a:tailEnd len="med" w="med" type="triangle"/>
              </a:ln>
            </p:spPr>
          </p:cxnSp>
        </p:grpSp>
      </p:grpSp>
      <p:sp>
        <p:nvSpPr>
          <p:cNvPr id="1065" name="Google Shape;1065;p103"/>
          <p:cNvSpPr txBox="1"/>
          <p:nvPr/>
        </p:nvSpPr>
        <p:spPr>
          <a:xfrm>
            <a:off x="2365215" y="3829661"/>
            <a:ext cx="2184492" cy="3924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2100">
                <a:solidFill>
                  <a:schemeClr val="dk1"/>
                </a:solidFill>
                <a:latin typeface="Play"/>
                <a:ea typeface="Play"/>
                <a:cs typeface="Play"/>
                <a:sym typeface="Play"/>
              </a:rPr>
              <a:t>{</a:t>
            </a:r>
            <a:r>
              <a:rPr lang="es-419" sz="2100">
                <a:solidFill>
                  <a:schemeClr val="dk2"/>
                </a:solidFill>
                <a:latin typeface="Play"/>
                <a:ea typeface="Play"/>
                <a:cs typeface="Play"/>
                <a:sym typeface="Play"/>
              </a:rPr>
              <a:t>hyperparameters</a:t>
            </a:r>
            <a:r>
              <a:rPr lang="es-419" sz="2100">
                <a:solidFill>
                  <a:schemeClr val="dk1"/>
                </a:solidFill>
                <a:latin typeface="Play"/>
                <a:ea typeface="Play"/>
                <a:cs typeface="Play"/>
                <a:sym typeface="Play"/>
              </a:rPr>
              <a:t>}</a:t>
            </a:r>
            <a:endParaRPr sz="1100"/>
          </a:p>
        </p:txBody>
      </p:sp>
      <p:sp>
        <p:nvSpPr>
          <p:cNvPr id="1066" name="Google Shape;1066;p103"/>
          <p:cNvSpPr txBox="1"/>
          <p:nvPr/>
        </p:nvSpPr>
        <p:spPr>
          <a:xfrm>
            <a:off x="6688493" y="1427442"/>
            <a:ext cx="761266"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10-20 %</a:t>
            </a:r>
            <a:endParaRPr sz="1100"/>
          </a:p>
        </p:txBody>
      </p:sp>
      <p:sp>
        <p:nvSpPr>
          <p:cNvPr id="1067" name="Google Shape;1067;p103"/>
          <p:cNvSpPr/>
          <p:nvPr/>
        </p:nvSpPr>
        <p:spPr>
          <a:xfrm>
            <a:off x="7622667" y="1485112"/>
            <a:ext cx="936117" cy="499262"/>
          </a:xfrm>
          <a:prstGeom prst="can">
            <a:avLst>
              <a:gd fmla="val 25000" name="adj"/>
            </a:avLst>
          </a:prstGeom>
          <a:solidFill>
            <a:schemeClr val="accent6"/>
          </a:solidFill>
          <a:ln cap="flat" cmpd="sng" w="10775">
            <a:solidFill>
              <a:srgbClr val="12583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98000"/>
              </a:lnSpc>
              <a:spcBef>
                <a:spcPts val="0"/>
              </a:spcBef>
              <a:spcAft>
                <a:spcPts val="0"/>
              </a:spcAft>
              <a:buNone/>
            </a:pPr>
            <a:r>
              <a:rPr lang="es-419" sz="1200">
                <a:solidFill>
                  <a:schemeClr val="lt1"/>
                </a:solidFill>
                <a:latin typeface="Play"/>
                <a:ea typeface="Play"/>
                <a:cs typeface="Play"/>
                <a:sym typeface="Play"/>
              </a:rPr>
              <a:t>Datos de prueba</a:t>
            </a:r>
            <a:endParaRPr sz="1100"/>
          </a:p>
        </p:txBody>
      </p:sp>
      <p:cxnSp>
        <p:nvCxnSpPr>
          <p:cNvPr id="1068" name="Google Shape;1068;p103"/>
          <p:cNvCxnSpPr>
            <a:endCxn id="1067" idx="2"/>
          </p:cNvCxnSpPr>
          <p:nvPr/>
        </p:nvCxnSpPr>
        <p:spPr>
          <a:xfrm>
            <a:off x="6587067" y="1727243"/>
            <a:ext cx="1035600" cy="7500"/>
          </a:xfrm>
          <a:prstGeom prst="straightConnector1">
            <a:avLst/>
          </a:prstGeom>
          <a:noFill/>
          <a:ln cap="flat" cmpd="sng" w="28575">
            <a:solidFill>
              <a:schemeClr val="accent1"/>
            </a:solidFill>
            <a:prstDash val="solid"/>
            <a:round/>
            <a:headEnd len="sm" w="sm" type="none"/>
            <a:tailEnd len="med" w="med" type="triangle"/>
          </a:ln>
        </p:spPr>
      </p:cxnSp>
      <p:sp>
        <p:nvSpPr>
          <p:cNvPr id="1069" name="Google Shape;1069;p10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0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Canalización del ML: Evaluación y ajuste del modelo</a:t>
            </a:r>
            <a:endParaRPr/>
          </a:p>
        </p:txBody>
      </p:sp>
      <p:graphicFrame>
        <p:nvGraphicFramePr>
          <p:cNvPr id="1075" name="Google Shape;1075;p104"/>
          <p:cNvGraphicFramePr/>
          <p:nvPr/>
        </p:nvGraphicFramePr>
        <p:xfrm>
          <a:off x="314325" y="1098227"/>
          <a:ext cx="3000000" cy="3000000"/>
        </p:xfrm>
        <a:graphic>
          <a:graphicData uri="http://schemas.openxmlformats.org/drawingml/2006/table">
            <a:tbl>
              <a:tblPr bandRow="1" firstRow="1">
                <a:noFill/>
                <a:tableStyleId>{3342D5AA-D54A-4994-B3E1-8B7BC4BB483F}</a:tableStyleId>
              </a:tblPr>
              <a:tblGrid>
                <a:gridCol w="1151100"/>
                <a:gridCol w="859050"/>
                <a:gridCol w="750750"/>
                <a:gridCol w="555850"/>
                <a:gridCol w="555850"/>
                <a:gridCol w="656925"/>
                <a:gridCol w="837375"/>
                <a:gridCol w="90577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r>
            </a:tbl>
          </a:graphicData>
        </a:graphic>
      </p:graphicFrame>
      <p:grpSp>
        <p:nvGrpSpPr>
          <p:cNvPr descr="Block diagram shows how XGBoost algorithm is used to adjust hyperparameters. More details in the notes." id="1076" name="Google Shape;1076;p104"/>
          <p:cNvGrpSpPr/>
          <p:nvPr/>
        </p:nvGrpSpPr>
        <p:grpSpPr>
          <a:xfrm>
            <a:off x="1442134" y="1215340"/>
            <a:ext cx="7116650" cy="3621920"/>
            <a:chOff x="1922845" y="1768506"/>
            <a:chExt cx="9488867" cy="4829227"/>
          </a:xfrm>
        </p:grpSpPr>
        <p:grpSp>
          <p:nvGrpSpPr>
            <p:cNvPr id="1077" name="Google Shape;1077;p104"/>
            <p:cNvGrpSpPr/>
            <p:nvPr/>
          </p:nvGrpSpPr>
          <p:grpSpPr>
            <a:xfrm>
              <a:off x="3819114" y="3002891"/>
              <a:ext cx="6224506" cy="2313023"/>
              <a:chOff x="3819114" y="3002891"/>
              <a:chExt cx="6224506" cy="2313023"/>
            </a:xfrm>
          </p:grpSpPr>
          <p:sp>
            <p:nvSpPr>
              <p:cNvPr id="1078" name="Google Shape;1078;p104"/>
              <p:cNvSpPr txBox="1"/>
              <p:nvPr/>
            </p:nvSpPr>
            <p:spPr>
              <a:xfrm>
                <a:off x="4572995" y="3019294"/>
                <a:ext cx="726481"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80 %</a:t>
                </a:r>
                <a:endParaRPr sz="1100"/>
              </a:p>
            </p:txBody>
          </p:sp>
          <p:grpSp>
            <p:nvGrpSpPr>
              <p:cNvPr descr="Eighty percent of test data flowing to the XGBoost algorithm then a trained model then a hosted model." id="1079" name="Google Shape;1079;p104"/>
              <p:cNvGrpSpPr/>
              <p:nvPr/>
            </p:nvGrpSpPr>
            <p:grpSpPr>
              <a:xfrm>
                <a:off x="3819114" y="3002891"/>
                <a:ext cx="6224506" cy="2313023"/>
                <a:chOff x="3819114" y="3002891"/>
                <a:chExt cx="6224506" cy="2313023"/>
              </a:xfrm>
            </p:grpSpPr>
            <p:cxnSp>
              <p:nvCxnSpPr>
                <p:cNvPr id="1080" name="Google Shape;1080;p104"/>
                <p:cNvCxnSpPr>
                  <a:stCxn id="1081" idx="3"/>
                  <a:endCxn id="1082" idx="1"/>
                </p:cNvCxnSpPr>
                <p:nvPr/>
              </p:nvCxnSpPr>
              <p:spPr>
                <a:xfrm>
                  <a:off x="5382802" y="4209109"/>
                  <a:ext cx="873300" cy="3000"/>
                </a:xfrm>
                <a:prstGeom prst="straightConnector1">
                  <a:avLst/>
                </a:prstGeom>
                <a:noFill/>
                <a:ln cap="flat" cmpd="sng" w="28575">
                  <a:solidFill>
                    <a:schemeClr val="accent1"/>
                  </a:solidFill>
                  <a:prstDash val="solid"/>
                  <a:round/>
                  <a:headEnd len="sm" w="sm" type="none"/>
                  <a:tailEnd len="med" w="med" type="triangle"/>
                </a:ln>
              </p:spPr>
            </p:cxnSp>
            <p:cxnSp>
              <p:nvCxnSpPr>
                <p:cNvPr id="1083" name="Google Shape;1083;p104"/>
                <p:cNvCxnSpPr>
                  <a:stCxn id="1082" idx="3"/>
                  <a:endCxn id="1084" idx="1"/>
                </p:cNvCxnSpPr>
                <p:nvPr/>
              </p:nvCxnSpPr>
              <p:spPr>
                <a:xfrm flipH="1" rot="10800000">
                  <a:off x="7819648" y="4205678"/>
                  <a:ext cx="660300" cy="6300"/>
                </a:xfrm>
                <a:prstGeom prst="straightConnector1">
                  <a:avLst/>
                </a:prstGeom>
                <a:noFill/>
                <a:ln cap="flat" cmpd="sng" w="28575">
                  <a:solidFill>
                    <a:schemeClr val="accent1"/>
                  </a:solidFill>
                  <a:prstDash val="solid"/>
                  <a:round/>
                  <a:headEnd len="sm" w="sm" type="none"/>
                  <a:tailEnd len="med" w="med" type="triangle"/>
                </a:ln>
              </p:spPr>
            </p:cxnSp>
            <p:cxnSp>
              <p:nvCxnSpPr>
                <p:cNvPr id="1085" name="Google Shape;1085;p104"/>
                <p:cNvCxnSpPr>
                  <a:stCxn id="1084" idx="2"/>
                  <a:endCxn id="1086" idx="0"/>
                </p:cNvCxnSpPr>
                <p:nvPr/>
              </p:nvCxnSpPr>
              <p:spPr>
                <a:xfrm>
                  <a:off x="9261776" y="4691314"/>
                  <a:ext cx="6000" cy="624600"/>
                </a:xfrm>
                <a:prstGeom prst="straightConnector1">
                  <a:avLst/>
                </a:prstGeom>
                <a:noFill/>
                <a:ln cap="flat" cmpd="sng" w="28575">
                  <a:solidFill>
                    <a:schemeClr val="accent1"/>
                  </a:solidFill>
                  <a:prstDash val="solid"/>
                  <a:round/>
                  <a:headEnd len="sm" w="sm" type="none"/>
                  <a:tailEnd len="med" w="med" type="triangle"/>
                </a:ln>
              </p:spPr>
            </p:cxnSp>
            <p:sp>
              <p:nvSpPr>
                <p:cNvPr id="1081" name="Google Shape;1081;p104"/>
                <p:cNvSpPr/>
                <p:nvPr/>
              </p:nvSpPr>
              <p:spPr>
                <a:xfrm>
                  <a:off x="3819114" y="3723491"/>
                  <a:ext cx="1563688" cy="971235"/>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Algoritmo</a:t>
                  </a:r>
                  <a:endParaRPr sz="1100"/>
                </a:p>
                <a:p>
                  <a:pPr indent="0" lvl="0" marL="0" marR="0" rtl="0" algn="ctr">
                    <a:spcBef>
                      <a:spcPts val="0"/>
                    </a:spcBef>
                    <a:spcAft>
                      <a:spcPts val="0"/>
                    </a:spcAft>
                    <a:buNone/>
                  </a:pPr>
                  <a:r>
                    <a:rPr lang="es-419" sz="1200">
                      <a:solidFill>
                        <a:schemeClr val="lt1"/>
                      </a:solidFill>
                      <a:latin typeface="Play"/>
                      <a:ea typeface="Play"/>
                      <a:cs typeface="Play"/>
                      <a:sym typeface="Play"/>
                    </a:rPr>
                    <a:t>XGBoost</a:t>
                  </a:r>
                  <a:endParaRPr sz="1200">
                    <a:solidFill>
                      <a:schemeClr val="lt1"/>
                    </a:solidFill>
                    <a:latin typeface="Play"/>
                    <a:ea typeface="Play"/>
                    <a:cs typeface="Play"/>
                    <a:sym typeface="Play"/>
                  </a:endParaRPr>
                </a:p>
              </p:txBody>
            </p:sp>
            <p:cxnSp>
              <p:nvCxnSpPr>
                <p:cNvPr id="1087" name="Google Shape;1087;p104"/>
                <p:cNvCxnSpPr>
                  <a:endCxn id="1081" idx="0"/>
                </p:cNvCxnSpPr>
                <p:nvPr/>
              </p:nvCxnSpPr>
              <p:spPr>
                <a:xfrm>
                  <a:off x="4600958" y="3002891"/>
                  <a:ext cx="0" cy="720600"/>
                </a:xfrm>
                <a:prstGeom prst="straightConnector1">
                  <a:avLst/>
                </a:prstGeom>
                <a:noFill/>
                <a:ln cap="flat" cmpd="sng" w="28575">
                  <a:solidFill>
                    <a:schemeClr val="accent1"/>
                  </a:solidFill>
                  <a:prstDash val="solid"/>
                  <a:round/>
                  <a:headEnd len="sm" w="sm" type="none"/>
                  <a:tailEnd len="med" w="med" type="triangle"/>
                </a:ln>
              </p:spPr>
            </p:cxnSp>
            <p:sp>
              <p:nvSpPr>
                <p:cNvPr id="1082" name="Google Shape;1082;p104"/>
                <p:cNvSpPr/>
                <p:nvPr/>
              </p:nvSpPr>
              <p:spPr>
                <a:xfrm>
                  <a:off x="6255960" y="3726360"/>
                  <a:ext cx="1563688" cy="971235"/>
                </a:xfrm>
                <a:prstGeom prst="rect">
                  <a:avLst/>
                </a:prstGeom>
                <a:solidFill>
                  <a:srgbClr val="0A3846"/>
                </a:solidFill>
                <a:ln cap="flat" cmpd="sng" w="107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entrenado</a:t>
                  </a:r>
                  <a:endParaRPr sz="1100"/>
                </a:p>
              </p:txBody>
            </p:sp>
            <p:sp>
              <p:nvSpPr>
                <p:cNvPr id="1084" name="Google Shape;1084;p104"/>
                <p:cNvSpPr/>
                <p:nvPr/>
              </p:nvSpPr>
              <p:spPr>
                <a:xfrm>
                  <a:off x="8479932" y="3720079"/>
                  <a:ext cx="1563688" cy="97123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alojado</a:t>
                  </a:r>
                  <a:endParaRPr sz="1100"/>
                </a:p>
              </p:txBody>
            </p:sp>
          </p:grpSp>
        </p:grpSp>
        <p:grpSp>
          <p:nvGrpSpPr>
            <p:cNvPr id="1088" name="Google Shape;1088;p104"/>
            <p:cNvGrpSpPr/>
            <p:nvPr/>
          </p:nvGrpSpPr>
          <p:grpSpPr>
            <a:xfrm>
              <a:off x="8782956" y="1768506"/>
              <a:ext cx="2628756" cy="1951576"/>
              <a:chOff x="8782956" y="1768506"/>
              <a:chExt cx="2628756" cy="1951576"/>
            </a:xfrm>
          </p:grpSpPr>
          <p:sp>
            <p:nvSpPr>
              <p:cNvPr id="1089" name="Google Shape;1089;p104"/>
              <p:cNvSpPr txBox="1"/>
              <p:nvPr/>
            </p:nvSpPr>
            <p:spPr>
              <a:xfrm>
                <a:off x="8917991" y="1768506"/>
                <a:ext cx="965329"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10-20 %</a:t>
                </a:r>
                <a:endParaRPr sz="1100"/>
              </a:p>
            </p:txBody>
          </p:sp>
          <p:grpSp>
            <p:nvGrpSpPr>
              <p:cNvPr descr="Ten to twenty percent of test data used to perform a prediction." id="1090" name="Google Shape;1090;p104"/>
              <p:cNvGrpSpPr/>
              <p:nvPr/>
            </p:nvGrpSpPr>
            <p:grpSpPr>
              <a:xfrm>
                <a:off x="8782956" y="1960899"/>
                <a:ext cx="2628756" cy="1759183"/>
                <a:chOff x="8782956" y="1960899"/>
                <a:chExt cx="2628756" cy="1759183"/>
              </a:xfrm>
            </p:grpSpPr>
            <p:sp>
              <p:nvSpPr>
                <p:cNvPr id="1091" name="Google Shape;1091;p104"/>
                <p:cNvSpPr/>
                <p:nvPr/>
              </p:nvSpPr>
              <p:spPr>
                <a:xfrm>
                  <a:off x="10163556" y="1960899"/>
                  <a:ext cx="1248156" cy="665683"/>
                </a:xfrm>
                <a:prstGeom prst="can">
                  <a:avLst>
                    <a:gd fmla="val 25000" name="adj"/>
                  </a:avLst>
                </a:prstGeom>
                <a:solidFill>
                  <a:srgbClr val="007FAA"/>
                </a:solidFill>
                <a:ln cap="flat" cmpd="sng" w="10775">
                  <a:solidFill>
                    <a:srgbClr val="12583E"/>
                  </a:solidFill>
                  <a:prstDash val="solid"/>
                  <a:round/>
                  <a:headEnd len="sm" w="sm" type="none"/>
                  <a:tailEnd len="sm" w="sm" type="none"/>
                </a:ln>
              </p:spPr>
              <p:txBody>
                <a:bodyPr anchorCtr="0" anchor="ctr" bIns="34275" lIns="68575" spcFirstLastPara="1" rIns="68575" wrap="square" tIns="54000">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Datos de prueba</a:t>
                  </a:r>
                  <a:endParaRPr sz="1100"/>
                </a:p>
              </p:txBody>
            </p:sp>
            <p:cxnSp>
              <p:nvCxnSpPr>
                <p:cNvPr id="1092" name="Google Shape;1092;p104"/>
                <p:cNvCxnSpPr>
                  <a:endCxn id="1091" idx="2"/>
                </p:cNvCxnSpPr>
                <p:nvPr/>
              </p:nvCxnSpPr>
              <p:spPr>
                <a:xfrm flipH="1" rot="10800000">
                  <a:off x="8782956" y="2293741"/>
                  <a:ext cx="1380600" cy="18300"/>
                </a:xfrm>
                <a:prstGeom prst="straightConnector1">
                  <a:avLst/>
                </a:prstGeom>
                <a:noFill/>
                <a:ln cap="flat" cmpd="sng" w="28575">
                  <a:solidFill>
                    <a:schemeClr val="accent1"/>
                  </a:solidFill>
                  <a:prstDash val="solid"/>
                  <a:round/>
                  <a:headEnd len="sm" w="sm" type="none"/>
                  <a:tailEnd len="med" w="med" type="triangle"/>
                </a:ln>
              </p:spPr>
            </p:cxnSp>
            <p:cxnSp>
              <p:nvCxnSpPr>
                <p:cNvPr id="1093" name="Google Shape;1093;p104"/>
                <p:cNvCxnSpPr>
                  <a:stCxn id="1091" idx="3"/>
                  <a:endCxn id="1084" idx="0"/>
                </p:cNvCxnSpPr>
                <p:nvPr/>
              </p:nvCxnSpPr>
              <p:spPr>
                <a:xfrm rot="5400000">
                  <a:off x="9477984" y="2410432"/>
                  <a:ext cx="1093500" cy="1525800"/>
                </a:xfrm>
                <a:prstGeom prst="bentConnector3">
                  <a:avLst>
                    <a:gd fmla="val 50000" name="adj1"/>
                  </a:avLst>
                </a:prstGeom>
                <a:noFill/>
                <a:ln cap="flat" cmpd="sng" w="28575">
                  <a:solidFill>
                    <a:schemeClr val="accent1"/>
                  </a:solidFill>
                  <a:prstDash val="solid"/>
                  <a:round/>
                  <a:headEnd len="sm" w="sm" type="none"/>
                  <a:tailEnd len="med" w="med" type="triangle"/>
                </a:ln>
              </p:spPr>
            </p:cxnSp>
          </p:grpSp>
          <p:sp>
            <p:nvSpPr>
              <p:cNvPr id="1094" name="Google Shape;1094;p104"/>
              <p:cNvSpPr txBox="1"/>
              <p:nvPr/>
            </p:nvSpPr>
            <p:spPr>
              <a:xfrm>
                <a:off x="9358681" y="3192804"/>
                <a:ext cx="923458"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predicción</a:t>
                </a:r>
                <a:endParaRPr sz="1100"/>
              </a:p>
            </p:txBody>
          </p:sp>
        </p:grpSp>
        <p:sp>
          <p:nvSpPr>
            <p:cNvPr id="1095" name="Google Shape;1095;p104"/>
            <p:cNvSpPr txBox="1"/>
            <p:nvPr/>
          </p:nvSpPr>
          <p:spPr>
            <a:xfrm>
              <a:off x="8854171" y="6200358"/>
              <a:ext cx="827471" cy="33855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Métricas</a:t>
              </a:r>
              <a:endParaRPr sz="1100"/>
            </a:p>
          </p:txBody>
        </p:sp>
        <p:grpSp>
          <p:nvGrpSpPr>
            <p:cNvPr id="1096" name="Google Shape;1096;p104"/>
            <p:cNvGrpSpPr/>
            <p:nvPr/>
          </p:nvGrpSpPr>
          <p:grpSpPr>
            <a:xfrm>
              <a:off x="3016745" y="2989033"/>
              <a:ext cx="6700279" cy="3608700"/>
              <a:chOff x="3016745" y="2989033"/>
              <a:chExt cx="6700279" cy="3608700"/>
            </a:xfrm>
          </p:grpSpPr>
          <p:grpSp>
            <p:nvGrpSpPr>
              <p:cNvPr descr="Changes in hyperparameters and features after metrics have been calculated." id="1097" name="Google Shape;1097;p104"/>
              <p:cNvGrpSpPr/>
              <p:nvPr/>
            </p:nvGrpSpPr>
            <p:grpSpPr>
              <a:xfrm>
                <a:off x="3016745" y="2989033"/>
                <a:ext cx="6700279" cy="3608700"/>
                <a:chOff x="3016745" y="2989033"/>
                <a:chExt cx="6700279" cy="3608700"/>
              </a:xfrm>
            </p:grpSpPr>
            <p:cxnSp>
              <p:nvCxnSpPr>
                <p:cNvPr id="1098" name="Google Shape;1098;p104"/>
                <p:cNvCxnSpPr>
                  <a:stCxn id="1099" idx="0"/>
                  <a:endCxn id="1081" idx="2"/>
                </p:cNvCxnSpPr>
                <p:nvPr/>
              </p:nvCxnSpPr>
              <p:spPr>
                <a:xfrm rot="10800000">
                  <a:off x="4600948" y="4694615"/>
                  <a:ext cx="9000" cy="411600"/>
                </a:xfrm>
                <a:prstGeom prst="straightConnector1">
                  <a:avLst/>
                </a:prstGeom>
                <a:noFill/>
                <a:ln cap="flat" cmpd="sng" w="28575">
                  <a:solidFill>
                    <a:schemeClr val="accent1"/>
                  </a:solidFill>
                  <a:prstDash val="solid"/>
                  <a:round/>
                  <a:headEnd len="sm" w="sm" type="none"/>
                  <a:tailEnd len="med" w="med" type="triangle"/>
                </a:ln>
              </p:spPr>
            </p:cxnSp>
            <p:pic>
              <p:nvPicPr>
                <p:cNvPr descr="Image result for mean squared error machine learning." id="1086" name="Google Shape;1086;p104"/>
                <p:cNvPicPr preferRelativeResize="0"/>
                <p:nvPr/>
              </p:nvPicPr>
              <p:blipFill rotWithShape="1">
                <a:blip r:embed="rId3">
                  <a:alphaModFix/>
                </a:blip>
                <a:srcRect b="0" l="0" r="0" t="0"/>
                <a:stretch/>
              </p:blipFill>
              <p:spPr>
                <a:xfrm>
                  <a:off x="8818788" y="5316036"/>
                  <a:ext cx="898236" cy="884322"/>
                </a:xfrm>
                <a:prstGeom prst="rect">
                  <a:avLst/>
                </a:prstGeom>
                <a:noFill/>
                <a:ln>
                  <a:noFill/>
                </a:ln>
              </p:spPr>
            </p:pic>
            <p:cxnSp>
              <p:nvCxnSpPr>
                <p:cNvPr id="1100" name="Google Shape;1100;p104"/>
                <p:cNvCxnSpPr>
                  <a:stCxn id="1101" idx="1"/>
                  <a:endCxn id="1099" idx="2"/>
                </p:cNvCxnSpPr>
                <p:nvPr/>
              </p:nvCxnSpPr>
              <p:spPr>
                <a:xfrm rot="10800000">
                  <a:off x="4609816" y="5629393"/>
                  <a:ext cx="4173000" cy="287700"/>
                </a:xfrm>
                <a:prstGeom prst="bentConnector2">
                  <a:avLst/>
                </a:prstGeom>
                <a:noFill/>
                <a:ln cap="flat" cmpd="sng" w="28575">
                  <a:solidFill>
                    <a:schemeClr val="accent1"/>
                  </a:solidFill>
                  <a:prstDash val="solid"/>
                  <a:round/>
                  <a:headEnd len="sm" w="sm" type="none"/>
                  <a:tailEnd len="med" w="med" type="triangle"/>
                </a:ln>
              </p:spPr>
            </p:cxnSp>
            <p:cxnSp>
              <p:nvCxnSpPr>
                <p:cNvPr id="1102" name="Google Shape;1102;p104"/>
                <p:cNvCxnSpPr>
                  <a:stCxn id="1103" idx="1"/>
                </p:cNvCxnSpPr>
                <p:nvPr/>
              </p:nvCxnSpPr>
              <p:spPr>
                <a:xfrm rot="10800000">
                  <a:off x="3016745" y="2989033"/>
                  <a:ext cx="5761500" cy="3151500"/>
                </a:xfrm>
                <a:prstGeom prst="bentConnector2">
                  <a:avLst/>
                </a:prstGeom>
                <a:noFill/>
                <a:ln cap="flat" cmpd="sng" w="28575">
                  <a:solidFill>
                    <a:schemeClr val="accent1"/>
                  </a:solidFill>
                  <a:prstDash val="solid"/>
                  <a:round/>
                  <a:headEnd len="sm" w="sm" type="none"/>
                  <a:tailEnd len="med" w="med" type="triangle"/>
                </a:ln>
              </p:spPr>
            </p:cxnSp>
            <p:sp>
              <p:nvSpPr>
                <p:cNvPr id="1103" name="Google Shape;1103;p104"/>
                <p:cNvSpPr/>
                <p:nvPr/>
              </p:nvSpPr>
              <p:spPr>
                <a:xfrm>
                  <a:off x="8778245" y="5683333"/>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01" name="Google Shape;1101;p104"/>
                <p:cNvSpPr/>
                <p:nvPr/>
              </p:nvSpPr>
              <p:spPr>
                <a:xfrm>
                  <a:off x="8782816" y="5459893"/>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sp>
            <p:nvSpPr>
              <p:cNvPr id="1104" name="Google Shape;1104;p104"/>
              <p:cNvSpPr txBox="1"/>
              <p:nvPr/>
            </p:nvSpPr>
            <p:spPr>
              <a:xfrm>
                <a:off x="5329451" y="5537288"/>
                <a:ext cx="3416705" cy="40011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s-419" sz="1500">
                    <a:solidFill>
                      <a:schemeClr val="dk1"/>
                    </a:solidFill>
                    <a:latin typeface="Play"/>
                    <a:ea typeface="Play"/>
                    <a:cs typeface="Play"/>
                    <a:sym typeface="Play"/>
                  </a:rPr>
                  <a:t>Cambiar hiperparámetros</a:t>
                </a:r>
                <a:endParaRPr sz="1100"/>
              </a:p>
            </p:txBody>
          </p:sp>
          <p:sp>
            <p:nvSpPr>
              <p:cNvPr id="1099" name="Google Shape;1099;p104"/>
              <p:cNvSpPr txBox="1"/>
              <p:nvPr/>
            </p:nvSpPr>
            <p:spPr>
              <a:xfrm>
                <a:off x="3153620" y="5106215"/>
                <a:ext cx="2912656" cy="5232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2100">
                    <a:solidFill>
                      <a:schemeClr val="dk1"/>
                    </a:solidFill>
                    <a:latin typeface="Play"/>
                    <a:ea typeface="Play"/>
                    <a:cs typeface="Play"/>
                    <a:sym typeface="Play"/>
                  </a:rPr>
                  <a:t>{</a:t>
                </a:r>
                <a:r>
                  <a:rPr lang="es-419" sz="2100">
                    <a:solidFill>
                      <a:schemeClr val="dk2"/>
                    </a:solidFill>
                    <a:latin typeface="Play"/>
                    <a:ea typeface="Play"/>
                    <a:cs typeface="Play"/>
                    <a:sym typeface="Play"/>
                  </a:rPr>
                  <a:t>hyperparameters</a:t>
                </a:r>
                <a:r>
                  <a:rPr lang="es-419" sz="2100">
                    <a:solidFill>
                      <a:schemeClr val="dk1"/>
                    </a:solidFill>
                    <a:latin typeface="Play"/>
                    <a:ea typeface="Play"/>
                    <a:cs typeface="Play"/>
                    <a:sym typeface="Play"/>
                  </a:rPr>
                  <a:t>}</a:t>
                </a:r>
                <a:endParaRPr sz="1100"/>
              </a:p>
            </p:txBody>
          </p:sp>
        </p:grpSp>
        <p:sp>
          <p:nvSpPr>
            <p:cNvPr id="1105" name="Google Shape;1105;p104"/>
            <p:cNvSpPr txBox="1"/>
            <p:nvPr/>
          </p:nvSpPr>
          <p:spPr>
            <a:xfrm>
              <a:off x="1922845" y="3065461"/>
              <a:ext cx="1101585" cy="70788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s-419" sz="1500">
                  <a:solidFill>
                    <a:schemeClr val="dk1"/>
                  </a:solidFill>
                  <a:latin typeface="Play"/>
                  <a:ea typeface="Play"/>
                  <a:cs typeface="Play"/>
                  <a:sym typeface="Play"/>
                </a:rPr>
                <a:t>Cambiar</a:t>
              </a:r>
              <a:endParaRPr sz="1100"/>
            </a:p>
            <a:p>
              <a:pPr indent="0" lvl="0" marL="0" marR="0" rtl="0" algn="r">
                <a:spcBef>
                  <a:spcPts val="0"/>
                </a:spcBef>
                <a:spcAft>
                  <a:spcPts val="0"/>
                </a:spcAft>
                <a:buNone/>
              </a:pPr>
              <a:r>
                <a:rPr lang="es-419" sz="1500">
                  <a:solidFill>
                    <a:schemeClr val="dk1"/>
                  </a:solidFill>
                  <a:latin typeface="Play"/>
                  <a:ea typeface="Play"/>
                  <a:cs typeface="Play"/>
                  <a:sym typeface="Play"/>
                </a:rPr>
                <a:t>características</a:t>
              </a:r>
              <a:endParaRPr sz="1100"/>
            </a:p>
          </p:txBody>
        </p:sp>
      </p:grpSp>
      <p:sp>
        <p:nvSpPr>
          <p:cNvPr id="1106" name="Google Shape;1106;p10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grpSp>
        <p:nvGrpSpPr>
          <p:cNvPr descr="The letter x indicating data columns to be excluded from test data after analysis of metrics." id="1107" name="Google Shape;1107;p104"/>
          <p:cNvGrpSpPr/>
          <p:nvPr/>
        </p:nvGrpSpPr>
        <p:grpSpPr>
          <a:xfrm>
            <a:off x="1703510" y="886947"/>
            <a:ext cx="904040" cy="904040"/>
            <a:chOff x="1684134" y="2838668"/>
            <a:chExt cx="1205387" cy="1205387"/>
          </a:xfrm>
        </p:grpSpPr>
        <p:sp>
          <p:nvSpPr>
            <p:cNvPr id="1108" name="Google Shape;1108;p104"/>
            <p:cNvSpPr/>
            <p:nvPr/>
          </p:nvSpPr>
          <p:spPr>
            <a:xfrm>
              <a:off x="1820322" y="3019294"/>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09" name="Google Shape;1109;p104"/>
            <p:cNvSpPr/>
            <p:nvPr/>
          </p:nvSpPr>
          <p:spPr>
            <a:xfrm>
              <a:off x="1684134" y="2838668"/>
              <a:ext cx="1205387" cy="1205387"/>
            </a:xfrm>
            <a:prstGeom prst="mathMultiply">
              <a:avLst>
                <a:gd fmla="val 23520" name="adj1"/>
              </a:avLst>
            </a:prstGeom>
            <a:solidFill>
              <a:srgbClr val="FF0000"/>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0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Sobreajuste e infraajuste</a:t>
            </a:r>
            <a:endParaRPr/>
          </a:p>
        </p:txBody>
      </p:sp>
      <p:grpSp>
        <p:nvGrpSpPr>
          <p:cNvPr descr="Scatter plot with line of best fit that fluctuates up and down across data." id="1115" name="Google Shape;1115;p105"/>
          <p:cNvGrpSpPr/>
          <p:nvPr/>
        </p:nvGrpSpPr>
        <p:grpSpPr>
          <a:xfrm>
            <a:off x="574628" y="1794544"/>
            <a:ext cx="2169955" cy="1686707"/>
            <a:chOff x="827134" y="2540775"/>
            <a:chExt cx="3258026" cy="2367589"/>
          </a:xfrm>
        </p:grpSpPr>
        <p:cxnSp>
          <p:nvCxnSpPr>
            <p:cNvPr id="1116" name="Google Shape;1116;p105"/>
            <p:cNvCxnSpPr/>
            <p:nvPr/>
          </p:nvCxnSpPr>
          <p:spPr>
            <a:xfrm rot="10800000">
              <a:off x="1234152" y="2540775"/>
              <a:ext cx="0" cy="1928622"/>
            </a:xfrm>
            <a:prstGeom prst="straightConnector1">
              <a:avLst/>
            </a:prstGeom>
            <a:noFill/>
            <a:ln cap="flat" cmpd="sng" w="38100">
              <a:solidFill>
                <a:schemeClr val="accent1"/>
              </a:solidFill>
              <a:prstDash val="solid"/>
              <a:round/>
              <a:headEnd len="sm" w="sm" type="none"/>
              <a:tailEnd len="med" w="med" type="triangle"/>
            </a:ln>
          </p:spPr>
        </p:cxnSp>
        <p:sp>
          <p:nvSpPr>
            <p:cNvPr id="1117" name="Google Shape;1117;p105"/>
            <p:cNvSpPr/>
            <p:nvPr/>
          </p:nvSpPr>
          <p:spPr>
            <a:xfrm>
              <a:off x="1378635" y="3159029"/>
              <a:ext cx="2549770" cy="1015826"/>
            </a:xfrm>
            <a:custGeom>
              <a:rect b="b" l="l" r="r" t="t"/>
              <a:pathLst>
                <a:path extrusionOk="0" h="1015826" w="2549770">
                  <a:moveTo>
                    <a:pt x="0" y="228600"/>
                  </a:moveTo>
                  <a:cubicBezTo>
                    <a:pt x="21492" y="431799"/>
                    <a:pt x="42985" y="634999"/>
                    <a:pt x="111370" y="674076"/>
                  </a:cubicBezTo>
                  <a:cubicBezTo>
                    <a:pt x="179755" y="713153"/>
                    <a:pt x="315547" y="406399"/>
                    <a:pt x="410308" y="463061"/>
                  </a:cubicBezTo>
                  <a:cubicBezTo>
                    <a:pt x="505069" y="519723"/>
                    <a:pt x="592993" y="982785"/>
                    <a:pt x="679939" y="1014046"/>
                  </a:cubicBezTo>
                  <a:cubicBezTo>
                    <a:pt x="766885" y="1045307"/>
                    <a:pt x="840155" y="654538"/>
                    <a:pt x="931985" y="650630"/>
                  </a:cubicBezTo>
                  <a:cubicBezTo>
                    <a:pt x="1023815" y="646722"/>
                    <a:pt x="1145931" y="1003300"/>
                    <a:pt x="1230923" y="990600"/>
                  </a:cubicBezTo>
                  <a:cubicBezTo>
                    <a:pt x="1315915" y="977900"/>
                    <a:pt x="1335454" y="612530"/>
                    <a:pt x="1441939" y="574430"/>
                  </a:cubicBezTo>
                  <a:cubicBezTo>
                    <a:pt x="1548424" y="536330"/>
                    <a:pt x="1780931" y="808892"/>
                    <a:pt x="1869831" y="762000"/>
                  </a:cubicBezTo>
                  <a:cubicBezTo>
                    <a:pt x="1958731" y="715108"/>
                    <a:pt x="1888393" y="318476"/>
                    <a:pt x="1975339" y="293076"/>
                  </a:cubicBezTo>
                  <a:cubicBezTo>
                    <a:pt x="2062285" y="267676"/>
                    <a:pt x="2295770" y="658446"/>
                    <a:pt x="2391508" y="609600"/>
                  </a:cubicBezTo>
                  <a:cubicBezTo>
                    <a:pt x="2487247" y="560754"/>
                    <a:pt x="2518508" y="280377"/>
                    <a:pt x="2549770" y="0"/>
                  </a:cubicBezTo>
                </a:path>
              </a:pathLst>
            </a:custGeom>
            <a:noFill/>
            <a:ln cap="flat" cmpd="sng" w="28575">
              <a:solidFill>
                <a:srgbClr val="7F7F7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18" name="Google Shape;1118;p105"/>
            <p:cNvSpPr/>
            <p:nvPr/>
          </p:nvSpPr>
          <p:spPr>
            <a:xfrm rot="-1145135">
              <a:off x="3718551" y="31553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19" name="Google Shape;1119;p105"/>
            <p:cNvSpPr/>
            <p:nvPr/>
          </p:nvSpPr>
          <p:spPr>
            <a:xfrm rot="-1145135">
              <a:off x="3564711" y="30029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0" name="Google Shape;1120;p105"/>
            <p:cNvSpPr/>
            <p:nvPr/>
          </p:nvSpPr>
          <p:spPr>
            <a:xfrm rot="-1145135">
              <a:off x="3514455" y="340733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1" name="Google Shape;1121;p105"/>
            <p:cNvSpPr/>
            <p:nvPr/>
          </p:nvSpPr>
          <p:spPr>
            <a:xfrm rot="-1145135">
              <a:off x="3813681" y="35445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2" name="Google Shape;1122;p105"/>
            <p:cNvSpPr/>
            <p:nvPr/>
          </p:nvSpPr>
          <p:spPr>
            <a:xfrm rot="-1145135">
              <a:off x="3944407" y="33054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3" name="Google Shape;1123;p105"/>
            <p:cNvSpPr/>
            <p:nvPr/>
          </p:nvSpPr>
          <p:spPr>
            <a:xfrm rot="-1145135">
              <a:off x="3557679" y="369424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4" name="Google Shape;1124;p105"/>
            <p:cNvSpPr/>
            <p:nvPr/>
          </p:nvSpPr>
          <p:spPr>
            <a:xfrm rot="-1145135">
              <a:off x="3019868" y="355114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5" name="Google Shape;1125;p105"/>
            <p:cNvSpPr/>
            <p:nvPr/>
          </p:nvSpPr>
          <p:spPr>
            <a:xfrm rot="-1145135">
              <a:off x="2556546" y="373871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6" name="Google Shape;1126;p105"/>
            <p:cNvSpPr/>
            <p:nvPr/>
          </p:nvSpPr>
          <p:spPr>
            <a:xfrm rot="-1145135">
              <a:off x="2815680" y="357574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7" name="Google Shape;1127;p105"/>
            <p:cNvSpPr/>
            <p:nvPr/>
          </p:nvSpPr>
          <p:spPr>
            <a:xfrm rot="-1145135">
              <a:off x="3179730" y="380210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8" name="Google Shape;1128;p105"/>
            <p:cNvSpPr/>
            <p:nvPr/>
          </p:nvSpPr>
          <p:spPr>
            <a:xfrm rot="-1145135">
              <a:off x="3310455" y="339904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29" name="Google Shape;1129;p105"/>
            <p:cNvSpPr/>
            <p:nvPr/>
          </p:nvSpPr>
          <p:spPr>
            <a:xfrm rot="-1145135">
              <a:off x="2901508" y="390642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0" name="Google Shape;1130;p105"/>
            <p:cNvSpPr/>
            <p:nvPr/>
          </p:nvSpPr>
          <p:spPr>
            <a:xfrm rot="-1145135">
              <a:off x="1967491" y="383652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1" name="Google Shape;1131;p105"/>
            <p:cNvSpPr/>
            <p:nvPr/>
          </p:nvSpPr>
          <p:spPr>
            <a:xfrm rot="-1145135">
              <a:off x="1744622" y="358904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2" name="Google Shape;1132;p105"/>
            <p:cNvSpPr/>
            <p:nvPr/>
          </p:nvSpPr>
          <p:spPr>
            <a:xfrm rot="-1145135">
              <a:off x="2283169" y="373423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3" name="Google Shape;1133;p105"/>
            <p:cNvSpPr/>
            <p:nvPr/>
          </p:nvSpPr>
          <p:spPr>
            <a:xfrm rot="-1145135">
              <a:off x="2184197" y="404816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4" name="Google Shape;1134;p105"/>
            <p:cNvSpPr/>
            <p:nvPr/>
          </p:nvSpPr>
          <p:spPr>
            <a:xfrm rot="-1145135">
              <a:off x="1354968" y="330667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5" name="Google Shape;1135;p105"/>
            <p:cNvSpPr/>
            <p:nvPr/>
          </p:nvSpPr>
          <p:spPr>
            <a:xfrm rot="-1145135">
              <a:off x="1440950" y="355114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6" name="Google Shape;1136;p105"/>
            <p:cNvSpPr/>
            <p:nvPr/>
          </p:nvSpPr>
          <p:spPr>
            <a:xfrm rot="-1145135">
              <a:off x="1722250" y="383023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37" name="Google Shape;1137;p105"/>
            <p:cNvSpPr/>
            <p:nvPr/>
          </p:nvSpPr>
          <p:spPr>
            <a:xfrm rot="-1145135">
              <a:off x="1398556" y="388116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138" name="Google Shape;1138;p105"/>
            <p:cNvCxnSpPr/>
            <p:nvPr/>
          </p:nvCxnSpPr>
          <p:spPr>
            <a:xfrm>
              <a:off x="1234152" y="4455297"/>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139" name="Google Shape;1139;p105"/>
            <p:cNvSpPr txBox="1"/>
            <p:nvPr/>
          </p:nvSpPr>
          <p:spPr>
            <a:xfrm>
              <a:off x="827134" y="2554213"/>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140" name="Google Shape;1140;p105"/>
            <p:cNvSpPr txBox="1"/>
            <p:nvPr/>
          </p:nvSpPr>
          <p:spPr>
            <a:xfrm>
              <a:off x="3656880" y="4508254"/>
              <a:ext cx="34176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Arial"/>
                  <a:ea typeface="Arial"/>
                  <a:cs typeface="Arial"/>
                  <a:sym typeface="Arial"/>
                </a:rPr>
                <a:t>X</a:t>
              </a:r>
              <a:endParaRPr sz="1100"/>
            </a:p>
          </p:txBody>
        </p:sp>
      </p:grpSp>
      <p:sp>
        <p:nvSpPr>
          <p:cNvPr id="1141" name="Google Shape;1141;p105"/>
          <p:cNvSpPr txBox="1"/>
          <p:nvPr/>
        </p:nvSpPr>
        <p:spPr>
          <a:xfrm>
            <a:off x="1065202" y="3530048"/>
            <a:ext cx="980268"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Sobreajuste</a:t>
            </a:r>
            <a:endParaRPr sz="1100"/>
          </a:p>
        </p:txBody>
      </p:sp>
      <p:grpSp>
        <p:nvGrpSpPr>
          <p:cNvPr descr="Scatter plot with line of best fit that is straight and located below most data points." id="1142" name="Google Shape;1142;p105"/>
          <p:cNvGrpSpPr/>
          <p:nvPr/>
        </p:nvGrpSpPr>
        <p:grpSpPr>
          <a:xfrm>
            <a:off x="3486317" y="1803566"/>
            <a:ext cx="2198661" cy="1697281"/>
            <a:chOff x="4439416" y="2526676"/>
            <a:chExt cx="3283274" cy="2380415"/>
          </a:xfrm>
        </p:grpSpPr>
        <p:cxnSp>
          <p:nvCxnSpPr>
            <p:cNvPr id="1143" name="Google Shape;1143;p105"/>
            <p:cNvCxnSpPr/>
            <p:nvPr/>
          </p:nvCxnSpPr>
          <p:spPr>
            <a:xfrm rot="10800000">
              <a:off x="4824040" y="2526676"/>
              <a:ext cx="0" cy="1928622"/>
            </a:xfrm>
            <a:prstGeom prst="straightConnector1">
              <a:avLst/>
            </a:prstGeom>
            <a:noFill/>
            <a:ln cap="flat" cmpd="sng" w="38100">
              <a:solidFill>
                <a:schemeClr val="accent1"/>
              </a:solidFill>
              <a:prstDash val="solid"/>
              <a:round/>
              <a:headEnd len="sm" w="sm" type="none"/>
              <a:tailEnd len="med" w="med" type="triangle"/>
            </a:ln>
          </p:spPr>
        </p:cxnSp>
        <p:cxnSp>
          <p:nvCxnSpPr>
            <p:cNvPr id="1144" name="Google Shape;1144;p105"/>
            <p:cNvCxnSpPr/>
            <p:nvPr/>
          </p:nvCxnSpPr>
          <p:spPr>
            <a:xfrm flipH="1" rot="10800000">
              <a:off x="5012335" y="3563463"/>
              <a:ext cx="2710355" cy="455836"/>
            </a:xfrm>
            <a:prstGeom prst="straightConnector1">
              <a:avLst/>
            </a:prstGeom>
            <a:noFill/>
            <a:ln cap="flat" cmpd="sng" w="28575">
              <a:solidFill>
                <a:srgbClr val="7F7F7F"/>
              </a:solidFill>
              <a:prstDash val="solid"/>
              <a:round/>
              <a:headEnd len="sm" w="sm" type="none"/>
              <a:tailEnd len="sm" w="sm" type="none"/>
            </a:ln>
          </p:spPr>
        </p:cxnSp>
        <p:sp>
          <p:nvSpPr>
            <p:cNvPr id="1145" name="Google Shape;1145;p105"/>
            <p:cNvSpPr/>
            <p:nvPr/>
          </p:nvSpPr>
          <p:spPr>
            <a:xfrm rot="-1145135">
              <a:off x="7333364" y="316665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46" name="Google Shape;1146;p105"/>
            <p:cNvSpPr/>
            <p:nvPr/>
          </p:nvSpPr>
          <p:spPr>
            <a:xfrm rot="-1145135">
              <a:off x="7176146" y="301599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47" name="Google Shape;1147;p105"/>
            <p:cNvSpPr/>
            <p:nvPr/>
          </p:nvSpPr>
          <p:spPr>
            <a:xfrm rot="-1145135">
              <a:off x="7167017" y="370628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48" name="Google Shape;1148;p105"/>
            <p:cNvSpPr/>
            <p:nvPr/>
          </p:nvSpPr>
          <p:spPr>
            <a:xfrm rot="-1145135">
              <a:off x="6807712" y="38078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49" name="Google Shape;1149;p105"/>
            <p:cNvSpPr/>
            <p:nvPr/>
          </p:nvSpPr>
          <p:spPr>
            <a:xfrm rot="-1145135">
              <a:off x="6620429" y="355188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0" name="Google Shape;1150;p105"/>
            <p:cNvSpPr/>
            <p:nvPr/>
          </p:nvSpPr>
          <p:spPr>
            <a:xfrm rot="-1145135">
              <a:off x="7557022" y="332430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1" name="Google Shape;1151;p105"/>
            <p:cNvSpPr/>
            <p:nvPr/>
          </p:nvSpPr>
          <p:spPr>
            <a:xfrm rot="-1145135">
              <a:off x="7412462" y="3556024"/>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2" name="Google Shape;1152;p105"/>
            <p:cNvSpPr/>
            <p:nvPr/>
          </p:nvSpPr>
          <p:spPr>
            <a:xfrm rot="-1145135">
              <a:off x="7111315" y="340786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3" name="Google Shape;1153;p105"/>
            <p:cNvSpPr/>
            <p:nvPr/>
          </p:nvSpPr>
          <p:spPr>
            <a:xfrm rot="-1145135">
              <a:off x="6505165" y="390849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4" name="Google Shape;1154;p105"/>
            <p:cNvSpPr/>
            <p:nvPr/>
          </p:nvSpPr>
          <p:spPr>
            <a:xfrm rot="-1145135">
              <a:off x="5787490" y="405817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5" name="Google Shape;1155;p105"/>
            <p:cNvSpPr/>
            <p:nvPr/>
          </p:nvSpPr>
          <p:spPr>
            <a:xfrm rot="-1145135">
              <a:off x="6910965" y="341140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6" name="Google Shape;1156;p105"/>
            <p:cNvSpPr/>
            <p:nvPr/>
          </p:nvSpPr>
          <p:spPr>
            <a:xfrm rot="-1145135">
              <a:off x="6415619" y="359635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7" name="Google Shape;1157;p105"/>
            <p:cNvSpPr/>
            <p:nvPr/>
          </p:nvSpPr>
          <p:spPr>
            <a:xfrm rot="-1145135">
              <a:off x="6161888" y="375643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8" name="Google Shape;1158;p105"/>
            <p:cNvSpPr/>
            <p:nvPr/>
          </p:nvSpPr>
          <p:spPr>
            <a:xfrm rot="-1145135">
              <a:off x="5349965" y="361366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59" name="Google Shape;1159;p105"/>
            <p:cNvSpPr/>
            <p:nvPr/>
          </p:nvSpPr>
          <p:spPr>
            <a:xfrm rot="-1145135">
              <a:off x="5046864" y="354062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60" name="Google Shape;1160;p105"/>
            <p:cNvSpPr/>
            <p:nvPr/>
          </p:nvSpPr>
          <p:spPr>
            <a:xfrm rot="-1145135">
              <a:off x="5324385" y="389293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61" name="Google Shape;1161;p105"/>
            <p:cNvSpPr/>
            <p:nvPr/>
          </p:nvSpPr>
          <p:spPr>
            <a:xfrm rot="-1145135">
              <a:off x="5875526" y="37460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62" name="Google Shape;1162;p105"/>
            <p:cNvSpPr/>
            <p:nvPr/>
          </p:nvSpPr>
          <p:spPr>
            <a:xfrm rot="-1145135">
              <a:off x="5578869" y="38354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63" name="Google Shape;1163;p105"/>
            <p:cNvSpPr/>
            <p:nvPr/>
          </p:nvSpPr>
          <p:spPr>
            <a:xfrm rot="-1145135">
              <a:off x="4993661" y="388266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64" name="Google Shape;1164;p105"/>
            <p:cNvSpPr/>
            <p:nvPr/>
          </p:nvSpPr>
          <p:spPr>
            <a:xfrm rot="-1145135">
              <a:off x="4966129" y="331233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165" name="Google Shape;1165;p105"/>
            <p:cNvCxnSpPr/>
            <p:nvPr/>
          </p:nvCxnSpPr>
          <p:spPr>
            <a:xfrm>
              <a:off x="4824040" y="4441198"/>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166" name="Google Shape;1166;p105"/>
            <p:cNvSpPr txBox="1"/>
            <p:nvPr/>
          </p:nvSpPr>
          <p:spPr>
            <a:xfrm>
              <a:off x="4439416" y="2552940"/>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167" name="Google Shape;1167;p105"/>
            <p:cNvSpPr txBox="1"/>
            <p:nvPr/>
          </p:nvSpPr>
          <p:spPr>
            <a:xfrm>
              <a:off x="7269162" y="4506981"/>
              <a:ext cx="31771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X</a:t>
              </a:r>
              <a:endParaRPr sz="1100"/>
            </a:p>
          </p:txBody>
        </p:sp>
      </p:grpSp>
      <p:sp>
        <p:nvSpPr>
          <p:cNvPr id="1168" name="Google Shape;1168;p105"/>
          <p:cNvSpPr txBox="1"/>
          <p:nvPr/>
        </p:nvSpPr>
        <p:spPr>
          <a:xfrm>
            <a:off x="4093378" y="3512944"/>
            <a:ext cx="1093953"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Infraajuste</a:t>
            </a:r>
            <a:endParaRPr sz="1500">
              <a:solidFill>
                <a:schemeClr val="dk1"/>
              </a:solidFill>
              <a:latin typeface="Play"/>
              <a:ea typeface="Play"/>
              <a:cs typeface="Play"/>
              <a:sym typeface="Play"/>
            </a:endParaRPr>
          </a:p>
        </p:txBody>
      </p:sp>
      <p:grpSp>
        <p:nvGrpSpPr>
          <p:cNvPr descr="Scatter plot with line of best fit that curves to match trend of data points." id="1169" name="Google Shape;1169;p105"/>
          <p:cNvGrpSpPr/>
          <p:nvPr/>
        </p:nvGrpSpPr>
        <p:grpSpPr>
          <a:xfrm>
            <a:off x="6371186" y="1800425"/>
            <a:ext cx="2081002" cy="1680826"/>
            <a:chOff x="8033367" y="2548615"/>
            <a:chExt cx="3250796" cy="2359749"/>
          </a:xfrm>
        </p:grpSpPr>
        <p:cxnSp>
          <p:nvCxnSpPr>
            <p:cNvPr id="1170" name="Google Shape;1170;p105"/>
            <p:cNvCxnSpPr/>
            <p:nvPr/>
          </p:nvCxnSpPr>
          <p:spPr>
            <a:xfrm rot="10800000">
              <a:off x="8415407" y="2548615"/>
              <a:ext cx="0" cy="1928622"/>
            </a:xfrm>
            <a:prstGeom prst="straightConnector1">
              <a:avLst/>
            </a:prstGeom>
            <a:noFill/>
            <a:ln cap="flat" cmpd="sng" w="38100">
              <a:solidFill>
                <a:schemeClr val="accent1"/>
              </a:solidFill>
              <a:prstDash val="solid"/>
              <a:round/>
              <a:headEnd len="sm" w="sm" type="none"/>
              <a:tailEnd len="med" w="med" type="triangle"/>
            </a:ln>
          </p:spPr>
        </p:cxnSp>
        <p:sp>
          <p:nvSpPr>
            <p:cNvPr id="1171" name="Google Shape;1171;p105"/>
            <p:cNvSpPr/>
            <p:nvPr/>
          </p:nvSpPr>
          <p:spPr>
            <a:xfrm>
              <a:off x="8524721" y="3334875"/>
              <a:ext cx="2678723" cy="752085"/>
            </a:xfrm>
            <a:custGeom>
              <a:rect b="b" l="l" r="r" t="t"/>
              <a:pathLst>
                <a:path extrusionOk="0" h="752085" w="2678723">
                  <a:moveTo>
                    <a:pt x="0" y="322384"/>
                  </a:moveTo>
                  <a:cubicBezTo>
                    <a:pt x="163634" y="560265"/>
                    <a:pt x="327269" y="798146"/>
                    <a:pt x="773723" y="744415"/>
                  </a:cubicBezTo>
                  <a:cubicBezTo>
                    <a:pt x="1220177" y="690684"/>
                    <a:pt x="1949450" y="345342"/>
                    <a:pt x="2678723" y="0"/>
                  </a:cubicBezTo>
                </a:path>
              </a:pathLst>
            </a:custGeom>
            <a:noFill/>
            <a:ln cap="flat" cmpd="sng" w="28575">
              <a:solidFill>
                <a:srgbClr val="7F7F7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2" name="Google Shape;1172;p105"/>
            <p:cNvSpPr/>
            <p:nvPr/>
          </p:nvSpPr>
          <p:spPr>
            <a:xfrm rot="-1145135">
              <a:off x="10926836" y="315934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3" name="Google Shape;1173;p105"/>
            <p:cNvSpPr/>
            <p:nvPr/>
          </p:nvSpPr>
          <p:spPr>
            <a:xfrm rot="-1145135">
              <a:off x="10769618" y="300868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4" name="Google Shape;1174;p105"/>
            <p:cNvSpPr/>
            <p:nvPr/>
          </p:nvSpPr>
          <p:spPr>
            <a:xfrm rot="-1145135">
              <a:off x="10760489" y="369897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5" name="Google Shape;1175;p105"/>
            <p:cNvSpPr/>
            <p:nvPr/>
          </p:nvSpPr>
          <p:spPr>
            <a:xfrm rot="-1145135">
              <a:off x="10401184" y="380051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6" name="Google Shape;1176;p105"/>
            <p:cNvSpPr/>
            <p:nvPr/>
          </p:nvSpPr>
          <p:spPr>
            <a:xfrm rot="-1145135">
              <a:off x="10213901" y="35445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7" name="Google Shape;1177;p105"/>
            <p:cNvSpPr/>
            <p:nvPr/>
          </p:nvSpPr>
          <p:spPr>
            <a:xfrm rot="-1145135">
              <a:off x="11150494" y="331699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8" name="Google Shape;1178;p105"/>
            <p:cNvSpPr/>
            <p:nvPr/>
          </p:nvSpPr>
          <p:spPr>
            <a:xfrm rot="-1145135">
              <a:off x="11005934" y="354871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79" name="Google Shape;1179;p105"/>
            <p:cNvSpPr/>
            <p:nvPr/>
          </p:nvSpPr>
          <p:spPr>
            <a:xfrm rot="-1145135">
              <a:off x="10704787" y="340055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0" name="Google Shape;1180;p105"/>
            <p:cNvSpPr/>
            <p:nvPr/>
          </p:nvSpPr>
          <p:spPr>
            <a:xfrm rot="-1145135">
              <a:off x="10098637" y="390119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1" name="Google Shape;1181;p105"/>
            <p:cNvSpPr/>
            <p:nvPr/>
          </p:nvSpPr>
          <p:spPr>
            <a:xfrm rot="-1145135">
              <a:off x="9380962" y="405086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2" name="Google Shape;1182;p105"/>
            <p:cNvSpPr/>
            <p:nvPr/>
          </p:nvSpPr>
          <p:spPr>
            <a:xfrm rot="-1145135">
              <a:off x="10504437" y="340409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3" name="Google Shape;1183;p105"/>
            <p:cNvSpPr/>
            <p:nvPr/>
          </p:nvSpPr>
          <p:spPr>
            <a:xfrm rot="-1145135">
              <a:off x="10009091" y="358904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4" name="Google Shape;1184;p105"/>
            <p:cNvSpPr/>
            <p:nvPr/>
          </p:nvSpPr>
          <p:spPr>
            <a:xfrm rot="-1145135">
              <a:off x="9755360" y="374912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5" name="Google Shape;1185;p105"/>
            <p:cNvSpPr/>
            <p:nvPr/>
          </p:nvSpPr>
          <p:spPr>
            <a:xfrm rot="-1145135">
              <a:off x="8943437" y="360635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6" name="Google Shape;1186;p105"/>
            <p:cNvSpPr/>
            <p:nvPr/>
          </p:nvSpPr>
          <p:spPr>
            <a:xfrm rot="-1145135">
              <a:off x="8640336" y="353331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7" name="Google Shape;1187;p105"/>
            <p:cNvSpPr/>
            <p:nvPr/>
          </p:nvSpPr>
          <p:spPr>
            <a:xfrm rot="-1145135">
              <a:off x="8917857" y="388563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8" name="Google Shape;1188;p105"/>
            <p:cNvSpPr/>
            <p:nvPr/>
          </p:nvSpPr>
          <p:spPr>
            <a:xfrm rot="-1145135">
              <a:off x="9468998" y="373871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89" name="Google Shape;1189;p105"/>
            <p:cNvSpPr/>
            <p:nvPr/>
          </p:nvSpPr>
          <p:spPr>
            <a:xfrm rot="-1145135">
              <a:off x="9172341" y="3828144"/>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90" name="Google Shape;1190;p105"/>
            <p:cNvSpPr/>
            <p:nvPr/>
          </p:nvSpPr>
          <p:spPr>
            <a:xfrm rot="-1145135">
              <a:off x="8587133" y="38753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191" name="Google Shape;1191;p105"/>
            <p:cNvSpPr/>
            <p:nvPr/>
          </p:nvSpPr>
          <p:spPr>
            <a:xfrm rot="-1145135">
              <a:off x="8559601" y="33050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192" name="Google Shape;1192;p105"/>
            <p:cNvCxnSpPr/>
            <p:nvPr/>
          </p:nvCxnSpPr>
          <p:spPr>
            <a:xfrm>
              <a:off x="8415407" y="4463137"/>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193" name="Google Shape;1193;p105"/>
            <p:cNvSpPr txBox="1"/>
            <p:nvPr/>
          </p:nvSpPr>
          <p:spPr>
            <a:xfrm>
              <a:off x="8033367" y="2554213"/>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194" name="Google Shape;1194;p105"/>
            <p:cNvSpPr txBox="1"/>
            <p:nvPr/>
          </p:nvSpPr>
          <p:spPr>
            <a:xfrm>
              <a:off x="10863113" y="4508254"/>
              <a:ext cx="31771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X</a:t>
              </a:r>
              <a:endParaRPr sz="1100"/>
            </a:p>
          </p:txBody>
        </p:sp>
      </p:grpSp>
      <p:sp>
        <p:nvSpPr>
          <p:cNvPr id="1195" name="Google Shape;1195;p105"/>
          <p:cNvSpPr txBox="1"/>
          <p:nvPr/>
        </p:nvSpPr>
        <p:spPr>
          <a:xfrm>
            <a:off x="6936104" y="3519299"/>
            <a:ext cx="852638"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En equilibrio</a:t>
            </a:r>
            <a:endParaRPr sz="1100"/>
          </a:p>
        </p:txBody>
      </p:sp>
      <p:sp>
        <p:nvSpPr>
          <p:cNvPr id="1196" name="Google Shape;1196;p10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06"/>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implementación</a:t>
            </a:r>
            <a:endParaRPr/>
          </a:p>
        </p:txBody>
      </p:sp>
      <p:grpSp>
        <p:nvGrpSpPr>
          <p:cNvPr descr="Full ML pipeline cycle from initial business problem to evaluation of fit for business goal." id="1202" name="Google Shape;1202;p106"/>
          <p:cNvGrpSpPr/>
          <p:nvPr/>
        </p:nvGrpSpPr>
        <p:grpSpPr>
          <a:xfrm>
            <a:off x="97967" y="1124248"/>
            <a:ext cx="8817345" cy="3375835"/>
            <a:chOff x="313512" y="1237727"/>
            <a:chExt cx="11756460" cy="4501113"/>
          </a:xfrm>
        </p:grpSpPr>
        <p:sp>
          <p:nvSpPr>
            <p:cNvPr id="1203" name="Google Shape;1203;p106"/>
            <p:cNvSpPr/>
            <p:nvPr/>
          </p:nvSpPr>
          <p:spPr>
            <a:xfrm>
              <a:off x="481553"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Recopilación </a:t>
              </a:r>
              <a:br>
                <a:rPr lang="es-419" sz="1100">
                  <a:solidFill>
                    <a:schemeClr val="lt1"/>
                  </a:solidFill>
                  <a:latin typeface="Play"/>
                  <a:ea typeface="Play"/>
                  <a:cs typeface="Play"/>
                  <a:sym typeface="Play"/>
                </a:rPr>
              </a:br>
              <a:r>
                <a:rPr lang="es-419" sz="1100">
                  <a:solidFill>
                    <a:schemeClr val="lt1"/>
                  </a:solidFill>
                  <a:latin typeface="Play"/>
                  <a:ea typeface="Play"/>
                  <a:cs typeface="Play"/>
                  <a:sym typeface="Play"/>
                </a:rPr>
                <a:t>y etiquetado </a:t>
              </a:r>
              <a:br>
                <a:rPr lang="es-419" sz="1100">
                  <a:solidFill>
                    <a:schemeClr val="lt1"/>
                  </a:solidFill>
                  <a:latin typeface="Play"/>
                  <a:ea typeface="Play"/>
                  <a:cs typeface="Play"/>
                  <a:sym typeface="Play"/>
                </a:rPr>
              </a:br>
              <a:r>
                <a:rPr lang="es-419" sz="1100">
                  <a:solidFill>
                    <a:schemeClr val="lt1"/>
                  </a:solidFill>
                  <a:latin typeface="Play"/>
                  <a:ea typeface="Play"/>
                  <a:cs typeface="Play"/>
                  <a:sym typeface="Play"/>
                </a:rPr>
                <a:t>de datos</a:t>
              </a:r>
              <a:endParaRPr sz="1100"/>
            </a:p>
          </p:txBody>
        </p:sp>
        <p:sp>
          <p:nvSpPr>
            <p:cNvPr id="1204" name="Google Shape;1204;p106"/>
            <p:cNvSpPr/>
            <p:nvPr/>
          </p:nvSpPr>
          <p:spPr>
            <a:xfrm>
              <a:off x="2455414"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Evaluación de los datos</a:t>
              </a:r>
              <a:endParaRPr sz="1100"/>
            </a:p>
          </p:txBody>
        </p:sp>
        <p:sp>
          <p:nvSpPr>
            <p:cNvPr id="1205" name="Google Shape;1205;p106"/>
            <p:cNvSpPr/>
            <p:nvPr/>
          </p:nvSpPr>
          <p:spPr>
            <a:xfrm>
              <a:off x="4429275"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Ingeniería de características</a:t>
              </a:r>
              <a:endParaRPr sz="1100"/>
            </a:p>
          </p:txBody>
        </p:sp>
        <p:sp>
          <p:nvSpPr>
            <p:cNvPr id="1206" name="Google Shape;1206;p106"/>
            <p:cNvSpPr/>
            <p:nvPr/>
          </p:nvSpPr>
          <p:spPr>
            <a:xfrm>
              <a:off x="6403136" y="3973422"/>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Selección y entrenamiento del modelo</a:t>
              </a:r>
              <a:endParaRPr sz="1100"/>
            </a:p>
          </p:txBody>
        </p:sp>
        <p:sp>
          <p:nvSpPr>
            <p:cNvPr id="1207" name="Google Shape;1207;p106"/>
            <p:cNvSpPr/>
            <p:nvPr/>
          </p:nvSpPr>
          <p:spPr>
            <a:xfrm>
              <a:off x="8376997"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Evaluar el modelo</a:t>
              </a:r>
              <a:endParaRPr sz="1100"/>
            </a:p>
          </p:txBody>
        </p:sp>
        <p:sp>
          <p:nvSpPr>
            <p:cNvPr id="1208" name="Google Shape;1208;p106"/>
            <p:cNvSpPr/>
            <p:nvPr/>
          </p:nvSpPr>
          <p:spPr>
            <a:xfrm>
              <a:off x="10314792" y="1237727"/>
              <a:ext cx="1498788" cy="930924"/>
            </a:xfrm>
            <a:prstGeom prst="rect">
              <a:avLst/>
            </a:prstGeom>
            <a:solidFill>
              <a:srgbClr val="106682"/>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Implementación del modelo</a:t>
              </a:r>
              <a:endParaRPr sz="1100"/>
            </a:p>
          </p:txBody>
        </p:sp>
        <p:sp>
          <p:nvSpPr>
            <p:cNvPr id="1209" name="Google Shape;1209;p106"/>
            <p:cNvSpPr/>
            <p:nvPr/>
          </p:nvSpPr>
          <p:spPr>
            <a:xfrm>
              <a:off x="6403136" y="2561445"/>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Ajuste del modelo</a:t>
              </a:r>
              <a:endParaRPr sz="1100"/>
            </a:p>
          </p:txBody>
        </p:sp>
        <p:cxnSp>
          <p:nvCxnSpPr>
            <p:cNvPr id="1210" name="Google Shape;1210;p106"/>
            <p:cNvCxnSpPr>
              <a:stCxn id="1207" idx="0"/>
              <a:endCxn id="1209" idx="3"/>
            </p:cNvCxnSpPr>
            <p:nvPr/>
          </p:nvCxnSpPr>
          <p:spPr>
            <a:xfrm flipH="1" rot="5400000">
              <a:off x="8040841" y="2887871"/>
              <a:ext cx="946500" cy="1224600"/>
            </a:xfrm>
            <a:prstGeom prst="bentConnector2">
              <a:avLst/>
            </a:prstGeom>
            <a:noFill/>
            <a:ln cap="flat" cmpd="sng" w="12700">
              <a:solidFill>
                <a:schemeClr val="accent1"/>
              </a:solidFill>
              <a:prstDash val="solid"/>
              <a:round/>
              <a:headEnd len="sm" w="sm" type="none"/>
              <a:tailEnd len="med" w="med" type="stealth"/>
            </a:ln>
          </p:spPr>
        </p:cxnSp>
        <p:cxnSp>
          <p:nvCxnSpPr>
            <p:cNvPr id="1211" name="Google Shape;1211;p106"/>
            <p:cNvCxnSpPr>
              <a:stCxn id="1209" idx="1"/>
              <a:endCxn id="1205" idx="0"/>
            </p:cNvCxnSpPr>
            <p:nvPr/>
          </p:nvCxnSpPr>
          <p:spPr>
            <a:xfrm flipH="1">
              <a:off x="5178536" y="3026907"/>
              <a:ext cx="1224600" cy="946500"/>
            </a:xfrm>
            <a:prstGeom prst="bentConnector2">
              <a:avLst/>
            </a:prstGeom>
            <a:noFill/>
            <a:ln cap="flat" cmpd="sng" w="12700">
              <a:solidFill>
                <a:schemeClr val="accent1"/>
              </a:solidFill>
              <a:prstDash val="solid"/>
              <a:round/>
              <a:headEnd len="sm" w="sm" type="none"/>
              <a:tailEnd len="med" w="med" type="stealth"/>
            </a:ln>
          </p:spPr>
        </p:cxnSp>
        <p:cxnSp>
          <p:nvCxnSpPr>
            <p:cNvPr id="1212" name="Google Shape;1212;p106"/>
            <p:cNvCxnSpPr>
              <a:stCxn id="1203" idx="3"/>
              <a:endCxn id="1204"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213" name="Google Shape;1213;p106"/>
            <p:cNvCxnSpPr>
              <a:stCxn id="1204" idx="3"/>
              <a:endCxn id="1205" idx="1"/>
            </p:cNvCxnSpPr>
            <p:nvPr/>
          </p:nvCxnSpPr>
          <p:spPr>
            <a:xfrm>
              <a:off x="3954202"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214" name="Google Shape;1214;p106"/>
            <p:cNvCxnSpPr>
              <a:stCxn id="1205" idx="3"/>
              <a:endCxn id="1206" idx="1"/>
            </p:cNvCxnSpPr>
            <p:nvPr/>
          </p:nvCxnSpPr>
          <p:spPr>
            <a:xfrm>
              <a:off x="5928063"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215" name="Google Shape;1215;p106"/>
            <p:cNvCxnSpPr>
              <a:stCxn id="1206" idx="3"/>
              <a:endCxn id="1207" idx="1"/>
            </p:cNvCxnSpPr>
            <p:nvPr/>
          </p:nvCxnSpPr>
          <p:spPr>
            <a:xfrm>
              <a:off x="7901924" y="4438884"/>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216" name="Google Shape;1216;p106"/>
            <p:cNvCxnSpPr>
              <a:stCxn id="1207" idx="3"/>
              <a:endCxn id="1217" idx="1"/>
            </p:cNvCxnSpPr>
            <p:nvPr/>
          </p:nvCxnSpPr>
          <p:spPr>
            <a:xfrm>
              <a:off x="9875785" y="4438883"/>
              <a:ext cx="182700" cy="0"/>
            </a:xfrm>
            <a:prstGeom prst="straightConnector1">
              <a:avLst/>
            </a:prstGeom>
            <a:noFill/>
            <a:ln cap="flat" cmpd="sng" w="12700">
              <a:solidFill>
                <a:schemeClr val="accent1"/>
              </a:solidFill>
              <a:prstDash val="solid"/>
              <a:round/>
              <a:headEnd len="sm" w="sm" type="none"/>
              <a:tailEnd len="med" w="med" type="stealth"/>
            </a:ln>
          </p:spPr>
        </p:cxnSp>
        <p:cxnSp>
          <p:nvCxnSpPr>
            <p:cNvPr id="1218" name="Google Shape;1218;p106"/>
            <p:cNvCxnSpPr>
              <a:stCxn id="1208" idx="1"/>
              <a:endCxn id="1204" idx="0"/>
            </p:cNvCxnSpPr>
            <p:nvPr/>
          </p:nvCxnSpPr>
          <p:spPr>
            <a:xfrm flipH="1">
              <a:off x="3204792" y="1703189"/>
              <a:ext cx="7110000" cy="2270100"/>
            </a:xfrm>
            <a:prstGeom prst="bentConnector2">
              <a:avLst/>
            </a:prstGeom>
            <a:noFill/>
            <a:ln cap="flat" cmpd="sng" w="12700">
              <a:solidFill>
                <a:schemeClr val="accent1"/>
              </a:solidFill>
              <a:prstDash val="dash"/>
              <a:round/>
              <a:headEnd len="sm" w="sm" type="none"/>
              <a:tailEnd len="med" w="med" type="stealth"/>
            </a:ln>
          </p:spPr>
        </p:cxnSp>
        <p:sp>
          <p:nvSpPr>
            <p:cNvPr id="1219" name="Google Shape;1219;p106"/>
            <p:cNvSpPr txBox="1"/>
            <p:nvPr/>
          </p:nvSpPr>
          <p:spPr>
            <a:xfrm>
              <a:off x="3204809" y="1409468"/>
              <a:ext cx="7060400"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Nuevos datos, reentrenamiento</a:t>
              </a:r>
              <a:endParaRPr sz="1100"/>
            </a:p>
          </p:txBody>
        </p:sp>
        <p:cxnSp>
          <p:nvCxnSpPr>
            <p:cNvPr id="1220" name="Google Shape;1220;p106"/>
            <p:cNvCxnSpPr>
              <a:stCxn id="1209" idx="2"/>
              <a:endCxn id="1206" idx="0"/>
            </p:cNvCxnSpPr>
            <p:nvPr/>
          </p:nvCxnSpPr>
          <p:spPr>
            <a:xfrm>
              <a:off x="7152530" y="3492369"/>
              <a:ext cx="0" cy="481200"/>
            </a:xfrm>
            <a:prstGeom prst="straightConnector1">
              <a:avLst/>
            </a:prstGeom>
            <a:noFill/>
            <a:ln cap="flat" cmpd="sng" w="12700">
              <a:solidFill>
                <a:schemeClr val="accent1"/>
              </a:solidFill>
              <a:prstDash val="solid"/>
              <a:round/>
              <a:headEnd len="sm" w="sm" type="none"/>
              <a:tailEnd len="med" w="med" type="stealth"/>
            </a:ln>
          </p:spPr>
        </p:cxnSp>
        <p:sp>
          <p:nvSpPr>
            <p:cNvPr id="1221" name="Google Shape;1221;p106"/>
            <p:cNvSpPr/>
            <p:nvPr/>
          </p:nvSpPr>
          <p:spPr>
            <a:xfrm>
              <a:off x="481553" y="256043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Formulación del problema</a:t>
              </a:r>
              <a:endParaRPr sz="1100"/>
            </a:p>
          </p:txBody>
        </p:sp>
        <p:sp>
          <p:nvSpPr>
            <p:cNvPr id="1222" name="Google Shape;1222;p106"/>
            <p:cNvSpPr txBox="1"/>
            <p:nvPr/>
          </p:nvSpPr>
          <p:spPr>
            <a:xfrm>
              <a:off x="313512" y="1704964"/>
              <a:ext cx="1854935" cy="5232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Problema empresarial</a:t>
              </a:r>
              <a:endParaRPr sz="1100"/>
            </a:p>
          </p:txBody>
        </p:sp>
        <p:cxnSp>
          <p:nvCxnSpPr>
            <p:cNvPr id="1223" name="Google Shape;1223;p106"/>
            <p:cNvCxnSpPr>
              <a:stCxn id="1221" idx="2"/>
              <a:endCxn id="1203"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1224" name="Google Shape;1224;p106"/>
            <p:cNvCxnSpPr>
              <a:stCxn id="1222" idx="2"/>
              <a:endCxn id="1221" idx="0"/>
            </p:cNvCxnSpPr>
            <p:nvPr/>
          </p:nvCxnSpPr>
          <p:spPr>
            <a:xfrm flipH="1">
              <a:off x="1231080" y="2228184"/>
              <a:ext cx="9900" cy="332100"/>
            </a:xfrm>
            <a:prstGeom prst="straightConnector1">
              <a:avLst/>
            </a:prstGeom>
            <a:noFill/>
            <a:ln cap="flat" cmpd="sng" w="12700">
              <a:solidFill>
                <a:schemeClr val="accent1"/>
              </a:solidFill>
              <a:prstDash val="solid"/>
              <a:round/>
              <a:headEnd len="sm" w="sm" type="none"/>
              <a:tailEnd len="med" w="med" type="stealth"/>
            </a:ln>
          </p:spPr>
        </p:cxnSp>
        <p:cxnSp>
          <p:nvCxnSpPr>
            <p:cNvPr id="1225" name="Google Shape;1225;p106"/>
            <p:cNvCxnSpPr>
              <a:stCxn id="1217" idx="0"/>
              <a:endCxn id="1208" idx="2"/>
            </p:cNvCxnSpPr>
            <p:nvPr/>
          </p:nvCxnSpPr>
          <p:spPr>
            <a:xfrm rot="10800000">
              <a:off x="11064186" y="2168757"/>
              <a:ext cx="0" cy="1631100"/>
            </a:xfrm>
            <a:prstGeom prst="straightConnector1">
              <a:avLst/>
            </a:prstGeom>
            <a:noFill/>
            <a:ln cap="flat" cmpd="sng" w="12700">
              <a:solidFill>
                <a:schemeClr val="accent1"/>
              </a:solidFill>
              <a:prstDash val="solid"/>
              <a:round/>
              <a:headEnd len="sm" w="sm" type="none"/>
              <a:tailEnd len="med" w="med" type="stealth"/>
            </a:ln>
          </p:spPr>
        </p:cxnSp>
        <p:sp>
          <p:nvSpPr>
            <p:cNvPr id="1226" name="Google Shape;1226;p106"/>
            <p:cNvSpPr txBox="1"/>
            <p:nvPr/>
          </p:nvSpPr>
          <p:spPr>
            <a:xfrm>
              <a:off x="10533538" y="2743568"/>
              <a:ext cx="630957"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Sí</a:t>
              </a:r>
              <a:endParaRPr sz="1100"/>
            </a:p>
          </p:txBody>
        </p:sp>
        <p:cxnSp>
          <p:nvCxnSpPr>
            <p:cNvPr id="1227" name="Google Shape;1227;p106"/>
            <p:cNvCxnSpPr>
              <a:stCxn id="1217" idx="2"/>
              <a:endCxn id="1203" idx="2"/>
            </p:cNvCxnSpPr>
            <p:nvPr/>
          </p:nvCxnSpPr>
          <p:spPr>
            <a:xfrm flipH="1" rot="5400000">
              <a:off x="6060786" y="74511"/>
              <a:ext cx="173700" cy="9833100"/>
            </a:xfrm>
            <a:prstGeom prst="bentConnector3">
              <a:avLst>
                <a:gd fmla="val -262154" name="adj1"/>
              </a:avLst>
            </a:prstGeom>
            <a:noFill/>
            <a:ln cap="flat" cmpd="sng" w="12700">
              <a:solidFill>
                <a:schemeClr val="accent1"/>
              </a:solidFill>
              <a:prstDash val="dash"/>
              <a:round/>
              <a:headEnd len="sm" w="sm" type="none"/>
              <a:tailEnd len="med" w="med" type="stealth"/>
            </a:ln>
          </p:spPr>
        </p:cxnSp>
        <p:sp>
          <p:nvSpPr>
            <p:cNvPr id="1217" name="Google Shape;1217;p106"/>
            <p:cNvSpPr/>
            <p:nvPr/>
          </p:nvSpPr>
          <p:spPr>
            <a:xfrm>
              <a:off x="10058400" y="3799857"/>
              <a:ext cx="2011572" cy="1278054"/>
            </a:xfrm>
            <a:prstGeom prst="flowChartDecision">
              <a:avLst/>
            </a:prstGeom>
            <a:solidFill>
              <a:srgbClr val="0A3846"/>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¿Cumple </a:t>
              </a:r>
              <a:br>
                <a:rPr lang="es-419" sz="1100">
                  <a:solidFill>
                    <a:schemeClr val="lt1"/>
                  </a:solidFill>
                  <a:latin typeface="Play"/>
                  <a:ea typeface="Play"/>
                  <a:cs typeface="Play"/>
                  <a:sym typeface="Play"/>
                </a:rPr>
              </a:br>
              <a:r>
                <a:rPr lang="es-419" sz="1100">
                  <a:solidFill>
                    <a:schemeClr val="lt1"/>
                  </a:solidFill>
                  <a:latin typeface="Play"/>
                  <a:ea typeface="Play"/>
                  <a:cs typeface="Play"/>
                  <a:sym typeface="Play"/>
                </a:rPr>
                <a:t>el objetivo empresarial?</a:t>
              </a:r>
              <a:endParaRPr sz="1100"/>
            </a:p>
          </p:txBody>
        </p:sp>
        <p:cxnSp>
          <p:nvCxnSpPr>
            <p:cNvPr id="1228" name="Google Shape;1228;p106"/>
            <p:cNvCxnSpPr>
              <a:stCxn id="1217" idx="2"/>
              <a:endCxn id="1205" idx="2"/>
            </p:cNvCxnSpPr>
            <p:nvPr/>
          </p:nvCxnSpPr>
          <p:spPr>
            <a:xfrm flipH="1" rot="5400000">
              <a:off x="8034636" y="2048361"/>
              <a:ext cx="173700" cy="5885400"/>
            </a:xfrm>
            <a:prstGeom prst="bentConnector3">
              <a:avLst>
                <a:gd fmla="val 18823" name="adj1"/>
              </a:avLst>
            </a:prstGeom>
            <a:noFill/>
            <a:ln cap="flat" cmpd="sng" w="12700">
              <a:solidFill>
                <a:schemeClr val="accent1"/>
              </a:solidFill>
              <a:prstDash val="dash"/>
              <a:round/>
              <a:headEnd len="sm" w="sm" type="none"/>
              <a:tailEnd len="med" w="med" type="stealth"/>
            </a:ln>
          </p:spPr>
        </p:cxnSp>
        <p:sp>
          <p:nvSpPr>
            <p:cNvPr id="1229" name="Google Shape;1229;p106"/>
            <p:cNvSpPr txBox="1"/>
            <p:nvPr/>
          </p:nvSpPr>
          <p:spPr>
            <a:xfrm>
              <a:off x="10411612" y="4985535"/>
              <a:ext cx="630957"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No</a:t>
              </a:r>
              <a:endParaRPr sz="1100"/>
            </a:p>
          </p:txBody>
        </p:sp>
        <p:sp>
          <p:nvSpPr>
            <p:cNvPr id="1230" name="Google Shape;1230;p106"/>
            <p:cNvSpPr txBox="1"/>
            <p:nvPr/>
          </p:nvSpPr>
          <p:spPr>
            <a:xfrm>
              <a:off x="5149845" y="4985535"/>
              <a:ext cx="5150535"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Aumento de funciones</a:t>
              </a:r>
              <a:endParaRPr sz="1100"/>
            </a:p>
          </p:txBody>
        </p:sp>
        <p:sp>
          <p:nvSpPr>
            <p:cNvPr id="1231" name="Google Shape;1231;p106"/>
            <p:cNvSpPr txBox="1"/>
            <p:nvPr/>
          </p:nvSpPr>
          <p:spPr>
            <a:xfrm>
              <a:off x="1204940" y="5431063"/>
              <a:ext cx="9885254"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Aumento de datos</a:t>
              </a:r>
              <a:endParaRPr sz="1100"/>
            </a:p>
          </p:txBody>
        </p:sp>
      </p:grpSp>
      <p:sp>
        <p:nvSpPr>
          <p:cNvPr id="1232" name="Google Shape;1232;p10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7"/>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importantes de la sección 3</a:t>
            </a:r>
            <a:endParaRPr/>
          </a:p>
        </p:txBody>
      </p:sp>
      <p:sp>
        <p:nvSpPr>
          <p:cNvPr id="1238" name="Google Shape;1238;p107"/>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rgbClr val="232F3E"/>
              </a:buClr>
              <a:buSzPts val="2100"/>
              <a:buChar char="•"/>
            </a:pPr>
            <a:r>
              <a:rPr lang="es-419"/>
              <a:t>La canalización de machine learning lo guiará a través del proceso de evaluación y entrenamiento de un modelo</a:t>
            </a:r>
            <a:endParaRPr/>
          </a:p>
          <a:p>
            <a:pPr indent="-171450" lvl="0" marL="177800" rtl="0" algn="l">
              <a:lnSpc>
                <a:spcPct val="100000"/>
              </a:lnSpc>
              <a:spcBef>
                <a:spcPts val="900"/>
              </a:spcBef>
              <a:spcAft>
                <a:spcPts val="0"/>
              </a:spcAft>
              <a:buClr>
                <a:srgbClr val="232F3E"/>
              </a:buClr>
              <a:buSzPts val="2100"/>
              <a:buChar char="•"/>
            </a:pPr>
            <a:r>
              <a:rPr lang="es-419"/>
              <a:t>Proceso iterativo de: </a:t>
            </a:r>
            <a:endParaRPr/>
          </a:p>
          <a:p>
            <a:pPr indent="-165100" lvl="1" marL="342900" rtl="0" algn="l">
              <a:lnSpc>
                <a:spcPct val="100000"/>
              </a:lnSpc>
              <a:spcBef>
                <a:spcPts val="900"/>
              </a:spcBef>
              <a:spcAft>
                <a:spcPts val="0"/>
              </a:spcAft>
              <a:buClr>
                <a:srgbClr val="232F3E"/>
              </a:buClr>
              <a:buSzPts val="1800"/>
              <a:buChar char="•"/>
            </a:pPr>
            <a:r>
              <a:rPr lang="es-419"/>
              <a:t>Procesamiento de datos</a:t>
            </a:r>
            <a:endParaRPr/>
          </a:p>
          <a:p>
            <a:pPr indent="-165100" lvl="1" marL="342900" rtl="0" algn="l">
              <a:lnSpc>
                <a:spcPct val="100000"/>
              </a:lnSpc>
              <a:spcBef>
                <a:spcPts val="900"/>
              </a:spcBef>
              <a:spcAft>
                <a:spcPts val="0"/>
              </a:spcAft>
              <a:buClr>
                <a:srgbClr val="232F3E"/>
              </a:buClr>
              <a:buSzPts val="1800"/>
              <a:buChar char="•"/>
            </a:pPr>
            <a:r>
              <a:rPr lang="es-419"/>
              <a:t>Entrenamiento</a:t>
            </a:r>
            <a:endParaRPr/>
          </a:p>
          <a:p>
            <a:pPr indent="-165100" lvl="1" marL="342900" rtl="0" algn="l">
              <a:lnSpc>
                <a:spcPct val="100000"/>
              </a:lnSpc>
              <a:spcBef>
                <a:spcPts val="900"/>
              </a:spcBef>
              <a:spcAft>
                <a:spcPts val="0"/>
              </a:spcAft>
              <a:buClr>
                <a:srgbClr val="232F3E"/>
              </a:buClr>
              <a:buSzPts val="1800"/>
              <a:buChar char="•"/>
            </a:pPr>
            <a:r>
              <a:rPr lang="es-419"/>
              <a:t>Evaluación</a:t>
            </a:r>
            <a:endParaRPr/>
          </a:p>
        </p:txBody>
      </p:sp>
      <p:pic>
        <p:nvPicPr>
          <p:cNvPr id="1239" name="Google Shape;1239;p107"/>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1240" name="Google Shape;1240;p10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08"/>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4: Información general de herramientas de machine learning</a:t>
            </a:r>
            <a:endParaRPr/>
          </a:p>
        </p:txBody>
      </p:sp>
      <p:sp>
        <p:nvSpPr>
          <p:cNvPr id="1246" name="Google Shape;1246;p108"/>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p:txBody>
      </p:sp>
      <p:sp>
        <p:nvSpPr>
          <p:cNvPr id="1247" name="Google Shape;1247;p10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10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Herramientas y bibliotecas de Python</a:t>
            </a:r>
            <a:endParaRPr/>
          </a:p>
        </p:txBody>
      </p:sp>
      <p:sp>
        <p:nvSpPr>
          <p:cNvPr id="1253" name="Google Shape;1253;p109"/>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Cuaderno de Jupyter</a:t>
            </a:r>
            <a:endParaRPr/>
          </a:p>
          <a:p>
            <a:pPr indent="-171450" lvl="0" marL="177800" rtl="0" algn="l">
              <a:lnSpc>
                <a:spcPct val="100000"/>
              </a:lnSpc>
              <a:spcBef>
                <a:spcPts val="900"/>
              </a:spcBef>
              <a:spcAft>
                <a:spcPts val="0"/>
              </a:spcAft>
              <a:buClr>
                <a:srgbClr val="232F3E"/>
              </a:buClr>
              <a:buSzPts val="2100"/>
              <a:buChar char="•"/>
            </a:pPr>
            <a:r>
              <a:rPr lang="es-419"/>
              <a:t>JupyterLab</a:t>
            </a:r>
            <a:endParaRPr/>
          </a:p>
        </p:txBody>
      </p:sp>
      <p:sp>
        <p:nvSpPr>
          <p:cNvPr id="1254" name="Google Shape;1254;p109"/>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p>
            <a:pPr indent="-171450" lvl="0" marL="177800" rtl="0" algn="l">
              <a:lnSpc>
                <a:spcPct val="100000"/>
              </a:lnSpc>
              <a:spcBef>
                <a:spcPts val="0"/>
              </a:spcBef>
              <a:spcAft>
                <a:spcPts val="0"/>
              </a:spcAft>
              <a:buClr>
                <a:srgbClr val="232F3E"/>
              </a:buClr>
              <a:buSzPts val="2100"/>
              <a:buChar char="•"/>
            </a:pPr>
            <a:r>
              <a:rPr lang="es-419"/>
              <a:t>pandas</a:t>
            </a:r>
            <a:endParaRPr/>
          </a:p>
          <a:p>
            <a:pPr indent="-171450" lvl="0" marL="177800" rtl="0" algn="l">
              <a:lnSpc>
                <a:spcPct val="100000"/>
              </a:lnSpc>
              <a:spcBef>
                <a:spcPts val="900"/>
              </a:spcBef>
              <a:spcAft>
                <a:spcPts val="0"/>
              </a:spcAft>
              <a:buClr>
                <a:srgbClr val="232F3E"/>
              </a:buClr>
              <a:buSzPts val="2100"/>
              <a:buChar char="•"/>
            </a:pPr>
            <a:r>
              <a:rPr lang="es-419"/>
              <a:t>Matplotlib</a:t>
            </a:r>
            <a:endParaRPr/>
          </a:p>
          <a:p>
            <a:pPr indent="-171450" lvl="0" marL="177800" rtl="0" algn="l">
              <a:lnSpc>
                <a:spcPct val="100000"/>
              </a:lnSpc>
              <a:spcBef>
                <a:spcPts val="900"/>
              </a:spcBef>
              <a:spcAft>
                <a:spcPts val="0"/>
              </a:spcAft>
              <a:buClr>
                <a:srgbClr val="232F3E"/>
              </a:buClr>
              <a:buSzPts val="2100"/>
              <a:buChar char="•"/>
            </a:pPr>
            <a:r>
              <a:rPr lang="es-419"/>
              <a:t>Seaborn</a:t>
            </a:r>
            <a:endParaRPr/>
          </a:p>
          <a:p>
            <a:pPr indent="-171450" lvl="0" marL="177800" rtl="0" algn="l">
              <a:lnSpc>
                <a:spcPct val="100000"/>
              </a:lnSpc>
              <a:spcBef>
                <a:spcPts val="900"/>
              </a:spcBef>
              <a:spcAft>
                <a:spcPts val="0"/>
              </a:spcAft>
              <a:buClr>
                <a:srgbClr val="232F3E"/>
              </a:buClr>
              <a:buSzPts val="2100"/>
              <a:buChar char="•"/>
            </a:pPr>
            <a:r>
              <a:rPr lang="es-419"/>
              <a:t>NumPy</a:t>
            </a:r>
            <a:endParaRPr/>
          </a:p>
          <a:p>
            <a:pPr indent="-171450" lvl="0" marL="177800" rtl="0" algn="l">
              <a:lnSpc>
                <a:spcPct val="100000"/>
              </a:lnSpc>
              <a:spcBef>
                <a:spcPts val="900"/>
              </a:spcBef>
              <a:spcAft>
                <a:spcPts val="0"/>
              </a:spcAft>
              <a:buClr>
                <a:srgbClr val="232F3E"/>
              </a:buClr>
              <a:buSzPts val="2100"/>
              <a:buChar char="•"/>
            </a:pPr>
            <a:r>
              <a:rPr lang="es-419"/>
              <a:t>scikit-learn</a:t>
            </a:r>
            <a:endParaRPr/>
          </a:p>
        </p:txBody>
      </p:sp>
      <p:sp>
        <p:nvSpPr>
          <p:cNvPr id="1255" name="Google Shape;1255;p10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1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Infraestructura y marcos de trabajo de machine learning </a:t>
            </a:r>
            <a:endParaRPr/>
          </a:p>
        </p:txBody>
      </p:sp>
      <p:sp>
        <p:nvSpPr>
          <p:cNvPr id="1261" name="Google Shape;1261;p110"/>
          <p:cNvSpPr txBox="1"/>
          <p:nvPr>
            <p:ph idx="1" type="body"/>
          </p:nvPr>
        </p:nvSpPr>
        <p:spPr>
          <a:xfrm>
            <a:off x="274320" y="822960"/>
            <a:ext cx="4251960" cy="399821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1800"/>
              <a:buNone/>
            </a:pPr>
            <a:r>
              <a:rPr lang="es-419" sz="1800"/>
              <a:t>Los </a:t>
            </a:r>
            <a:r>
              <a:rPr b="1" lang="es-419" sz="1800"/>
              <a:t>marcos de trabajo</a:t>
            </a:r>
            <a:r>
              <a:rPr lang="es-419" sz="1800"/>
              <a:t> de machine learning proporcionan herramientas </a:t>
            </a:r>
            <a:br>
              <a:rPr lang="es-419" sz="1800"/>
            </a:br>
            <a:r>
              <a:rPr lang="es-419" sz="1800"/>
              <a:t>y bibliotecas de código:</a:t>
            </a:r>
            <a:endParaRPr/>
          </a:p>
          <a:p>
            <a:pPr indent="-171450" lvl="1" marL="342900" rtl="0" algn="l">
              <a:lnSpc>
                <a:spcPct val="100000"/>
              </a:lnSpc>
              <a:spcBef>
                <a:spcPts val="900"/>
              </a:spcBef>
              <a:spcAft>
                <a:spcPts val="0"/>
              </a:spcAft>
              <a:buClr>
                <a:srgbClr val="232F3E"/>
              </a:buClr>
              <a:buSzPts val="1500"/>
              <a:buChar char="•"/>
            </a:pPr>
            <a:r>
              <a:rPr lang="es-419" sz="1500"/>
              <a:t>Scripting personalizado </a:t>
            </a:r>
            <a:endParaRPr/>
          </a:p>
          <a:p>
            <a:pPr indent="-171450" lvl="1" marL="342900" rtl="0" algn="l">
              <a:lnSpc>
                <a:spcPct val="100000"/>
              </a:lnSpc>
              <a:spcBef>
                <a:spcPts val="900"/>
              </a:spcBef>
              <a:spcAft>
                <a:spcPts val="0"/>
              </a:spcAft>
              <a:buClr>
                <a:srgbClr val="232F3E"/>
              </a:buClr>
              <a:buSzPts val="1500"/>
              <a:buChar char="•"/>
            </a:pPr>
            <a:r>
              <a:rPr lang="es-419" sz="1500"/>
              <a:t>Integración con productos de AWS</a:t>
            </a:r>
            <a:endParaRPr/>
          </a:p>
          <a:p>
            <a:pPr indent="-171450" lvl="1" marL="342900" rtl="0" algn="l">
              <a:lnSpc>
                <a:spcPct val="100000"/>
              </a:lnSpc>
              <a:spcBef>
                <a:spcPts val="900"/>
              </a:spcBef>
              <a:spcAft>
                <a:spcPts val="0"/>
              </a:spcAft>
              <a:buClr>
                <a:srgbClr val="232F3E"/>
              </a:buClr>
              <a:buSzPts val="1500"/>
              <a:buChar char="•"/>
            </a:pPr>
            <a:r>
              <a:rPr lang="es-419" sz="1500"/>
              <a:t>Comunidad de desarrolladores </a:t>
            </a:r>
            <a:endParaRPr/>
          </a:p>
        </p:txBody>
      </p:sp>
      <p:sp>
        <p:nvSpPr>
          <p:cNvPr id="1262" name="Google Shape;1262;p110"/>
          <p:cNvSpPr txBox="1"/>
          <p:nvPr>
            <p:ph idx="2" type="body"/>
          </p:nvPr>
        </p:nvSpPr>
        <p:spPr>
          <a:xfrm>
            <a:off x="4622292" y="822960"/>
            <a:ext cx="4251960" cy="399821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232F3E"/>
              </a:buClr>
              <a:buSzPts val="1800"/>
              <a:buNone/>
            </a:pPr>
            <a:r>
              <a:rPr lang="es-419" sz="1800"/>
              <a:t>Instancias</a:t>
            </a:r>
            <a:r>
              <a:rPr b="1" lang="es-419" sz="1800"/>
              <a:t> de Amazon diseñadas para aplicaciones de machine learning:</a:t>
            </a:r>
            <a:endParaRPr/>
          </a:p>
          <a:p>
            <a:pPr indent="-171450" lvl="1" marL="342900" rtl="0" algn="l">
              <a:lnSpc>
                <a:spcPct val="100000"/>
              </a:lnSpc>
              <a:spcBef>
                <a:spcPts val="900"/>
              </a:spcBef>
              <a:spcAft>
                <a:spcPts val="0"/>
              </a:spcAft>
              <a:buClr>
                <a:srgbClr val="232F3E"/>
              </a:buClr>
              <a:buSzPts val="1500"/>
              <a:buChar char="•"/>
            </a:pPr>
            <a:r>
              <a:rPr lang="es-419" sz="1500"/>
              <a:t>AWS IoT Greengrass ofrece una infraestructura para crear machine learning en dispositivos IoT</a:t>
            </a:r>
            <a:endParaRPr/>
          </a:p>
          <a:p>
            <a:pPr indent="-171450" lvl="1" marL="342900" rtl="0" algn="l">
              <a:lnSpc>
                <a:spcPct val="100000"/>
              </a:lnSpc>
              <a:spcBef>
                <a:spcPts val="900"/>
              </a:spcBef>
              <a:spcAft>
                <a:spcPts val="0"/>
              </a:spcAft>
              <a:buClr>
                <a:srgbClr val="232F3E"/>
              </a:buClr>
              <a:buSzPts val="1500"/>
              <a:buChar char="•"/>
            </a:pPr>
            <a:r>
              <a:rPr lang="es-419" sz="1500"/>
              <a:t>Amazon Elastic Inference reduce los costos de ejecución de aplicaciones de machine learning</a:t>
            </a:r>
            <a:endParaRPr/>
          </a:p>
        </p:txBody>
      </p:sp>
      <p:sp>
        <p:nvSpPr>
          <p:cNvPr id="1263" name="Google Shape;1263;p110"/>
          <p:cNvSpPr/>
          <p:nvPr/>
        </p:nvSpPr>
        <p:spPr>
          <a:xfrm>
            <a:off x="225215" y="3106674"/>
            <a:ext cx="4051207" cy="1602310"/>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1264" name="Google Shape;1264;p110"/>
          <p:cNvSpPr/>
          <p:nvPr/>
        </p:nvSpPr>
        <p:spPr>
          <a:xfrm>
            <a:off x="4693469" y="3109345"/>
            <a:ext cx="4051207" cy="1602310"/>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1265" name="Google Shape;1265;p110"/>
          <p:cNvSpPr txBox="1"/>
          <p:nvPr/>
        </p:nvSpPr>
        <p:spPr>
          <a:xfrm>
            <a:off x="384922" y="3127181"/>
            <a:ext cx="1423772" cy="1390573"/>
          </a:xfrm>
          <a:prstGeom prst="rect">
            <a:avLst/>
          </a:prstGeom>
          <a:noFill/>
          <a:ln>
            <a:noFill/>
          </a:ln>
        </p:spPr>
        <p:txBody>
          <a:bodyPr anchorCtr="0" anchor="t" bIns="34275" lIns="68575" spcFirstLastPara="1" rIns="68575" wrap="square" tIns="34275">
            <a:spAutoFit/>
          </a:bodyPr>
          <a:lstStyle/>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PyTorch</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TensorFlow</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Keras</a:t>
            </a:r>
            <a:endParaRPr sz="1100"/>
          </a:p>
        </p:txBody>
      </p:sp>
      <p:sp>
        <p:nvSpPr>
          <p:cNvPr id="1266" name="Google Shape;1266;p110"/>
          <p:cNvSpPr txBox="1"/>
          <p:nvPr/>
        </p:nvSpPr>
        <p:spPr>
          <a:xfrm>
            <a:off x="1574783" y="3127181"/>
            <a:ext cx="1423772" cy="1390573"/>
          </a:xfrm>
          <a:prstGeom prst="rect">
            <a:avLst/>
          </a:prstGeom>
          <a:noFill/>
          <a:ln>
            <a:noFill/>
          </a:ln>
        </p:spPr>
        <p:txBody>
          <a:bodyPr anchorCtr="0" anchor="t" bIns="34275" lIns="68575" spcFirstLastPara="1" rIns="68575" wrap="square" tIns="34275">
            <a:spAutoFit/>
          </a:bodyPr>
          <a:lstStyle/>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Caffe2</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Gluon</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CNTK</a:t>
            </a:r>
            <a:endParaRPr sz="1100"/>
          </a:p>
        </p:txBody>
      </p:sp>
      <p:sp>
        <p:nvSpPr>
          <p:cNvPr id="1267" name="Google Shape;1267;p110"/>
          <p:cNvSpPr txBox="1"/>
          <p:nvPr/>
        </p:nvSpPr>
        <p:spPr>
          <a:xfrm>
            <a:off x="2764645" y="3127181"/>
            <a:ext cx="1423772" cy="1390573"/>
          </a:xfrm>
          <a:prstGeom prst="rect">
            <a:avLst/>
          </a:prstGeom>
          <a:noFill/>
          <a:ln>
            <a:noFill/>
          </a:ln>
        </p:spPr>
        <p:txBody>
          <a:bodyPr anchorCtr="0" anchor="t" bIns="34275" lIns="68575" spcFirstLastPara="1" rIns="68575" wrap="square" tIns="34275">
            <a:spAutoFit/>
          </a:bodyPr>
          <a:lstStyle/>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Torch</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Chainer</a:t>
            </a:r>
            <a:endParaRPr sz="1100"/>
          </a:p>
          <a:p>
            <a:pPr indent="0" lvl="0" marL="0" marR="0" rtl="0" algn="l">
              <a:lnSpc>
                <a:spcPct val="200000"/>
              </a:lnSpc>
              <a:spcBef>
                <a:spcPts val="0"/>
              </a:spcBef>
              <a:spcAft>
                <a:spcPts val="0"/>
              </a:spcAft>
              <a:buNone/>
            </a:pPr>
            <a:r>
              <a:rPr lang="es-419" sz="1500">
                <a:solidFill>
                  <a:schemeClr val="dk1"/>
                </a:solidFill>
                <a:latin typeface="Play"/>
                <a:ea typeface="Play"/>
                <a:cs typeface="Play"/>
                <a:sym typeface="Play"/>
              </a:rPr>
              <a:t>Apache MXNet</a:t>
            </a:r>
            <a:endParaRPr sz="1100"/>
          </a:p>
        </p:txBody>
      </p:sp>
      <p:pic>
        <p:nvPicPr>
          <p:cNvPr id="1268" name="Google Shape;1268;p110"/>
          <p:cNvPicPr preferRelativeResize="0"/>
          <p:nvPr/>
        </p:nvPicPr>
        <p:blipFill rotWithShape="1">
          <a:blip r:embed="rId3">
            <a:alphaModFix/>
          </a:blip>
          <a:srcRect b="0" l="0" r="0" t="0"/>
          <a:stretch/>
        </p:blipFill>
        <p:spPr>
          <a:xfrm>
            <a:off x="5173492" y="3417733"/>
            <a:ext cx="257094" cy="257094"/>
          </a:xfrm>
          <a:prstGeom prst="rect">
            <a:avLst/>
          </a:prstGeom>
          <a:noFill/>
          <a:ln>
            <a:noFill/>
          </a:ln>
        </p:spPr>
      </p:pic>
      <p:sp>
        <p:nvSpPr>
          <p:cNvPr id="1269" name="Google Shape;1269;p110"/>
          <p:cNvSpPr txBox="1"/>
          <p:nvPr/>
        </p:nvSpPr>
        <p:spPr>
          <a:xfrm>
            <a:off x="4834844" y="3749214"/>
            <a:ext cx="934391"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Instancias de EC2 P3</a:t>
            </a:r>
            <a:endParaRPr sz="1100"/>
          </a:p>
        </p:txBody>
      </p:sp>
      <p:pic>
        <p:nvPicPr>
          <p:cNvPr id="1270" name="Google Shape;1270;p110"/>
          <p:cNvPicPr preferRelativeResize="0"/>
          <p:nvPr/>
        </p:nvPicPr>
        <p:blipFill rotWithShape="1">
          <a:blip r:embed="rId4">
            <a:alphaModFix/>
          </a:blip>
          <a:srcRect b="0" l="0" r="0" t="0"/>
          <a:stretch/>
        </p:blipFill>
        <p:spPr>
          <a:xfrm>
            <a:off x="6096224" y="3414717"/>
            <a:ext cx="263125" cy="263125"/>
          </a:xfrm>
          <a:prstGeom prst="rect">
            <a:avLst/>
          </a:prstGeom>
          <a:noFill/>
          <a:ln>
            <a:noFill/>
          </a:ln>
        </p:spPr>
      </p:pic>
      <p:sp>
        <p:nvSpPr>
          <p:cNvPr id="1271" name="Google Shape;1271;p110"/>
          <p:cNvSpPr txBox="1"/>
          <p:nvPr/>
        </p:nvSpPr>
        <p:spPr>
          <a:xfrm>
            <a:off x="5769236" y="3749214"/>
            <a:ext cx="917101"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Instancias de EC2 C5 y C5n</a:t>
            </a:r>
            <a:endParaRPr sz="1100"/>
          </a:p>
        </p:txBody>
      </p:sp>
      <p:pic>
        <p:nvPicPr>
          <p:cNvPr id="1272" name="Google Shape;1272;p110"/>
          <p:cNvPicPr preferRelativeResize="0"/>
          <p:nvPr/>
        </p:nvPicPr>
        <p:blipFill rotWithShape="1">
          <a:blip r:embed="rId5">
            <a:alphaModFix/>
          </a:blip>
          <a:srcRect b="0" l="0" r="0" t="0"/>
          <a:stretch/>
        </p:blipFill>
        <p:spPr>
          <a:xfrm>
            <a:off x="7014599" y="3439086"/>
            <a:ext cx="214388" cy="214388"/>
          </a:xfrm>
          <a:prstGeom prst="rect">
            <a:avLst/>
          </a:prstGeom>
          <a:noFill/>
          <a:ln>
            <a:noFill/>
          </a:ln>
        </p:spPr>
      </p:pic>
      <p:sp>
        <p:nvSpPr>
          <p:cNvPr id="1273" name="Google Shape;1273;p110"/>
          <p:cNvSpPr txBox="1"/>
          <p:nvPr/>
        </p:nvSpPr>
        <p:spPr>
          <a:xfrm>
            <a:off x="6654598" y="3749214"/>
            <a:ext cx="934390"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AWS IoT Greengrass</a:t>
            </a:r>
            <a:endParaRPr sz="1100"/>
          </a:p>
        </p:txBody>
      </p:sp>
      <p:pic>
        <p:nvPicPr>
          <p:cNvPr id="1274" name="Google Shape;1274;p110"/>
          <p:cNvPicPr preferRelativeResize="0"/>
          <p:nvPr/>
        </p:nvPicPr>
        <p:blipFill rotWithShape="1">
          <a:blip r:embed="rId6">
            <a:alphaModFix/>
          </a:blip>
          <a:srcRect b="0" l="0" r="0" t="0"/>
          <a:stretch/>
        </p:blipFill>
        <p:spPr>
          <a:xfrm>
            <a:off x="7969312" y="3435323"/>
            <a:ext cx="221915" cy="221915"/>
          </a:xfrm>
          <a:prstGeom prst="rect">
            <a:avLst/>
          </a:prstGeom>
          <a:noFill/>
          <a:ln>
            <a:noFill/>
          </a:ln>
        </p:spPr>
      </p:pic>
      <p:sp>
        <p:nvSpPr>
          <p:cNvPr id="1275" name="Google Shape;1275;p110"/>
          <p:cNvSpPr txBox="1"/>
          <p:nvPr/>
        </p:nvSpPr>
        <p:spPr>
          <a:xfrm>
            <a:off x="7654447" y="3749214"/>
            <a:ext cx="851645"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Elastic Inference</a:t>
            </a:r>
            <a:endParaRPr sz="1100"/>
          </a:p>
        </p:txBody>
      </p:sp>
      <p:sp>
        <p:nvSpPr>
          <p:cNvPr id="1276" name="Google Shape;1276;p11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11"/>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Amazon SageMaker</a:t>
            </a:r>
            <a:endParaRPr/>
          </a:p>
        </p:txBody>
      </p:sp>
      <p:pic>
        <p:nvPicPr>
          <p:cNvPr id="1282" name="Google Shape;1282;p111"/>
          <p:cNvPicPr preferRelativeResize="0"/>
          <p:nvPr/>
        </p:nvPicPr>
        <p:blipFill rotWithShape="1">
          <a:blip r:embed="rId3">
            <a:alphaModFix/>
          </a:blip>
          <a:srcRect b="0" l="0" r="0" t="0"/>
          <a:stretch/>
        </p:blipFill>
        <p:spPr>
          <a:xfrm>
            <a:off x="215774" y="1440893"/>
            <a:ext cx="1428750" cy="964406"/>
          </a:xfrm>
          <a:prstGeom prst="rect">
            <a:avLst/>
          </a:prstGeom>
          <a:noFill/>
          <a:ln>
            <a:noFill/>
          </a:ln>
        </p:spPr>
      </p:pic>
      <p:sp>
        <p:nvSpPr>
          <p:cNvPr id="1283" name="Google Shape;1283;p111"/>
          <p:cNvSpPr txBox="1"/>
          <p:nvPr/>
        </p:nvSpPr>
        <p:spPr>
          <a:xfrm>
            <a:off x="243728" y="2425817"/>
            <a:ext cx="1187489"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Ground Truth</a:t>
            </a:r>
            <a:endParaRPr sz="1100"/>
          </a:p>
        </p:txBody>
      </p:sp>
      <p:sp>
        <p:nvSpPr>
          <p:cNvPr id="1284" name="Google Shape;1284;p111"/>
          <p:cNvSpPr txBox="1"/>
          <p:nvPr/>
        </p:nvSpPr>
        <p:spPr>
          <a:xfrm>
            <a:off x="239576" y="2708152"/>
            <a:ext cx="1695436" cy="173124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Configurar y administrar los trabajos de etiquetado para obtener conjuntos de datos de entrenamiento de gran precisión mediante el aprendizaje activo y el etiquetado humano.</a:t>
            </a:r>
            <a:endParaRPr sz="1100"/>
          </a:p>
        </p:txBody>
      </p:sp>
      <p:pic>
        <p:nvPicPr>
          <p:cNvPr id="1285" name="Google Shape;1285;p111"/>
          <p:cNvPicPr preferRelativeResize="0"/>
          <p:nvPr/>
        </p:nvPicPr>
        <p:blipFill rotWithShape="1">
          <a:blip r:embed="rId4">
            <a:alphaModFix/>
          </a:blip>
          <a:srcRect b="0" l="0" r="0" t="0"/>
          <a:stretch/>
        </p:blipFill>
        <p:spPr>
          <a:xfrm>
            <a:off x="1889556" y="1450934"/>
            <a:ext cx="1443037" cy="950119"/>
          </a:xfrm>
          <a:prstGeom prst="rect">
            <a:avLst/>
          </a:prstGeom>
          <a:noFill/>
          <a:ln>
            <a:noFill/>
          </a:ln>
        </p:spPr>
      </p:pic>
      <p:sp>
        <p:nvSpPr>
          <p:cNvPr id="1286" name="Google Shape;1286;p111"/>
          <p:cNvSpPr txBox="1"/>
          <p:nvPr/>
        </p:nvSpPr>
        <p:spPr>
          <a:xfrm>
            <a:off x="1935012" y="2425817"/>
            <a:ext cx="91308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Cuadernos</a:t>
            </a:r>
            <a:endParaRPr sz="1100"/>
          </a:p>
        </p:txBody>
      </p:sp>
      <p:sp>
        <p:nvSpPr>
          <p:cNvPr id="1287" name="Google Shape;1287;p111"/>
          <p:cNvSpPr txBox="1"/>
          <p:nvPr/>
        </p:nvSpPr>
        <p:spPr>
          <a:xfrm>
            <a:off x="1935012" y="2708152"/>
            <a:ext cx="1476863" cy="173124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Proporcionar SDK de AWS y SageMaker y cuadernos de muestra para crear trabajos de entrenamiento </a:t>
            </a:r>
            <a:br>
              <a:rPr lang="es-419" sz="1200">
                <a:solidFill>
                  <a:schemeClr val="dk1"/>
                </a:solidFill>
                <a:latin typeface="Play"/>
                <a:ea typeface="Play"/>
                <a:cs typeface="Play"/>
                <a:sym typeface="Play"/>
              </a:rPr>
            </a:br>
            <a:r>
              <a:rPr lang="es-419" sz="1200">
                <a:solidFill>
                  <a:schemeClr val="dk1"/>
                </a:solidFill>
                <a:latin typeface="Play"/>
                <a:ea typeface="Play"/>
                <a:cs typeface="Play"/>
                <a:sym typeface="Play"/>
              </a:rPr>
              <a:t>e implementar modelos.</a:t>
            </a:r>
            <a:endParaRPr sz="1200">
              <a:solidFill>
                <a:schemeClr val="dk1"/>
              </a:solidFill>
              <a:latin typeface="Play"/>
              <a:ea typeface="Play"/>
              <a:cs typeface="Play"/>
              <a:sym typeface="Play"/>
            </a:endParaRPr>
          </a:p>
        </p:txBody>
      </p:sp>
      <p:pic>
        <p:nvPicPr>
          <p:cNvPr id="1288" name="Google Shape;1288;p111"/>
          <p:cNvPicPr preferRelativeResize="0"/>
          <p:nvPr/>
        </p:nvPicPr>
        <p:blipFill rotWithShape="1">
          <a:blip r:embed="rId5">
            <a:alphaModFix/>
          </a:blip>
          <a:srcRect b="0" l="0" r="0" t="0"/>
          <a:stretch/>
        </p:blipFill>
        <p:spPr>
          <a:xfrm>
            <a:off x="3584992" y="1444465"/>
            <a:ext cx="1393031" cy="971550"/>
          </a:xfrm>
          <a:prstGeom prst="rect">
            <a:avLst/>
          </a:prstGeom>
          <a:noFill/>
          <a:ln>
            <a:noFill/>
          </a:ln>
        </p:spPr>
      </p:pic>
      <p:sp>
        <p:nvSpPr>
          <p:cNvPr id="1289" name="Google Shape;1289;p111"/>
          <p:cNvSpPr txBox="1"/>
          <p:nvPr/>
        </p:nvSpPr>
        <p:spPr>
          <a:xfrm>
            <a:off x="3584992" y="2425817"/>
            <a:ext cx="757419"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Entrenamiento</a:t>
            </a:r>
            <a:endParaRPr sz="1100"/>
          </a:p>
        </p:txBody>
      </p:sp>
      <p:sp>
        <p:nvSpPr>
          <p:cNvPr id="1290" name="Google Shape;1290;p111"/>
          <p:cNvSpPr txBox="1"/>
          <p:nvPr/>
        </p:nvSpPr>
        <p:spPr>
          <a:xfrm>
            <a:off x="3584992" y="2708153"/>
            <a:ext cx="1476863" cy="154657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Entrenar y ajustar modelos a cualquier escala. Utilizar algoritmos de AWS de alto rendimiento </a:t>
            </a:r>
            <a:br>
              <a:rPr lang="es-419" sz="1200">
                <a:solidFill>
                  <a:schemeClr val="dk1"/>
                </a:solidFill>
                <a:latin typeface="Play"/>
                <a:ea typeface="Play"/>
                <a:cs typeface="Play"/>
                <a:sym typeface="Play"/>
              </a:rPr>
            </a:br>
            <a:r>
              <a:rPr lang="es-419" sz="1200">
                <a:solidFill>
                  <a:schemeClr val="dk1"/>
                </a:solidFill>
                <a:latin typeface="Play"/>
                <a:ea typeface="Play"/>
                <a:cs typeface="Play"/>
                <a:sym typeface="Play"/>
              </a:rPr>
              <a:t>o utilizar los del usuario.</a:t>
            </a:r>
            <a:endParaRPr sz="1200">
              <a:solidFill>
                <a:schemeClr val="dk1"/>
              </a:solidFill>
              <a:latin typeface="Play"/>
              <a:ea typeface="Play"/>
              <a:cs typeface="Play"/>
              <a:sym typeface="Play"/>
            </a:endParaRPr>
          </a:p>
        </p:txBody>
      </p:sp>
      <p:pic>
        <p:nvPicPr>
          <p:cNvPr id="1291" name="Google Shape;1291;p111"/>
          <p:cNvPicPr preferRelativeResize="0"/>
          <p:nvPr/>
        </p:nvPicPr>
        <p:blipFill rotWithShape="1">
          <a:blip r:embed="rId6">
            <a:alphaModFix/>
          </a:blip>
          <a:srcRect b="0" l="0" r="0" t="0"/>
          <a:stretch/>
        </p:blipFill>
        <p:spPr>
          <a:xfrm>
            <a:off x="5151140" y="1444465"/>
            <a:ext cx="2035969" cy="957263"/>
          </a:xfrm>
          <a:prstGeom prst="rect">
            <a:avLst/>
          </a:prstGeom>
          <a:noFill/>
          <a:ln>
            <a:noFill/>
          </a:ln>
        </p:spPr>
      </p:pic>
      <p:sp>
        <p:nvSpPr>
          <p:cNvPr id="1292" name="Google Shape;1292;p111"/>
          <p:cNvSpPr txBox="1"/>
          <p:nvPr/>
        </p:nvSpPr>
        <p:spPr>
          <a:xfrm>
            <a:off x="5347744" y="2425817"/>
            <a:ext cx="876635"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Inferencia</a:t>
            </a:r>
            <a:endParaRPr sz="1100"/>
          </a:p>
        </p:txBody>
      </p:sp>
      <p:sp>
        <p:nvSpPr>
          <p:cNvPr id="1293" name="Google Shape;1293;p111"/>
          <p:cNvSpPr txBox="1"/>
          <p:nvPr/>
        </p:nvSpPr>
        <p:spPr>
          <a:xfrm>
            <a:off x="5347744" y="2708153"/>
            <a:ext cx="1782572" cy="99257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Crear modelos a partir de trabajos de entrenamiento o importar modelos externos para alojarlos y ejecutar inferencias en nuevos datos.</a:t>
            </a:r>
            <a:endParaRPr sz="1200">
              <a:solidFill>
                <a:schemeClr val="dk1"/>
              </a:solidFill>
              <a:latin typeface="Play"/>
              <a:ea typeface="Play"/>
              <a:cs typeface="Play"/>
              <a:sym typeface="Play"/>
            </a:endParaRPr>
          </a:p>
        </p:txBody>
      </p:sp>
      <p:pic>
        <p:nvPicPr>
          <p:cNvPr id="1294" name="Google Shape;1294;p111"/>
          <p:cNvPicPr preferRelativeResize="0"/>
          <p:nvPr/>
        </p:nvPicPr>
        <p:blipFill rotWithShape="1">
          <a:blip r:embed="rId7">
            <a:alphaModFix/>
          </a:blip>
          <a:srcRect b="0" l="0" r="0" t="0"/>
          <a:stretch/>
        </p:blipFill>
        <p:spPr>
          <a:xfrm>
            <a:off x="7369619" y="1307522"/>
            <a:ext cx="1435894" cy="1064419"/>
          </a:xfrm>
          <a:prstGeom prst="rect">
            <a:avLst/>
          </a:prstGeom>
          <a:noFill/>
          <a:ln>
            <a:noFill/>
          </a:ln>
        </p:spPr>
      </p:pic>
      <p:sp>
        <p:nvSpPr>
          <p:cNvPr id="1295" name="Google Shape;1295;p111"/>
          <p:cNvSpPr txBox="1"/>
          <p:nvPr/>
        </p:nvSpPr>
        <p:spPr>
          <a:xfrm>
            <a:off x="7360226" y="2425817"/>
            <a:ext cx="1527052"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AWS Marketplace</a:t>
            </a:r>
            <a:endParaRPr sz="1100"/>
          </a:p>
        </p:txBody>
      </p:sp>
      <p:sp>
        <p:nvSpPr>
          <p:cNvPr id="1296" name="Google Shape;1296;p111"/>
          <p:cNvSpPr txBox="1"/>
          <p:nvPr/>
        </p:nvSpPr>
        <p:spPr>
          <a:xfrm>
            <a:off x="7369619" y="2706077"/>
            <a:ext cx="1606295" cy="136191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Encontrar, comprar </a:t>
            </a:r>
            <a:br>
              <a:rPr lang="es-419" sz="1200">
                <a:solidFill>
                  <a:schemeClr val="dk1"/>
                </a:solidFill>
                <a:latin typeface="Play"/>
                <a:ea typeface="Play"/>
                <a:cs typeface="Play"/>
                <a:sym typeface="Play"/>
              </a:rPr>
            </a:br>
            <a:r>
              <a:rPr lang="es-419" sz="1200">
                <a:solidFill>
                  <a:schemeClr val="dk1"/>
                </a:solidFill>
                <a:latin typeface="Play"/>
                <a:ea typeface="Play"/>
                <a:cs typeface="Play"/>
                <a:sym typeface="Play"/>
              </a:rPr>
              <a:t>e implementar paquetes de modelos, algoritmos y productos de datos listos para usar en AWS Marketplace.</a:t>
            </a:r>
            <a:endParaRPr sz="1200">
              <a:solidFill>
                <a:schemeClr val="dk1"/>
              </a:solidFill>
              <a:latin typeface="Play"/>
              <a:ea typeface="Play"/>
              <a:cs typeface="Play"/>
              <a:sym typeface="Play"/>
            </a:endParaRPr>
          </a:p>
        </p:txBody>
      </p:sp>
      <p:sp>
        <p:nvSpPr>
          <p:cNvPr id="1297" name="Google Shape;1297;p11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12"/>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fontScale="90000"/>
          </a:bodyPr>
          <a:lstStyle/>
          <a:p>
            <a:pPr indent="0" lvl="0" marL="0" rtl="0" algn="ctr">
              <a:lnSpc>
                <a:spcPct val="90000"/>
              </a:lnSpc>
              <a:spcBef>
                <a:spcPts val="0"/>
              </a:spcBef>
              <a:spcAft>
                <a:spcPts val="0"/>
              </a:spcAft>
              <a:buClr>
                <a:schemeClr val="lt1"/>
              </a:buClr>
              <a:buSzPct val="100000"/>
              <a:buFont typeface="Play"/>
              <a:buNone/>
            </a:pPr>
            <a:r>
              <a:rPr lang="es-419"/>
              <a:t>Demostración: Introducción a Amazon SageMaker</a:t>
            </a:r>
            <a:endParaRPr/>
          </a:p>
        </p:txBody>
      </p:sp>
      <p:pic>
        <p:nvPicPr>
          <p:cNvPr id="1303" name="Google Shape;1303;p112"/>
          <p:cNvPicPr preferRelativeResize="0"/>
          <p:nvPr/>
        </p:nvPicPr>
        <p:blipFill rotWithShape="1">
          <a:blip r:embed="rId3">
            <a:alphaModFix/>
          </a:blip>
          <a:srcRect b="0" l="0" r="0" t="0"/>
          <a:stretch/>
        </p:blipFill>
        <p:spPr>
          <a:xfrm>
            <a:off x="4361949" y="1558025"/>
            <a:ext cx="4389967" cy="2469356"/>
          </a:xfrm>
          <a:prstGeom prst="rect">
            <a:avLst/>
          </a:prstGeom>
          <a:noFill/>
          <a:ln>
            <a:noFill/>
          </a:ln>
        </p:spPr>
      </p:pic>
      <p:sp>
        <p:nvSpPr>
          <p:cNvPr id="1304" name="Google Shape;1304;p11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1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Servicios administrados de machine learning</a:t>
            </a:r>
            <a:endParaRPr/>
          </a:p>
        </p:txBody>
      </p:sp>
      <p:sp>
        <p:nvSpPr>
          <p:cNvPr id="1310" name="Google Shape;1310;p113"/>
          <p:cNvSpPr txBox="1"/>
          <p:nvPr/>
        </p:nvSpPr>
        <p:spPr>
          <a:xfrm>
            <a:off x="314325" y="945115"/>
            <a:ext cx="8515350" cy="330438"/>
          </a:xfrm>
          <a:prstGeom prst="rect">
            <a:avLst/>
          </a:prstGeom>
          <a:noFill/>
          <a:ln>
            <a:noFill/>
          </a:ln>
        </p:spPr>
        <p:txBody>
          <a:bodyPr anchorCtr="0" anchor="ctr" bIns="34275" lIns="68575" spcFirstLastPara="1" rIns="68575" wrap="square" tIns="34275">
            <a:normAutofit fontScale="77500" lnSpcReduction="20000"/>
          </a:bodyPr>
          <a:lstStyle/>
          <a:p>
            <a:pPr indent="0" lvl="0" marL="0" marR="0" rtl="0" algn="l">
              <a:lnSpc>
                <a:spcPct val="90000"/>
              </a:lnSpc>
              <a:spcBef>
                <a:spcPts val="0"/>
              </a:spcBef>
              <a:spcAft>
                <a:spcPts val="0"/>
              </a:spcAft>
              <a:buClr>
                <a:srgbClr val="232F3E"/>
              </a:buClr>
              <a:buSzPct val="100000"/>
              <a:buFont typeface="Play"/>
              <a:buNone/>
            </a:pPr>
            <a:r>
              <a:rPr lang="es-419" sz="2700">
                <a:solidFill>
                  <a:srgbClr val="232F3E"/>
                </a:solidFill>
                <a:latin typeface="Play"/>
                <a:ea typeface="Play"/>
                <a:cs typeface="Play"/>
                <a:sym typeface="Play"/>
              </a:rPr>
              <a:t>Estos servicios administrados no requieren experiencia en ML.</a:t>
            </a:r>
            <a:endParaRPr sz="1100"/>
          </a:p>
        </p:txBody>
      </p:sp>
      <p:sp>
        <p:nvSpPr>
          <p:cNvPr id="1311" name="Google Shape;1311;p113"/>
          <p:cNvSpPr/>
          <p:nvPr/>
        </p:nvSpPr>
        <p:spPr>
          <a:xfrm>
            <a:off x="646627" y="3785592"/>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12" name="Google Shape;1312;p113"/>
          <p:cNvSpPr/>
          <p:nvPr/>
        </p:nvSpPr>
        <p:spPr>
          <a:xfrm>
            <a:off x="646628" y="2679799"/>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13" name="Google Shape;1313;p113"/>
          <p:cNvSpPr/>
          <p:nvPr/>
        </p:nvSpPr>
        <p:spPr>
          <a:xfrm>
            <a:off x="646626" y="1578418"/>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14" name="Google Shape;1314;p113"/>
          <p:cNvSpPr txBox="1"/>
          <p:nvPr/>
        </p:nvSpPr>
        <p:spPr>
          <a:xfrm>
            <a:off x="652852" y="1587320"/>
            <a:ext cx="1293514" cy="5309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419" sz="1500">
                <a:solidFill>
                  <a:schemeClr val="dk1"/>
                </a:solidFill>
                <a:latin typeface="Play"/>
                <a:ea typeface="Play"/>
                <a:cs typeface="Play"/>
                <a:sym typeface="Play"/>
              </a:rPr>
              <a:t>Visión artificial</a:t>
            </a:r>
            <a:endParaRPr sz="1100"/>
          </a:p>
        </p:txBody>
      </p:sp>
      <p:sp>
        <p:nvSpPr>
          <p:cNvPr id="1315" name="Google Shape;1315;p113"/>
          <p:cNvSpPr txBox="1"/>
          <p:nvPr/>
        </p:nvSpPr>
        <p:spPr>
          <a:xfrm>
            <a:off x="1365506" y="2285067"/>
            <a:ext cx="1589618"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Rekognition</a:t>
            </a:r>
            <a:endParaRPr sz="1100"/>
          </a:p>
        </p:txBody>
      </p:sp>
      <p:pic>
        <p:nvPicPr>
          <p:cNvPr id="1316" name="Google Shape;1316;p113"/>
          <p:cNvPicPr preferRelativeResize="0"/>
          <p:nvPr/>
        </p:nvPicPr>
        <p:blipFill rotWithShape="1">
          <a:blip r:embed="rId3">
            <a:alphaModFix/>
          </a:blip>
          <a:srcRect b="0" l="0" r="0" t="0"/>
          <a:stretch/>
        </p:blipFill>
        <p:spPr>
          <a:xfrm>
            <a:off x="1892853" y="1703924"/>
            <a:ext cx="534924" cy="534924"/>
          </a:xfrm>
          <a:prstGeom prst="rect">
            <a:avLst/>
          </a:prstGeom>
          <a:noFill/>
          <a:ln>
            <a:noFill/>
          </a:ln>
        </p:spPr>
      </p:pic>
      <p:pic>
        <p:nvPicPr>
          <p:cNvPr id="1317" name="Google Shape;1317;p113"/>
          <p:cNvPicPr preferRelativeResize="0"/>
          <p:nvPr/>
        </p:nvPicPr>
        <p:blipFill rotWithShape="1">
          <a:blip r:embed="rId4">
            <a:alphaModFix/>
          </a:blip>
          <a:srcRect b="0" l="0" r="0" t="0"/>
          <a:stretch/>
        </p:blipFill>
        <p:spPr>
          <a:xfrm>
            <a:off x="3477440" y="1705120"/>
            <a:ext cx="534924" cy="534924"/>
          </a:xfrm>
          <a:prstGeom prst="rect">
            <a:avLst/>
          </a:prstGeom>
          <a:noFill/>
          <a:ln>
            <a:noFill/>
          </a:ln>
        </p:spPr>
      </p:pic>
      <p:sp>
        <p:nvSpPr>
          <p:cNvPr id="1318" name="Google Shape;1318;p113"/>
          <p:cNvSpPr txBox="1"/>
          <p:nvPr/>
        </p:nvSpPr>
        <p:spPr>
          <a:xfrm>
            <a:off x="3085346" y="2283871"/>
            <a:ext cx="1319111"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Textract</a:t>
            </a:r>
            <a:endParaRPr sz="1100"/>
          </a:p>
        </p:txBody>
      </p:sp>
      <p:sp>
        <p:nvSpPr>
          <p:cNvPr id="1319" name="Google Shape;1319;p113"/>
          <p:cNvSpPr txBox="1"/>
          <p:nvPr/>
        </p:nvSpPr>
        <p:spPr>
          <a:xfrm>
            <a:off x="652852" y="2698655"/>
            <a:ext cx="787717"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419" sz="1500">
                <a:solidFill>
                  <a:schemeClr val="dk1"/>
                </a:solidFill>
                <a:latin typeface="Play"/>
                <a:ea typeface="Play"/>
                <a:cs typeface="Play"/>
                <a:sym typeface="Play"/>
              </a:rPr>
              <a:t>Voz</a:t>
            </a:r>
            <a:endParaRPr sz="1100"/>
          </a:p>
        </p:txBody>
      </p:sp>
      <p:sp>
        <p:nvSpPr>
          <p:cNvPr id="1320" name="Google Shape;1320;p113"/>
          <p:cNvSpPr txBox="1"/>
          <p:nvPr/>
        </p:nvSpPr>
        <p:spPr>
          <a:xfrm>
            <a:off x="1613170" y="3372857"/>
            <a:ext cx="1094291"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Polly</a:t>
            </a:r>
            <a:endParaRPr sz="1100"/>
          </a:p>
        </p:txBody>
      </p:sp>
      <p:pic>
        <p:nvPicPr>
          <p:cNvPr id="1321" name="Google Shape;1321;p113"/>
          <p:cNvPicPr preferRelativeResize="0"/>
          <p:nvPr/>
        </p:nvPicPr>
        <p:blipFill rotWithShape="1">
          <a:blip r:embed="rId5">
            <a:alphaModFix/>
          </a:blip>
          <a:srcRect b="0" l="0" r="0" t="0"/>
          <a:stretch/>
        </p:blipFill>
        <p:spPr>
          <a:xfrm>
            <a:off x="1893615" y="2807031"/>
            <a:ext cx="533400" cy="533400"/>
          </a:xfrm>
          <a:prstGeom prst="rect">
            <a:avLst/>
          </a:prstGeom>
          <a:noFill/>
          <a:ln>
            <a:noFill/>
          </a:ln>
        </p:spPr>
      </p:pic>
      <p:pic>
        <p:nvPicPr>
          <p:cNvPr id="1322" name="Google Shape;1322;p113"/>
          <p:cNvPicPr preferRelativeResize="0"/>
          <p:nvPr/>
        </p:nvPicPr>
        <p:blipFill rotWithShape="1">
          <a:blip r:embed="rId6">
            <a:alphaModFix/>
          </a:blip>
          <a:srcRect b="0" l="0" r="0" t="0"/>
          <a:stretch/>
        </p:blipFill>
        <p:spPr>
          <a:xfrm>
            <a:off x="3477440" y="2807031"/>
            <a:ext cx="534924" cy="534924"/>
          </a:xfrm>
          <a:prstGeom prst="rect">
            <a:avLst/>
          </a:prstGeom>
          <a:noFill/>
          <a:ln>
            <a:noFill/>
          </a:ln>
        </p:spPr>
      </p:pic>
      <p:sp>
        <p:nvSpPr>
          <p:cNvPr id="1323" name="Google Shape;1323;p113"/>
          <p:cNvSpPr txBox="1"/>
          <p:nvPr/>
        </p:nvSpPr>
        <p:spPr>
          <a:xfrm>
            <a:off x="3009003" y="3365477"/>
            <a:ext cx="1471798"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Transcribe</a:t>
            </a:r>
            <a:endParaRPr sz="1100"/>
          </a:p>
        </p:txBody>
      </p:sp>
      <p:sp>
        <p:nvSpPr>
          <p:cNvPr id="1324" name="Google Shape;1324;p113"/>
          <p:cNvSpPr txBox="1"/>
          <p:nvPr/>
        </p:nvSpPr>
        <p:spPr>
          <a:xfrm>
            <a:off x="652852" y="3796364"/>
            <a:ext cx="769682"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419" sz="1500">
                <a:solidFill>
                  <a:schemeClr val="dk1"/>
                </a:solidFill>
                <a:latin typeface="Play"/>
                <a:ea typeface="Play"/>
                <a:cs typeface="Play"/>
                <a:sym typeface="Play"/>
              </a:rPr>
              <a:t>Idioma</a:t>
            </a:r>
            <a:endParaRPr sz="1100"/>
          </a:p>
        </p:txBody>
      </p:sp>
      <p:pic>
        <p:nvPicPr>
          <p:cNvPr id="1325" name="Google Shape;1325;p113"/>
          <p:cNvPicPr preferRelativeResize="0"/>
          <p:nvPr/>
        </p:nvPicPr>
        <p:blipFill rotWithShape="1">
          <a:blip r:embed="rId7">
            <a:alphaModFix/>
          </a:blip>
          <a:srcRect b="0" l="0" r="0" t="0"/>
          <a:stretch/>
        </p:blipFill>
        <p:spPr>
          <a:xfrm>
            <a:off x="1892853" y="3924517"/>
            <a:ext cx="534924" cy="534924"/>
          </a:xfrm>
          <a:prstGeom prst="rect">
            <a:avLst/>
          </a:prstGeom>
          <a:noFill/>
          <a:ln>
            <a:noFill/>
          </a:ln>
        </p:spPr>
      </p:pic>
      <p:sp>
        <p:nvSpPr>
          <p:cNvPr id="1326" name="Google Shape;1326;p113"/>
          <p:cNvSpPr txBox="1"/>
          <p:nvPr/>
        </p:nvSpPr>
        <p:spPr>
          <a:xfrm>
            <a:off x="1334248" y="4506699"/>
            <a:ext cx="1652135"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Comprehend</a:t>
            </a:r>
            <a:endParaRPr sz="1100"/>
          </a:p>
        </p:txBody>
      </p:sp>
      <p:sp>
        <p:nvSpPr>
          <p:cNvPr id="1327" name="Google Shape;1327;p113"/>
          <p:cNvSpPr txBox="1"/>
          <p:nvPr/>
        </p:nvSpPr>
        <p:spPr>
          <a:xfrm>
            <a:off x="3047475" y="4506699"/>
            <a:ext cx="1394854"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Translate</a:t>
            </a:r>
            <a:endParaRPr sz="1100"/>
          </a:p>
        </p:txBody>
      </p:sp>
      <p:pic>
        <p:nvPicPr>
          <p:cNvPr id="1328" name="Google Shape;1328;p113"/>
          <p:cNvPicPr preferRelativeResize="0"/>
          <p:nvPr/>
        </p:nvPicPr>
        <p:blipFill rotWithShape="1">
          <a:blip r:embed="rId8">
            <a:alphaModFix/>
          </a:blip>
          <a:srcRect b="0" l="0" r="0" t="0"/>
          <a:stretch/>
        </p:blipFill>
        <p:spPr>
          <a:xfrm>
            <a:off x="3477440" y="3927151"/>
            <a:ext cx="534924" cy="534924"/>
          </a:xfrm>
          <a:prstGeom prst="rect">
            <a:avLst/>
          </a:prstGeom>
          <a:noFill/>
          <a:ln>
            <a:noFill/>
          </a:ln>
        </p:spPr>
      </p:pic>
      <p:sp>
        <p:nvSpPr>
          <p:cNvPr id="1329" name="Google Shape;1329;p113"/>
          <p:cNvSpPr/>
          <p:nvPr/>
        </p:nvSpPr>
        <p:spPr>
          <a:xfrm>
            <a:off x="4625332" y="1578418"/>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30" name="Google Shape;1330;p113"/>
          <p:cNvSpPr/>
          <p:nvPr/>
        </p:nvSpPr>
        <p:spPr>
          <a:xfrm>
            <a:off x="4623565" y="2684854"/>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31" name="Google Shape;1331;p113"/>
          <p:cNvSpPr/>
          <p:nvPr/>
        </p:nvSpPr>
        <p:spPr>
          <a:xfrm>
            <a:off x="4621138" y="3801419"/>
            <a:ext cx="3872042" cy="1008231"/>
          </a:xfrm>
          <a:prstGeom prst="rect">
            <a:avLst/>
          </a:prstGeom>
          <a:solidFill>
            <a:schemeClr val="lt1"/>
          </a:solidFill>
          <a:ln cap="flat" cmpd="sng" w="381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332" name="Google Shape;1332;p113"/>
          <p:cNvSpPr txBox="1"/>
          <p:nvPr/>
        </p:nvSpPr>
        <p:spPr>
          <a:xfrm>
            <a:off x="4620774" y="1610676"/>
            <a:ext cx="947615" cy="300082"/>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s-419" sz="1500">
                <a:solidFill>
                  <a:schemeClr val="dk1"/>
                </a:solidFill>
                <a:latin typeface="Play"/>
                <a:ea typeface="Play"/>
                <a:cs typeface="Play"/>
                <a:sym typeface="Play"/>
              </a:rPr>
              <a:t>Chatbots</a:t>
            </a:r>
            <a:endParaRPr sz="1100"/>
          </a:p>
        </p:txBody>
      </p:sp>
      <p:pic>
        <p:nvPicPr>
          <p:cNvPr id="1333" name="Google Shape;1333;p113"/>
          <p:cNvPicPr preferRelativeResize="0"/>
          <p:nvPr/>
        </p:nvPicPr>
        <p:blipFill rotWithShape="1">
          <a:blip r:embed="rId9">
            <a:alphaModFix/>
          </a:blip>
          <a:srcRect b="0" l="0" r="0" t="0"/>
          <a:stretch/>
        </p:blipFill>
        <p:spPr>
          <a:xfrm>
            <a:off x="6983877" y="1723850"/>
            <a:ext cx="534924" cy="534924"/>
          </a:xfrm>
          <a:prstGeom prst="rect">
            <a:avLst/>
          </a:prstGeom>
          <a:noFill/>
          <a:ln>
            <a:noFill/>
          </a:ln>
        </p:spPr>
      </p:pic>
      <p:sp>
        <p:nvSpPr>
          <p:cNvPr id="1334" name="Google Shape;1334;p113"/>
          <p:cNvSpPr txBox="1"/>
          <p:nvPr/>
        </p:nvSpPr>
        <p:spPr>
          <a:xfrm>
            <a:off x="6758897" y="2307368"/>
            <a:ext cx="984885"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Lex</a:t>
            </a:r>
            <a:endParaRPr sz="1100"/>
          </a:p>
        </p:txBody>
      </p:sp>
      <p:sp>
        <p:nvSpPr>
          <p:cNvPr id="1335" name="Google Shape;1335;p113"/>
          <p:cNvSpPr txBox="1"/>
          <p:nvPr/>
        </p:nvSpPr>
        <p:spPr>
          <a:xfrm>
            <a:off x="4620774" y="2714720"/>
            <a:ext cx="1184459" cy="300083"/>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s-419" sz="1500">
                <a:solidFill>
                  <a:schemeClr val="dk1"/>
                </a:solidFill>
                <a:latin typeface="Play"/>
                <a:ea typeface="Play"/>
                <a:cs typeface="Play"/>
                <a:sym typeface="Play"/>
              </a:rPr>
              <a:t>Previsiones</a:t>
            </a:r>
            <a:endParaRPr sz="1100"/>
          </a:p>
        </p:txBody>
      </p:sp>
      <p:sp>
        <p:nvSpPr>
          <p:cNvPr id="1336" name="Google Shape;1336;p113"/>
          <p:cNvSpPr txBox="1"/>
          <p:nvPr/>
        </p:nvSpPr>
        <p:spPr>
          <a:xfrm>
            <a:off x="6584570" y="3390921"/>
            <a:ext cx="1333538"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Forecast</a:t>
            </a:r>
            <a:endParaRPr sz="1100"/>
          </a:p>
        </p:txBody>
      </p:sp>
      <p:pic>
        <p:nvPicPr>
          <p:cNvPr id="1337" name="Google Shape;1337;p113"/>
          <p:cNvPicPr preferRelativeResize="0"/>
          <p:nvPr/>
        </p:nvPicPr>
        <p:blipFill rotWithShape="1">
          <a:blip r:embed="rId10">
            <a:alphaModFix/>
          </a:blip>
          <a:srcRect b="0" l="0" r="0" t="0"/>
          <a:stretch/>
        </p:blipFill>
        <p:spPr>
          <a:xfrm>
            <a:off x="6984639" y="2812086"/>
            <a:ext cx="533400" cy="533400"/>
          </a:xfrm>
          <a:prstGeom prst="rect">
            <a:avLst/>
          </a:prstGeom>
          <a:noFill/>
          <a:ln>
            <a:noFill/>
          </a:ln>
        </p:spPr>
      </p:pic>
      <p:sp>
        <p:nvSpPr>
          <p:cNvPr id="1338" name="Google Shape;1338;p113"/>
          <p:cNvSpPr txBox="1"/>
          <p:nvPr/>
        </p:nvSpPr>
        <p:spPr>
          <a:xfrm>
            <a:off x="4620774" y="3826969"/>
            <a:ext cx="1819249" cy="300082"/>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s-419" sz="1500">
                <a:solidFill>
                  <a:schemeClr val="dk1"/>
                </a:solidFill>
                <a:latin typeface="Play"/>
                <a:ea typeface="Play"/>
                <a:cs typeface="Play"/>
                <a:sym typeface="Play"/>
              </a:rPr>
              <a:t>Recomendaciones</a:t>
            </a:r>
            <a:endParaRPr sz="1100"/>
          </a:p>
        </p:txBody>
      </p:sp>
      <p:pic>
        <p:nvPicPr>
          <p:cNvPr id="1339" name="Google Shape;1339;p113"/>
          <p:cNvPicPr preferRelativeResize="0"/>
          <p:nvPr/>
        </p:nvPicPr>
        <p:blipFill rotWithShape="1">
          <a:blip r:embed="rId11">
            <a:alphaModFix/>
          </a:blip>
          <a:srcRect b="0" l="0" r="0" t="0"/>
          <a:stretch/>
        </p:blipFill>
        <p:spPr>
          <a:xfrm>
            <a:off x="6981085" y="3927245"/>
            <a:ext cx="540509" cy="534924"/>
          </a:xfrm>
          <a:prstGeom prst="rect">
            <a:avLst/>
          </a:prstGeom>
          <a:noFill/>
          <a:ln>
            <a:noFill/>
          </a:ln>
        </p:spPr>
      </p:pic>
      <p:sp>
        <p:nvSpPr>
          <p:cNvPr id="1340" name="Google Shape;1340;p113"/>
          <p:cNvSpPr txBox="1"/>
          <p:nvPr/>
        </p:nvSpPr>
        <p:spPr>
          <a:xfrm>
            <a:off x="6479373" y="4511754"/>
            <a:ext cx="1543933"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Amazon Personalize</a:t>
            </a:r>
            <a:endParaRPr sz="1100"/>
          </a:p>
        </p:txBody>
      </p:sp>
      <p:sp>
        <p:nvSpPr>
          <p:cNvPr id="1341" name="Google Shape;1341;p11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14"/>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importantes de la sección 4</a:t>
            </a:r>
            <a:endParaRPr/>
          </a:p>
        </p:txBody>
      </p:sp>
      <p:sp>
        <p:nvSpPr>
          <p:cNvPr id="1347" name="Google Shape;1347;p114"/>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rgbClr val="232F3E"/>
              </a:buClr>
              <a:buSzPts val="2100"/>
              <a:buChar char="•"/>
            </a:pPr>
            <a:r>
              <a:rPr lang="es-419"/>
              <a:t>Python es el lenguaje de ML más popular</a:t>
            </a:r>
            <a:endParaRPr/>
          </a:p>
          <a:p>
            <a:pPr indent="-171450" lvl="0" marL="177800" rtl="0" algn="l">
              <a:lnSpc>
                <a:spcPct val="100000"/>
              </a:lnSpc>
              <a:spcBef>
                <a:spcPts val="900"/>
              </a:spcBef>
              <a:spcAft>
                <a:spcPts val="0"/>
              </a:spcAft>
              <a:buClr>
                <a:srgbClr val="232F3E"/>
              </a:buClr>
              <a:buSzPts val="2100"/>
              <a:buChar char="•"/>
            </a:pPr>
            <a:r>
              <a:rPr lang="es-419"/>
              <a:t>Cuadernos de Jupyter</a:t>
            </a:r>
            <a:endParaRPr/>
          </a:p>
          <a:p>
            <a:pPr indent="-171450" lvl="0" marL="177800" rtl="0" algn="l">
              <a:lnSpc>
                <a:spcPct val="100000"/>
              </a:lnSpc>
              <a:spcBef>
                <a:spcPts val="900"/>
              </a:spcBef>
              <a:spcAft>
                <a:spcPts val="0"/>
              </a:spcAft>
              <a:buClr>
                <a:srgbClr val="232F3E"/>
              </a:buClr>
              <a:buSzPts val="2100"/>
              <a:buChar char="•"/>
            </a:pPr>
            <a:r>
              <a:rPr lang="es-419"/>
              <a:t>Muchas herramientas de código abierto</a:t>
            </a:r>
            <a:endParaRPr/>
          </a:p>
          <a:p>
            <a:pPr indent="-171450" lvl="0" marL="177800" rtl="0" algn="l">
              <a:lnSpc>
                <a:spcPct val="100000"/>
              </a:lnSpc>
              <a:spcBef>
                <a:spcPts val="900"/>
              </a:spcBef>
              <a:spcAft>
                <a:spcPts val="0"/>
              </a:spcAft>
              <a:buClr>
                <a:srgbClr val="232F3E"/>
              </a:buClr>
              <a:buSzPts val="2100"/>
              <a:buChar char="•"/>
            </a:pPr>
            <a:r>
              <a:rPr lang="es-419"/>
              <a:t>Marcos de trabajo y servicios para todas las necesidades</a:t>
            </a:r>
            <a:endParaRPr/>
          </a:p>
          <a:p>
            <a:pPr indent="-165100" lvl="1" marL="342900" rtl="0" algn="l">
              <a:lnSpc>
                <a:spcPct val="100000"/>
              </a:lnSpc>
              <a:spcBef>
                <a:spcPts val="900"/>
              </a:spcBef>
              <a:spcAft>
                <a:spcPts val="0"/>
              </a:spcAft>
              <a:buClr>
                <a:srgbClr val="232F3E"/>
              </a:buClr>
              <a:buSzPts val="1800"/>
              <a:buChar char="•"/>
            </a:pPr>
            <a:r>
              <a:rPr lang="es-419"/>
              <a:t>Marcos de trabajo de bajo nivel</a:t>
            </a:r>
            <a:endParaRPr/>
          </a:p>
          <a:p>
            <a:pPr indent="-165100" lvl="1" marL="342900" rtl="0" algn="l">
              <a:lnSpc>
                <a:spcPct val="100000"/>
              </a:lnSpc>
              <a:spcBef>
                <a:spcPts val="900"/>
              </a:spcBef>
              <a:spcAft>
                <a:spcPts val="0"/>
              </a:spcAft>
              <a:buClr>
                <a:srgbClr val="232F3E"/>
              </a:buClr>
              <a:buSzPts val="1800"/>
              <a:buChar char="•"/>
            </a:pPr>
            <a:r>
              <a:rPr lang="es-419"/>
              <a:t>Amazon SageMaker</a:t>
            </a:r>
            <a:endParaRPr/>
          </a:p>
          <a:p>
            <a:pPr indent="-165100" lvl="1" marL="342900" rtl="0" algn="l">
              <a:lnSpc>
                <a:spcPct val="100000"/>
              </a:lnSpc>
              <a:spcBef>
                <a:spcPts val="900"/>
              </a:spcBef>
              <a:spcAft>
                <a:spcPts val="0"/>
              </a:spcAft>
              <a:buClr>
                <a:srgbClr val="232F3E"/>
              </a:buClr>
              <a:buSzPts val="1800"/>
              <a:buChar char="•"/>
            </a:pPr>
            <a:r>
              <a:rPr lang="es-419"/>
              <a:t>Servicios administrados de ML</a:t>
            </a:r>
            <a:endParaRPr/>
          </a:p>
        </p:txBody>
      </p:sp>
      <p:pic>
        <p:nvPicPr>
          <p:cNvPr id="1348" name="Google Shape;1348;p114"/>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1349" name="Google Shape;1349;p11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15"/>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Sección 5: desafíos de machine learning</a:t>
            </a:r>
            <a:endParaRPr/>
          </a:p>
        </p:txBody>
      </p:sp>
      <p:sp>
        <p:nvSpPr>
          <p:cNvPr id="1355" name="Google Shape;1355;p115"/>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p:txBody>
      </p:sp>
      <p:sp>
        <p:nvSpPr>
          <p:cNvPr id="1356" name="Google Shape;1356;p11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16"/>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Desafíos de machine learning</a:t>
            </a:r>
            <a:endParaRPr/>
          </a:p>
        </p:txBody>
      </p:sp>
      <p:sp>
        <p:nvSpPr>
          <p:cNvPr id="1362" name="Google Shape;1362;p116"/>
          <p:cNvSpPr txBox="1"/>
          <p:nvPr/>
        </p:nvSpPr>
        <p:spPr>
          <a:xfrm>
            <a:off x="377394" y="1999845"/>
            <a:ext cx="56049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419" sz="1500">
                <a:solidFill>
                  <a:srgbClr val="232F3E"/>
                </a:solidFill>
                <a:latin typeface="Play"/>
                <a:ea typeface="Play"/>
                <a:cs typeface="Play"/>
                <a:sym typeface="Play"/>
              </a:rPr>
              <a:t>Datos</a:t>
            </a:r>
            <a:endParaRPr sz="1100"/>
          </a:p>
        </p:txBody>
      </p:sp>
      <p:pic>
        <p:nvPicPr>
          <p:cNvPr id="1363" name="Google Shape;1363;p116"/>
          <p:cNvPicPr preferRelativeResize="0"/>
          <p:nvPr/>
        </p:nvPicPr>
        <p:blipFill rotWithShape="1">
          <a:blip r:embed="rId3">
            <a:alphaModFix/>
          </a:blip>
          <a:srcRect b="0" l="0" r="0" t="0"/>
          <a:stretch/>
        </p:blipFill>
        <p:spPr>
          <a:xfrm>
            <a:off x="390177" y="1393633"/>
            <a:ext cx="534924" cy="534924"/>
          </a:xfrm>
          <a:prstGeom prst="rect">
            <a:avLst/>
          </a:prstGeom>
          <a:noFill/>
          <a:ln>
            <a:noFill/>
          </a:ln>
        </p:spPr>
      </p:pic>
      <p:sp>
        <p:nvSpPr>
          <p:cNvPr id="1364" name="Google Shape;1364;p116"/>
          <p:cNvSpPr txBox="1"/>
          <p:nvPr/>
        </p:nvSpPr>
        <p:spPr>
          <a:xfrm>
            <a:off x="1159297" y="1393633"/>
            <a:ext cx="2930129" cy="992579"/>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Deficiente</a:t>
            </a:r>
            <a:endParaRPr sz="1100"/>
          </a:p>
          <a:p>
            <a:pPr indent="-336550" lvl="0" marL="342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No representativo</a:t>
            </a:r>
            <a:endParaRPr sz="1100"/>
          </a:p>
          <a:p>
            <a:pPr indent="-336550" lvl="0" marL="342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Insuficiente</a:t>
            </a:r>
            <a:endParaRPr sz="1100"/>
          </a:p>
          <a:p>
            <a:pPr indent="-336550" lvl="0" marL="342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Sobreajuste e infraajuste</a:t>
            </a:r>
            <a:endParaRPr sz="1100"/>
          </a:p>
        </p:txBody>
      </p:sp>
      <p:pic>
        <p:nvPicPr>
          <p:cNvPr id="1365" name="Google Shape;1365;p116"/>
          <p:cNvPicPr preferRelativeResize="0"/>
          <p:nvPr/>
        </p:nvPicPr>
        <p:blipFill rotWithShape="1">
          <a:blip r:embed="rId4">
            <a:alphaModFix/>
          </a:blip>
          <a:srcRect b="0" l="0" r="0" t="0"/>
          <a:stretch/>
        </p:blipFill>
        <p:spPr>
          <a:xfrm>
            <a:off x="390177" y="3379728"/>
            <a:ext cx="534924" cy="534924"/>
          </a:xfrm>
          <a:prstGeom prst="rect">
            <a:avLst/>
          </a:prstGeom>
          <a:noFill/>
          <a:ln>
            <a:noFill/>
          </a:ln>
        </p:spPr>
      </p:pic>
      <p:sp>
        <p:nvSpPr>
          <p:cNvPr id="1366" name="Google Shape;1366;p116"/>
          <p:cNvSpPr txBox="1"/>
          <p:nvPr/>
        </p:nvSpPr>
        <p:spPr>
          <a:xfrm>
            <a:off x="112019" y="3974408"/>
            <a:ext cx="1091239" cy="30008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419" sz="1500">
                <a:solidFill>
                  <a:srgbClr val="232F3E"/>
                </a:solidFill>
                <a:latin typeface="Play"/>
                <a:ea typeface="Play"/>
                <a:cs typeface="Play"/>
                <a:sym typeface="Play"/>
              </a:rPr>
              <a:t>Aplicación</a:t>
            </a:r>
            <a:endParaRPr sz="1100"/>
          </a:p>
        </p:txBody>
      </p:sp>
      <p:sp>
        <p:nvSpPr>
          <p:cNvPr id="1367" name="Google Shape;1367;p116"/>
          <p:cNvSpPr txBox="1"/>
          <p:nvPr/>
        </p:nvSpPr>
        <p:spPr>
          <a:xfrm>
            <a:off x="1159297" y="3379728"/>
            <a:ext cx="3412702" cy="1223412"/>
          </a:xfrm>
          <a:prstGeom prst="rect">
            <a:avLst/>
          </a:prstGeom>
          <a:noFill/>
          <a:ln>
            <a:noFill/>
          </a:ln>
        </p:spPr>
        <p:txBody>
          <a:bodyPr anchorCtr="0" anchor="t" bIns="34275" lIns="68575" spcFirstLastPara="1" rIns="68575" wrap="square" tIns="34275">
            <a:spAutoFit/>
          </a:bodyPr>
          <a:lstStyle/>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Complejidad en la formulación </a:t>
            </a:r>
            <a:br>
              <a:rPr lang="es-419" sz="1500">
                <a:solidFill>
                  <a:srgbClr val="232F3E"/>
                </a:solidFill>
                <a:latin typeface="Play"/>
                <a:ea typeface="Play"/>
                <a:cs typeface="Play"/>
                <a:sym typeface="Play"/>
              </a:rPr>
            </a:br>
            <a:r>
              <a:rPr lang="es-419" sz="1500">
                <a:solidFill>
                  <a:srgbClr val="232F3E"/>
                </a:solidFill>
                <a:latin typeface="Play"/>
                <a:ea typeface="Play"/>
                <a:cs typeface="Play"/>
                <a:sym typeface="Play"/>
              </a:rPr>
              <a:t>de preguntas</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Cómo explicar los modelos a la empresa</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Costo de los sistemas de desarrollo</a:t>
            </a:r>
            <a:endParaRPr sz="1100"/>
          </a:p>
        </p:txBody>
      </p:sp>
      <p:pic>
        <p:nvPicPr>
          <p:cNvPr id="1368" name="Google Shape;1368;p116"/>
          <p:cNvPicPr preferRelativeResize="0"/>
          <p:nvPr/>
        </p:nvPicPr>
        <p:blipFill rotWithShape="1">
          <a:blip r:embed="rId5">
            <a:alphaModFix/>
          </a:blip>
          <a:srcRect b="0" l="0" r="0" t="0"/>
          <a:stretch/>
        </p:blipFill>
        <p:spPr>
          <a:xfrm flipH="1">
            <a:off x="4743360" y="1393633"/>
            <a:ext cx="550504" cy="534924"/>
          </a:xfrm>
          <a:prstGeom prst="rect">
            <a:avLst/>
          </a:prstGeom>
          <a:noFill/>
          <a:ln>
            <a:noFill/>
          </a:ln>
        </p:spPr>
      </p:pic>
      <p:sp>
        <p:nvSpPr>
          <p:cNvPr id="1369" name="Google Shape;1369;p116"/>
          <p:cNvSpPr txBox="1"/>
          <p:nvPr/>
        </p:nvSpPr>
        <p:spPr>
          <a:xfrm>
            <a:off x="4425225" y="1999845"/>
            <a:ext cx="995668" cy="30008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419" sz="1500">
                <a:solidFill>
                  <a:srgbClr val="232F3E"/>
                </a:solidFill>
                <a:latin typeface="Play"/>
                <a:ea typeface="Play"/>
                <a:cs typeface="Play"/>
                <a:sym typeface="Play"/>
              </a:rPr>
              <a:t>Usuarios</a:t>
            </a:r>
            <a:endParaRPr sz="1100"/>
          </a:p>
        </p:txBody>
      </p:sp>
      <p:sp>
        <p:nvSpPr>
          <p:cNvPr id="1370" name="Google Shape;1370;p116"/>
          <p:cNvSpPr txBox="1"/>
          <p:nvPr/>
        </p:nvSpPr>
        <p:spPr>
          <a:xfrm>
            <a:off x="5595712" y="1393634"/>
            <a:ext cx="3363002" cy="1223412"/>
          </a:xfrm>
          <a:prstGeom prst="rect">
            <a:avLst/>
          </a:prstGeom>
          <a:noFill/>
          <a:ln>
            <a:noFill/>
          </a:ln>
        </p:spPr>
        <p:txBody>
          <a:bodyPr anchorCtr="0" anchor="t" bIns="34275" lIns="68575" spcFirstLastPara="1" rIns="68575" wrap="square" tIns="34275">
            <a:spAutoFit/>
          </a:bodyPr>
          <a:lstStyle/>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Falta de experiencia en ciencia </a:t>
            </a:r>
            <a:br>
              <a:rPr lang="es-419" sz="1500">
                <a:solidFill>
                  <a:srgbClr val="232F3E"/>
                </a:solidFill>
                <a:latin typeface="Play"/>
                <a:ea typeface="Play"/>
                <a:cs typeface="Play"/>
                <a:sym typeface="Play"/>
              </a:rPr>
            </a:br>
            <a:r>
              <a:rPr lang="es-419" sz="1500">
                <a:solidFill>
                  <a:srgbClr val="232F3E"/>
                </a:solidFill>
                <a:latin typeface="Play"/>
                <a:ea typeface="Play"/>
                <a:cs typeface="Play"/>
                <a:sym typeface="Play"/>
              </a:rPr>
              <a:t>de datos</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Costos de personal con científicos de datos</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Falta de soporte de administración</a:t>
            </a:r>
            <a:endParaRPr sz="1100"/>
          </a:p>
        </p:txBody>
      </p:sp>
      <p:pic>
        <p:nvPicPr>
          <p:cNvPr id="1371" name="Google Shape;1371;p116"/>
          <p:cNvPicPr preferRelativeResize="0"/>
          <p:nvPr/>
        </p:nvPicPr>
        <p:blipFill rotWithShape="1">
          <a:blip r:embed="rId6">
            <a:alphaModFix/>
          </a:blip>
          <a:srcRect b="0" l="0" r="0" t="0"/>
          <a:stretch/>
        </p:blipFill>
        <p:spPr>
          <a:xfrm>
            <a:off x="4751150" y="3379728"/>
            <a:ext cx="534924" cy="534924"/>
          </a:xfrm>
          <a:prstGeom prst="rect">
            <a:avLst/>
          </a:prstGeom>
          <a:noFill/>
          <a:ln>
            <a:noFill/>
          </a:ln>
        </p:spPr>
      </p:pic>
      <p:sp>
        <p:nvSpPr>
          <p:cNvPr id="1372" name="Google Shape;1372;p116"/>
          <p:cNvSpPr txBox="1"/>
          <p:nvPr/>
        </p:nvSpPr>
        <p:spPr>
          <a:xfrm>
            <a:off x="4425225" y="3974408"/>
            <a:ext cx="1186773" cy="30008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419" sz="1500">
                <a:solidFill>
                  <a:srgbClr val="232F3E"/>
                </a:solidFill>
                <a:latin typeface="Play"/>
                <a:ea typeface="Play"/>
                <a:cs typeface="Play"/>
                <a:sym typeface="Play"/>
              </a:rPr>
              <a:t>Tecnología</a:t>
            </a:r>
            <a:endParaRPr sz="1100"/>
          </a:p>
        </p:txBody>
      </p:sp>
      <p:sp>
        <p:nvSpPr>
          <p:cNvPr id="1373" name="Google Shape;1373;p116"/>
          <p:cNvSpPr txBox="1"/>
          <p:nvPr/>
        </p:nvSpPr>
        <p:spPr>
          <a:xfrm>
            <a:off x="5595711" y="3379728"/>
            <a:ext cx="3278541" cy="992579"/>
          </a:xfrm>
          <a:prstGeom prst="rect">
            <a:avLst/>
          </a:prstGeom>
          <a:noFill/>
          <a:ln>
            <a:noFill/>
          </a:ln>
        </p:spPr>
        <p:txBody>
          <a:bodyPr anchorCtr="0" anchor="t" bIns="34275" lIns="68575" spcFirstLastPara="1" rIns="68575" wrap="square" tIns="34275">
            <a:spAutoFit/>
          </a:bodyPr>
          <a:lstStyle/>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Problemas de privacidad de datos</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Puede ser complicado seleccionar las herramientas</a:t>
            </a:r>
            <a:endParaRPr sz="1100"/>
          </a:p>
          <a:p>
            <a:pPr indent="-209550" lvl="0" marL="215900" marR="0" rtl="0" algn="l">
              <a:spcBef>
                <a:spcPts val="0"/>
              </a:spcBef>
              <a:spcAft>
                <a:spcPts val="0"/>
              </a:spcAft>
              <a:buClr>
                <a:srgbClr val="232F3E"/>
              </a:buClr>
              <a:buSzPts val="1500"/>
              <a:buFont typeface="Arial"/>
              <a:buChar char="•"/>
            </a:pPr>
            <a:r>
              <a:rPr lang="es-419" sz="1500">
                <a:solidFill>
                  <a:srgbClr val="232F3E"/>
                </a:solidFill>
                <a:latin typeface="Play"/>
                <a:ea typeface="Play"/>
                <a:cs typeface="Play"/>
                <a:sym typeface="Play"/>
              </a:rPr>
              <a:t>Integración con otros sistemas</a:t>
            </a:r>
            <a:endParaRPr sz="1100"/>
          </a:p>
        </p:txBody>
      </p:sp>
      <p:sp>
        <p:nvSpPr>
          <p:cNvPr id="1374" name="Google Shape;1374;p11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17"/>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Uso de modelos y servicios existentes</a:t>
            </a:r>
            <a:endParaRPr/>
          </a:p>
        </p:txBody>
      </p:sp>
      <p:sp>
        <p:nvSpPr>
          <p:cNvPr id="1380" name="Google Shape;1380;p117"/>
          <p:cNvSpPr txBox="1"/>
          <p:nvPr/>
        </p:nvSpPr>
        <p:spPr>
          <a:xfrm>
            <a:off x="576053" y="1821454"/>
            <a:ext cx="1826636"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rgbClr val="232F3E"/>
                </a:solidFill>
                <a:latin typeface="Play"/>
                <a:ea typeface="Play"/>
                <a:cs typeface="Play"/>
                <a:sym typeface="Play"/>
              </a:rPr>
              <a:t>Servicios administrados de Amazon ML</a:t>
            </a:r>
            <a:endParaRPr sz="1100"/>
          </a:p>
        </p:txBody>
      </p:sp>
      <p:pic>
        <p:nvPicPr>
          <p:cNvPr id="1381" name="Google Shape;1381;p117"/>
          <p:cNvPicPr preferRelativeResize="0"/>
          <p:nvPr/>
        </p:nvPicPr>
        <p:blipFill rotWithShape="1">
          <a:blip r:embed="rId3">
            <a:alphaModFix/>
          </a:blip>
          <a:srcRect b="0" l="0" r="0" t="0"/>
          <a:stretch/>
        </p:blipFill>
        <p:spPr>
          <a:xfrm>
            <a:off x="1009311" y="901942"/>
            <a:ext cx="960120" cy="960120"/>
          </a:xfrm>
          <a:prstGeom prst="rect">
            <a:avLst/>
          </a:prstGeom>
          <a:noFill/>
          <a:ln>
            <a:noFill/>
          </a:ln>
        </p:spPr>
      </p:pic>
      <p:sp>
        <p:nvSpPr>
          <p:cNvPr id="1382" name="Google Shape;1382;p117"/>
          <p:cNvSpPr txBox="1"/>
          <p:nvPr/>
        </p:nvSpPr>
        <p:spPr>
          <a:xfrm>
            <a:off x="2514343" y="1226449"/>
            <a:ext cx="4151618" cy="715580"/>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Servicios administrados de Amazon ML</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No se necesita experiencia en ML</a:t>
            </a:r>
            <a:endParaRPr sz="1100"/>
          </a:p>
        </p:txBody>
      </p:sp>
      <p:sp>
        <p:nvSpPr>
          <p:cNvPr id="1383" name="Google Shape;1383;p117"/>
          <p:cNvSpPr txBox="1"/>
          <p:nvPr/>
        </p:nvSpPr>
        <p:spPr>
          <a:xfrm>
            <a:off x="576053" y="2477609"/>
            <a:ext cx="1826636" cy="103874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2100">
                <a:solidFill>
                  <a:srgbClr val="232F3E"/>
                </a:solidFill>
                <a:latin typeface="Play"/>
                <a:ea typeface="Play"/>
                <a:cs typeface="Play"/>
                <a:sym typeface="Play"/>
              </a:rPr>
              <a:t>You Only Look Once (YOLO)</a:t>
            </a:r>
            <a:endParaRPr sz="1100"/>
          </a:p>
        </p:txBody>
      </p:sp>
      <p:sp>
        <p:nvSpPr>
          <p:cNvPr id="1384" name="Google Shape;1384;p117"/>
          <p:cNvSpPr txBox="1"/>
          <p:nvPr/>
        </p:nvSpPr>
        <p:spPr>
          <a:xfrm>
            <a:off x="2514343" y="2533999"/>
            <a:ext cx="5333431" cy="715580"/>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Utilizar modelos ya entrenados y ajustados</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Mejorar con instancias específicas del dominio</a:t>
            </a:r>
            <a:endParaRPr sz="1100"/>
          </a:p>
        </p:txBody>
      </p:sp>
      <p:sp>
        <p:nvSpPr>
          <p:cNvPr id="1385" name="Google Shape;1385;p117"/>
          <p:cNvSpPr txBox="1"/>
          <p:nvPr/>
        </p:nvSpPr>
        <p:spPr>
          <a:xfrm>
            <a:off x="2514342" y="3841549"/>
            <a:ext cx="6112300" cy="1038746"/>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Más de 250 paquetes de modelos y algoritmos de ML</a:t>
            </a:r>
            <a:endParaRPr sz="1100"/>
          </a:p>
          <a:p>
            <a:pPr indent="-336550" lvl="0" marL="342900" marR="0" rtl="0" algn="l">
              <a:spcBef>
                <a:spcPts val="0"/>
              </a:spcBef>
              <a:spcAft>
                <a:spcPts val="0"/>
              </a:spcAft>
              <a:buClr>
                <a:srgbClr val="232F3E"/>
              </a:buClr>
              <a:buSzPts val="2100"/>
              <a:buFont typeface="Arial"/>
              <a:buChar char="•"/>
            </a:pPr>
            <a:r>
              <a:rPr lang="es-419" sz="2100">
                <a:solidFill>
                  <a:srgbClr val="232F3E"/>
                </a:solidFill>
                <a:latin typeface="Play"/>
                <a:ea typeface="Play"/>
                <a:cs typeface="Play"/>
                <a:sym typeface="Play"/>
              </a:rPr>
              <a:t>Más de 14 segmentos industriales</a:t>
            </a:r>
            <a:endParaRPr sz="1100"/>
          </a:p>
        </p:txBody>
      </p:sp>
      <p:sp>
        <p:nvSpPr>
          <p:cNvPr id="1386" name="Google Shape;1386;p117"/>
          <p:cNvSpPr txBox="1"/>
          <p:nvPr/>
        </p:nvSpPr>
        <p:spPr>
          <a:xfrm>
            <a:off x="605730" y="4545501"/>
            <a:ext cx="1767281" cy="2539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rgbClr val="232F3E"/>
                </a:solidFill>
                <a:latin typeface="Play"/>
                <a:ea typeface="Play"/>
                <a:cs typeface="Play"/>
                <a:sym typeface="Play"/>
              </a:rPr>
              <a:t>AWS Marketplace</a:t>
            </a:r>
            <a:endParaRPr sz="1100"/>
          </a:p>
        </p:txBody>
      </p:sp>
      <p:pic>
        <p:nvPicPr>
          <p:cNvPr id="1387" name="Google Shape;1387;p117"/>
          <p:cNvPicPr preferRelativeResize="0"/>
          <p:nvPr/>
        </p:nvPicPr>
        <p:blipFill rotWithShape="1">
          <a:blip r:embed="rId4">
            <a:alphaModFix/>
          </a:blip>
          <a:srcRect b="0" l="0" r="0" t="0"/>
          <a:stretch/>
        </p:blipFill>
        <p:spPr>
          <a:xfrm>
            <a:off x="1085136" y="3733931"/>
            <a:ext cx="808470" cy="808470"/>
          </a:xfrm>
          <a:prstGeom prst="rect">
            <a:avLst/>
          </a:prstGeom>
          <a:noFill/>
          <a:ln>
            <a:noFill/>
          </a:ln>
        </p:spPr>
      </p:pic>
      <p:sp>
        <p:nvSpPr>
          <p:cNvPr id="1388" name="Google Shape;1388;p11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18"/>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importantes de la sección 5</a:t>
            </a:r>
            <a:endParaRPr/>
          </a:p>
        </p:txBody>
      </p:sp>
      <p:sp>
        <p:nvSpPr>
          <p:cNvPr id="1394" name="Google Shape;1394;p118"/>
          <p:cNvSpPr txBox="1"/>
          <p:nvPr>
            <p:ph idx="1" type="body"/>
          </p:nvPr>
        </p:nvSpPr>
        <p:spPr>
          <a:xfrm>
            <a:off x="3444476" y="219074"/>
            <a:ext cx="5429776" cy="4606988"/>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rgbClr val="232F3E"/>
              </a:buClr>
              <a:buSzPts val="2100"/>
              <a:buChar char="•"/>
            </a:pPr>
            <a:r>
              <a:rPr lang="es-419"/>
              <a:t>Desafíos de machine learning</a:t>
            </a:r>
            <a:endParaRPr/>
          </a:p>
          <a:p>
            <a:pPr indent="-165100" lvl="1" marL="342900" rtl="0" algn="l">
              <a:lnSpc>
                <a:spcPct val="100000"/>
              </a:lnSpc>
              <a:spcBef>
                <a:spcPts val="900"/>
              </a:spcBef>
              <a:spcAft>
                <a:spcPts val="0"/>
              </a:spcAft>
              <a:buClr>
                <a:srgbClr val="232F3E"/>
              </a:buClr>
              <a:buSzPts val="1800"/>
              <a:buChar char="•"/>
            </a:pPr>
            <a:r>
              <a:rPr lang="es-419"/>
              <a:t>Datos</a:t>
            </a:r>
            <a:endParaRPr/>
          </a:p>
          <a:p>
            <a:pPr indent="-165100" lvl="1" marL="342900" rtl="0" algn="l">
              <a:lnSpc>
                <a:spcPct val="100000"/>
              </a:lnSpc>
              <a:spcBef>
                <a:spcPts val="900"/>
              </a:spcBef>
              <a:spcAft>
                <a:spcPts val="0"/>
              </a:spcAft>
              <a:buClr>
                <a:srgbClr val="232F3E"/>
              </a:buClr>
              <a:buSzPts val="1800"/>
              <a:buChar char="•"/>
            </a:pPr>
            <a:r>
              <a:rPr lang="es-419"/>
              <a:t>Personas</a:t>
            </a:r>
            <a:endParaRPr/>
          </a:p>
          <a:p>
            <a:pPr indent="-165100" lvl="1" marL="342900" rtl="0" algn="l">
              <a:lnSpc>
                <a:spcPct val="100000"/>
              </a:lnSpc>
              <a:spcBef>
                <a:spcPts val="900"/>
              </a:spcBef>
              <a:spcAft>
                <a:spcPts val="0"/>
              </a:spcAft>
              <a:buClr>
                <a:srgbClr val="232F3E"/>
              </a:buClr>
              <a:buSzPts val="1800"/>
              <a:buChar char="•"/>
            </a:pPr>
            <a:r>
              <a:rPr lang="es-419"/>
              <a:t>Aplicación</a:t>
            </a:r>
            <a:endParaRPr/>
          </a:p>
          <a:p>
            <a:pPr indent="-165100" lvl="1" marL="342900" rtl="0" algn="l">
              <a:lnSpc>
                <a:spcPct val="100000"/>
              </a:lnSpc>
              <a:spcBef>
                <a:spcPts val="900"/>
              </a:spcBef>
              <a:spcAft>
                <a:spcPts val="0"/>
              </a:spcAft>
              <a:buClr>
                <a:srgbClr val="232F3E"/>
              </a:buClr>
              <a:buSzPts val="1800"/>
              <a:buChar char="•"/>
            </a:pPr>
            <a:r>
              <a:rPr lang="es-419"/>
              <a:t>Tecnología</a:t>
            </a:r>
            <a:endParaRPr/>
          </a:p>
          <a:p>
            <a:pPr indent="-171450" lvl="0" marL="177800" rtl="0" algn="l">
              <a:lnSpc>
                <a:spcPct val="100000"/>
              </a:lnSpc>
              <a:spcBef>
                <a:spcPts val="900"/>
              </a:spcBef>
              <a:spcAft>
                <a:spcPts val="0"/>
              </a:spcAft>
              <a:buClr>
                <a:srgbClr val="232F3E"/>
              </a:buClr>
              <a:buSzPts val="2100"/>
              <a:buChar char="•"/>
            </a:pPr>
            <a:r>
              <a:rPr lang="es-419"/>
              <a:t>Los servicios administrados simplifican </a:t>
            </a:r>
            <a:br>
              <a:rPr lang="es-419"/>
            </a:br>
            <a:r>
              <a:rPr lang="es-419"/>
              <a:t>el machine learning</a:t>
            </a:r>
            <a:endParaRPr/>
          </a:p>
        </p:txBody>
      </p:sp>
      <p:pic>
        <p:nvPicPr>
          <p:cNvPr id="1395" name="Google Shape;1395;p118"/>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1396" name="Google Shape;1396;p11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19"/>
          <p:cNvSpPr txBox="1"/>
          <p:nvPr>
            <p:ph type="title"/>
          </p:nvPr>
        </p:nvSpPr>
        <p:spPr>
          <a:xfrm>
            <a:off x="342900" y="1909119"/>
            <a:ext cx="8531352" cy="183515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3600"/>
              <a:buFont typeface="Play"/>
              <a:buNone/>
            </a:pPr>
            <a:r>
              <a:rPr lang="es-419"/>
              <a:t>Conclusión del módulo</a:t>
            </a:r>
            <a:endParaRPr/>
          </a:p>
        </p:txBody>
      </p:sp>
      <p:sp>
        <p:nvSpPr>
          <p:cNvPr id="1402" name="Google Shape;1402;p119"/>
          <p:cNvSpPr txBox="1"/>
          <p:nvPr>
            <p:ph idx="1" type="subTitle"/>
          </p:nvPr>
        </p:nvSpPr>
        <p:spPr>
          <a:xfrm>
            <a:off x="342900" y="3780282"/>
            <a:ext cx="8531352" cy="74692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None/>
            </a:pPr>
            <a:r>
              <a:rPr lang="es-419"/>
              <a:t>Módulo 2: Introducción a machine learning</a:t>
            </a:r>
            <a:endParaRPr/>
          </a:p>
          <a:p>
            <a:pPr indent="0" lvl="0" marL="0" rtl="0" algn="l">
              <a:lnSpc>
                <a:spcPct val="90000"/>
              </a:lnSpc>
              <a:spcBef>
                <a:spcPts val="0"/>
              </a:spcBef>
              <a:spcAft>
                <a:spcPts val="0"/>
              </a:spcAft>
              <a:buClr>
                <a:schemeClr val="lt1"/>
              </a:buClr>
              <a:buSzPts val="2400"/>
              <a:buNone/>
            </a:pPr>
            <a:r>
              <a:t/>
            </a:r>
            <a:endParaRPr/>
          </a:p>
        </p:txBody>
      </p:sp>
      <p:sp>
        <p:nvSpPr>
          <p:cNvPr id="1403" name="Google Shape;1403;p11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20"/>
          <p:cNvSpPr txBox="1"/>
          <p:nvPr>
            <p:ph type="title"/>
          </p:nvPr>
        </p:nvSpPr>
        <p:spPr>
          <a:xfrm>
            <a:off x="182432" y="219074"/>
            <a:ext cx="3046543" cy="1400176"/>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lt1"/>
              </a:buClr>
              <a:buSzPts val="2700"/>
              <a:buFont typeface="Play"/>
              <a:buNone/>
            </a:pPr>
            <a:r>
              <a:rPr lang="es-419"/>
              <a:t>Conclusiones del módulo</a:t>
            </a:r>
            <a:endParaRPr/>
          </a:p>
        </p:txBody>
      </p:sp>
      <p:sp>
        <p:nvSpPr>
          <p:cNvPr id="1409" name="Google Shape;1409;p120"/>
          <p:cNvSpPr txBox="1"/>
          <p:nvPr>
            <p:ph idx="1" type="body"/>
          </p:nvPr>
        </p:nvSpPr>
        <p:spPr>
          <a:xfrm>
            <a:off x="3444476" y="219074"/>
            <a:ext cx="5517092" cy="4615816"/>
          </a:xfrm>
          <a:prstGeom prst="rect">
            <a:avLst/>
          </a:prstGeom>
          <a:noFill/>
          <a:ln>
            <a:noFill/>
          </a:ln>
        </p:spPr>
        <p:txBody>
          <a:bodyPr anchorCtr="0" anchor="t" bIns="34275" lIns="68575" spcFirstLastPara="1" rIns="68575" wrap="square" tIns="34275">
            <a:normAutofit fontScale="85000" lnSpcReduction="20000"/>
          </a:bodyPr>
          <a:lstStyle/>
          <a:p>
            <a:pPr indent="-176847" lvl="0" marL="177800" rtl="0" algn="l">
              <a:lnSpc>
                <a:spcPct val="110000"/>
              </a:lnSpc>
              <a:spcBef>
                <a:spcPts val="0"/>
              </a:spcBef>
              <a:spcAft>
                <a:spcPts val="0"/>
              </a:spcAft>
              <a:buClr>
                <a:srgbClr val="232F3E"/>
              </a:buClr>
              <a:buSzPct val="100000"/>
              <a:buChar char="•"/>
            </a:pPr>
            <a:r>
              <a:rPr lang="es-419"/>
              <a:t>El machine learning es un subconjunto de la inteligencia artificial</a:t>
            </a:r>
            <a:endParaRPr/>
          </a:p>
          <a:p>
            <a:pPr indent="-173355" lvl="1" marL="342900" rtl="0" algn="l">
              <a:lnSpc>
                <a:spcPct val="110000"/>
              </a:lnSpc>
              <a:spcBef>
                <a:spcPts val="900"/>
              </a:spcBef>
              <a:spcAft>
                <a:spcPts val="0"/>
              </a:spcAft>
              <a:buClr>
                <a:srgbClr val="232F3E"/>
              </a:buClr>
              <a:buSzPct val="100000"/>
              <a:buChar char="•"/>
            </a:pPr>
            <a:r>
              <a:rPr lang="es-419"/>
              <a:t>El machine learning aplica algoritmos de aprendizaje </a:t>
            </a:r>
            <a:br>
              <a:rPr lang="es-419"/>
            </a:br>
            <a:r>
              <a:rPr lang="es-419"/>
              <a:t>para desarrollar modelos a partir de grandes conjuntos </a:t>
            </a:r>
            <a:br>
              <a:rPr lang="es-419"/>
            </a:br>
            <a:r>
              <a:rPr lang="es-419"/>
              <a:t>de datos</a:t>
            </a:r>
            <a:endParaRPr/>
          </a:p>
          <a:p>
            <a:pPr indent="-176847" lvl="0" marL="177800" rtl="0" algn="l">
              <a:lnSpc>
                <a:spcPct val="110000"/>
              </a:lnSpc>
              <a:spcBef>
                <a:spcPts val="900"/>
              </a:spcBef>
              <a:spcAft>
                <a:spcPts val="0"/>
              </a:spcAft>
              <a:buClr>
                <a:srgbClr val="232F3E"/>
              </a:buClr>
              <a:buSzPct val="100000"/>
              <a:buChar char="•"/>
            </a:pPr>
            <a:r>
              <a:rPr lang="es-419"/>
              <a:t>La canalización de machine learning describe las diferentes etapas para desarrollar una aplicación de machine learning</a:t>
            </a:r>
            <a:endParaRPr/>
          </a:p>
          <a:p>
            <a:pPr indent="-176847" lvl="0" marL="177800" rtl="0" algn="l">
              <a:lnSpc>
                <a:spcPct val="110000"/>
              </a:lnSpc>
              <a:spcBef>
                <a:spcPts val="900"/>
              </a:spcBef>
              <a:spcAft>
                <a:spcPts val="0"/>
              </a:spcAft>
              <a:buClr>
                <a:srgbClr val="232F3E"/>
              </a:buClr>
              <a:buSzPct val="100000"/>
              <a:buChar char="•"/>
            </a:pPr>
            <a:r>
              <a:rPr lang="es-419"/>
              <a:t>La pila de Amazon Machine Learning tiene tres capas clave </a:t>
            </a:r>
            <a:endParaRPr/>
          </a:p>
          <a:p>
            <a:pPr indent="-173355" lvl="1" marL="342900" rtl="0" algn="l">
              <a:lnSpc>
                <a:spcPct val="110000"/>
              </a:lnSpc>
              <a:spcBef>
                <a:spcPts val="900"/>
              </a:spcBef>
              <a:spcAft>
                <a:spcPts val="0"/>
              </a:spcAft>
              <a:buClr>
                <a:srgbClr val="232F3E"/>
              </a:buClr>
              <a:buSzPct val="100000"/>
              <a:buChar char="•"/>
            </a:pPr>
            <a:r>
              <a:rPr lang="es-419"/>
              <a:t>Servicios administrados, servicios de machine learning, marcos de trabajo de machine learning</a:t>
            </a:r>
            <a:endParaRPr/>
          </a:p>
          <a:p>
            <a:pPr indent="-176847" lvl="0" marL="177800" rtl="0" algn="l">
              <a:lnSpc>
                <a:spcPct val="110000"/>
              </a:lnSpc>
              <a:spcBef>
                <a:spcPts val="900"/>
              </a:spcBef>
              <a:spcAft>
                <a:spcPts val="0"/>
              </a:spcAft>
              <a:buClr>
                <a:srgbClr val="232F3E"/>
              </a:buClr>
              <a:buSzPct val="100000"/>
              <a:buChar char="•"/>
            </a:pPr>
            <a:r>
              <a:rPr lang="es-419"/>
              <a:t>El desarrollo de machine learning es diferente al desarrollo tradicional</a:t>
            </a:r>
            <a:endParaRPr/>
          </a:p>
          <a:p>
            <a:pPr indent="-173355" lvl="1" marL="342900" rtl="0" algn="l">
              <a:lnSpc>
                <a:spcPct val="110000"/>
              </a:lnSpc>
              <a:spcBef>
                <a:spcPts val="900"/>
              </a:spcBef>
              <a:spcAft>
                <a:spcPts val="0"/>
              </a:spcAft>
              <a:buClr>
                <a:srgbClr val="232F3E"/>
              </a:buClr>
              <a:buSzPct val="100000"/>
              <a:buChar char="•"/>
            </a:pPr>
            <a:r>
              <a:rPr lang="es-419"/>
              <a:t>El algoritmo de entrenamiento se aplica a los datos para crear un modelo que permita hacer predicciones</a:t>
            </a:r>
            <a:endParaRPr/>
          </a:p>
        </p:txBody>
      </p:sp>
      <p:pic>
        <p:nvPicPr>
          <p:cNvPr id="1410" name="Google Shape;1410;p120"/>
          <p:cNvPicPr preferRelativeResize="0"/>
          <p:nvPr/>
        </p:nvPicPr>
        <p:blipFill rotWithShape="1">
          <a:blip r:embed="rId3">
            <a:alphaModFix/>
          </a:blip>
          <a:srcRect b="0" l="0" r="0" t="0"/>
          <a:stretch/>
        </p:blipFill>
        <p:spPr>
          <a:xfrm>
            <a:off x="726424" y="2169319"/>
            <a:ext cx="1883284" cy="2057400"/>
          </a:xfrm>
          <a:prstGeom prst="rect">
            <a:avLst/>
          </a:prstGeom>
          <a:noFill/>
          <a:ln>
            <a:noFill/>
          </a:ln>
        </p:spPr>
      </p:pic>
      <p:sp>
        <p:nvSpPr>
          <p:cNvPr id="1411" name="Google Shape;1411;p12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2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Resumen del módulo</a:t>
            </a:r>
            <a:endParaRPr/>
          </a:p>
        </p:txBody>
      </p:sp>
      <p:sp>
        <p:nvSpPr>
          <p:cNvPr id="1417" name="Google Shape;1417;p121"/>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En resumen, en este módulo aprendieron a hacer lo siguiente:</a:t>
            </a:r>
            <a:endParaRPr/>
          </a:p>
          <a:p>
            <a:pPr indent="-165100" lvl="1" marL="342900" rtl="0" algn="l">
              <a:lnSpc>
                <a:spcPct val="100000"/>
              </a:lnSpc>
              <a:spcBef>
                <a:spcPts val="900"/>
              </a:spcBef>
              <a:spcAft>
                <a:spcPts val="0"/>
              </a:spcAft>
              <a:buClr>
                <a:srgbClr val="232F3E"/>
              </a:buClr>
              <a:buSzPts val="1800"/>
              <a:buChar char="•"/>
            </a:pPr>
            <a:r>
              <a:rPr lang="es-419"/>
              <a:t>Reconocer cómo el machine learning y el aprendizaje profundo son parte </a:t>
            </a:r>
            <a:br>
              <a:rPr lang="es-419"/>
            </a:br>
            <a:r>
              <a:rPr lang="es-419"/>
              <a:t>de la inteligencia artificial </a:t>
            </a:r>
            <a:endParaRPr/>
          </a:p>
          <a:p>
            <a:pPr indent="-165100" lvl="1" marL="342900" rtl="0" algn="l">
              <a:lnSpc>
                <a:spcPct val="100000"/>
              </a:lnSpc>
              <a:spcBef>
                <a:spcPts val="900"/>
              </a:spcBef>
              <a:spcAft>
                <a:spcPts val="0"/>
              </a:spcAft>
              <a:buClr>
                <a:srgbClr val="232F3E"/>
              </a:buClr>
              <a:buSzPts val="1800"/>
              <a:buChar char="•"/>
            </a:pPr>
            <a:r>
              <a:rPr lang="es-419"/>
              <a:t>Describir la terminología de inteligencia artificial y machine learning </a:t>
            </a:r>
            <a:endParaRPr/>
          </a:p>
          <a:p>
            <a:pPr indent="-165100" lvl="1" marL="342900" rtl="0" algn="l">
              <a:lnSpc>
                <a:spcPct val="100000"/>
              </a:lnSpc>
              <a:spcBef>
                <a:spcPts val="900"/>
              </a:spcBef>
              <a:spcAft>
                <a:spcPts val="0"/>
              </a:spcAft>
              <a:buClr>
                <a:srgbClr val="232F3E"/>
              </a:buClr>
              <a:buSzPts val="1800"/>
              <a:buChar char="•"/>
            </a:pPr>
            <a:r>
              <a:rPr lang="es-419"/>
              <a:t>Identificar cómo se puede utilizar el machine learning para resolver un problema empresarial</a:t>
            </a:r>
            <a:endParaRPr/>
          </a:p>
          <a:p>
            <a:pPr indent="-165100" lvl="1" marL="342900" rtl="0" algn="l">
              <a:lnSpc>
                <a:spcPct val="100000"/>
              </a:lnSpc>
              <a:spcBef>
                <a:spcPts val="900"/>
              </a:spcBef>
              <a:spcAft>
                <a:spcPts val="0"/>
              </a:spcAft>
              <a:buClr>
                <a:srgbClr val="232F3E"/>
              </a:buClr>
              <a:buSzPts val="1800"/>
              <a:buChar char="•"/>
            </a:pPr>
            <a:r>
              <a:rPr lang="es-419"/>
              <a:t>Describir el proceso de machine learning </a:t>
            </a:r>
            <a:endParaRPr/>
          </a:p>
          <a:p>
            <a:pPr indent="-165100" lvl="1" marL="342900" rtl="0" algn="l">
              <a:lnSpc>
                <a:spcPct val="100000"/>
              </a:lnSpc>
              <a:spcBef>
                <a:spcPts val="900"/>
              </a:spcBef>
              <a:spcAft>
                <a:spcPts val="0"/>
              </a:spcAft>
              <a:buClr>
                <a:srgbClr val="232F3E"/>
              </a:buClr>
              <a:buSzPts val="1800"/>
              <a:buChar char="•"/>
            </a:pPr>
            <a:r>
              <a:rPr lang="es-419"/>
              <a:t>Enumerar las herramientas disponibles para científicos de datos </a:t>
            </a:r>
            <a:endParaRPr/>
          </a:p>
          <a:p>
            <a:pPr indent="-165100" lvl="1" marL="342900" rtl="0" algn="l">
              <a:lnSpc>
                <a:spcPct val="100000"/>
              </a:lnSpc>
              <a:spcBef>
                <a:spcPts val="900"/>
              </a:spcBef>
              <a:spcAft>
                <a:spcPts val="0"/>
              </a:spcAft>
              <a:buClr>
                <a:srgbClr val="232F3E"/>
              </a:buClr>
              <a:buSzPts val="1800"/>
              <a:buChar char="•"/>
            </a:pPr>
            <a:r>
              <a:rPr lang="es-419"/>
              <a:t>Identificar cuándo utilizar machine learning en lugar de los métodos tradicionales de desarrollo de software </a:t>
            </a:r>
            <a:endParaRPr/>
          </a:p>
        </p:txBody>
      </p:sp>
      <p:sp>
        <p:nvSpPr>
          <p:cNvPr id="1418" name="Google Shape;1418;p12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2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Completar la evaluación de conocimientos</a:t>
            </a:r>
            <a:endParaRPr/>
          </a:p>
        </p:txBody>
      </p:sp>
      <p:pic>
        <p:nvPicPr>
          <p:cNvPr id="1424" name="Google Shape;1424;p122"/>
          <p:cNvPicPr preferRelativeResize="0"/>
          <p:nvPr>
            <p:ph idx="1" type="body"/>
          </p:nvPr>
        </p:nvPicPr>
        <p:blipFill rotWithShape="1">
          <a:blip r:embed="rId3">
            <a:alphaModFix/>
          </a:blip>
          <a:srcRect b="0" l="0" r="0" t="0"/>
          <a:stretch/>
        </p:blipFill>
        <p:spPr>
          <a:xfrm>
            <a:off x="1999750" y="1104995"/>
            <a:ext cx="5148072" cy="3433572"/>
          </a:xfrm>
          <a:prstGeom prst="rect">
            <a:avLst/>
          </a:prstGeom>
          <a:noFill/>
          <a:ln cap="flat" cmpd="sng" w="9525">
            <a:solidFill>
              <a:schemeClr val="accent1"/>
            </a:solidFill>
            <a:prstDash val="solid"/>
            <a:round/>
            <a:headEnd len="sm" w="sm" type="none"/>
            <a:tailEnd len="sm" w="sm" type="none"/>
          </a:ln>
        </p:spPr>
      </p:pic>
      <p:sp>
        <p:nvSpPr>
          <p:cNvPr id="1425" name="Google Shape;1425;p12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23"/>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Recursos adicionales</a:t>
            </a:r>
            <a:endParaRPr/>
          </a:p>
        </p:txBody>
      </p:sp>
      <p:sp>
        <p:nvSpPr>
          <p:cNvPr id="1431" name="Google Shape;1431;p123"/>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171450" lvl="0" marL="177800" rtl="0" algn="l">
              <a:lnSpc>
                <a:spcPct val="100000"/>
              </a:lnSpc>
              <a:spcBef>
                <a:spcPts val="0"/>
              </a:spcBef>
              <a:spcAft>
                <a:spcPts val="0"/>
              </a:spcAft>
              <a:buClr>
                <a:schemeClr val="accent6"/>
              </a:buClr>
              <a:buSzPts val="2100"/>
              <a:buChar char="•"/>
            </a:pPr>
            <a:r>
              <a:rPr lang="es-419" u="sng">
                <a:solidFill>
                  <a:schemeClr val="hlink"/>
                </a:solidFill>
                <a:latin typeface="Play"/>
                <a:ea typeface="Play"/>
                <a:cs typeface="Play"/>
                <a:sym typeface="Play"/>
                <a:hlinkClick r:id="rId3"/>
              </a:rPr>
              <a:t>¿Qué es machine learning?</a:t>
            </a:r>
            <a:endParaRPr>
              <a:solidFill>
                <a:schemeClr val="accent6"/>
              </a:solidFill>
              <a:latin typeface="Play"/>
              <a:ea typeface="Play"/>
              <a:cs typeface="Play"/>
              <a:sym typeface="Play"/>
            </a:endParaRPr>
          </a:p>
          <a:p>
            <a:pPr indent="-171450" lvl="0" marL="177800" rtl="0" algn="l">
              <a:lnSpc>
                <a:spcPct val="100000"/>
              </a:lnSpc>
              <a:spcBef>
                <a:spcPts val="900"/>
              </a:spcBef>
              <a:spcAft>
                <a:spcPts val="0"/>
              </a:spcAft>
              <a:buClr>
                <a:schemeClr val="accent6"/>
              </a:buClr>
              <a:buSzPts val="2100"/>
              <a:buChar char="•"/>
            </a:pPr>
            <a:r>
              <a:rPr lang="es-419" u="sng">
                <a:solidFill>
                  <a:schemeClr val="hlink"/>
                </a:solidFill>
                <a:latin typeface="Play"/>
                <a:ea typeface="Play"/>
                <a:cs typeface="Play"/>
                <a:sym typeface="Play"/>
                <a:hlinkClick r:id="rId4"/>
              </a:rPr>
              <a:t>Machine learning en AWS</a:t>
            </a:r>
            <a:endParaRPr>
              <a:solidFill>
                <a:schemeClr val="accent6"/>
              </a:solidFill>
              <a:latin typeface="Play"/>
              <a:ea typeface="Play"/>
              <a:cs typeface="Play"/>
              <a:sym typeface="Play"/>
            </a:endParaRPr>
          </a:p>
        </p:txBody>
      </p:sp>
      <p:sp>
        <p:nvSpPr>
          <p:cNvPr id="1432" name="Google Shape;1432;p12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124"/>
          <p:cNvSpPr txBox="1"/>
          <p:nvPr>
            <p:ph type="title"/>
          </p:nvPr>
        </p:nvSpPr>
        <p:spPr>
          <a:xfrm>
            <a:off x="342900" y="942185"/>
            <a:ext cx="5998523" cy="3037368"/>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lt1"/>
              </a:buClr>
              <a:buSzPts val="3300"/>
              <a:buFont typeface="Play"/>
              <a:buNone/>
            </a:pPr>
            <a:r>
              <a:rPr lang="es-419"/>
              <a:t>Gracias</a:t>
            </a:r>
            <a:endParaRPr/>
          </a:p>
        </p:txBody>
      </p:sp>
      <p:sp>
        <p:nvSpPr>
          <p:cNvPr id="1438" name="Google Shape;1438;p124"/>
          <p:cNvSpPr txBox="1"/>
          <p:nvPr>
            <p:ph idx="1" type="body"/>
          </p:nvPr>
        </p:nvSpPr>
        <p:spPr>
          <a:xfrm>
            <a:off x="342900" y="3979069"/>
            <a:ext cx="6825515" cy="85606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lt1"/>
              </a:buClr>
              <a:buSzPts val="1400"/>
              <a:buFont typeface="Play"/>
              <a:buNone/>
            </a:pPr>
            <a:r>
              <a:rPr b="0" i="0" lang="es-419" sz="1400" u="none" cap="none" strike="noStrike">
                <a:solidFill>
                  <a:schemeClr val="lt1"/>
                </a:solidFill>
                <a:latin typeface="Play"/>
                <a:ea typeface="Play"/>
                <a:cs typeface="Play"/>
                <a:sym typeface="Play"/>
              </a:rPr>
              <a:t>¿Desea hacer correcciones, comentarios u otras preguntas?</a:t>
            </a:r>
            <a:endParaRPr/>
          </a:p>
          <a:p>
            <a:pPr indent="0" lvl="0" marL="0" marR="0" rtl="0" algn="l">
              <a:lnSpc>
                <a:spcPct val="100000"/>
              </a:lnSpc>
              <a:spcBef>
                <a:spcPts val="0"/>
              </a:spcBef>
              <a:spcAft>
                <a:spcPts val="0"/>
              </a:spcAft>
              <a:buClr>
                <a:schemeClr val="lt1"/>
              </a:buClr>
              <a:buSzPts val="1400"/>
              <a:buFont typeface="Play"/>
              <a:buNone/>
            </a:pPr>
            <a:r>
              <a:rPr b="0" i="0" lang="es-419" sz="1400" u="none" cap="none" strike="noStrike">
                <a:solidFill>
                  <a:schemeClr val="lt1"/>
                </a:solidFill>
                <a:latin typeface="Play"/>
                <a:ea typeface="Play"/>
                <a:cs typeface="Play"/>
                <a:sym typeface="Play"/>
              </a:rPr>
              <a:t>Contáctenos en </a:t>
            </a:r>
            <a:r>
              <a:rPr b="0" i="0" lang="es-419" sz="1400" u="sng" cap="none" strike="noStrike">
                <a:solidFill>
                  <a:schemeClr val="hlink"/>
                </a:solidFill>
                <a:latin typeface="Play"/>
                <a:ea typeface="Play"/>
                <a:cs typeface="Play"/>
                <a:sym typeface="Play"/>
                <a:hlinkClick r:id="rId3"/>
              </a:rPr>
              <a:t>https://support.aws.amazon.com/#/contacts/aws-academy</a:t>
            </a:r>
            <a:r>
              <a:rPr b="0" i="0" lang="es-419" sz="1400" u="none" cap="none" strike="noStrike">
                <a:solidFill>
                  <a:schemeClr val="lt1"/>
                </a:solidFill>
                <a:latin typeface="Play"/>
                <a:ea typeface="Play"/>
                <a:cs typeface="Play"/>
                <a:sym typeface="Play"/>
              </a:rPr>
              <a:t>.</a:t>
            </a:r>
            <a:endParaRPr/>
          </a:p>
        </p:txBody>
      </p:sp>
      <p:sp>
        <p:nvSpPr>
          <p:cNvPr id="1439" name="Google Shape;1439;p12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3" name="Shape 1443"/>
        <p:cNvGrpSpPr/>
        <p:nvPr/>
      </p:nvGrpSpPr>
      <p:grpSpPr>
        <a:xfrm>
          <a:off x="0" y="0"/>
          <a:ext cx="0" cy="0"/>
          <a:chOff x="0" y="0"/>
          <a:chExt cx="0" cy="0"/>
        </a:xfrm>
      </p:grpSpPr>
      <p:sp>
        <p:nvSpPr>
          <p:cNvPr id="1444" name="Google Shape;1444;p125"/>
          <p:cNvSpPr txBox="1"/>
          <p:nvPr>
            <p:ph type="title"/>
          </p:nvPr>
        </p:nvSpPr>
        <p:spPr>
          <a:xfrm>
            <a:off x="274320" y="226314"/>
            <a:ext cx="8684394" cy="54864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Archivos fuente de imagen para uso exclusivo de desarrollo.</a:t>
            </a:r>
            <a:endParaRPr/>
          </a:p>
        </p:txBody>
      </p:sp>
      <p:sp>
        <p:nvSpPr>
          <p:cNvPr id="1445" name="Google Shape;1445;p12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9" name="Shape 1449"/>
        <p:cNvGrpSpPr/>
        <p:nvPr/>
      </p:nvGrpSpPr>
      <p:grpSpPr>
        <a:xfrm>
          <a:off x="0" y="0"/>
          <a:ext cx="0" cy="0"/>
          <a:chOff x="0" y="0"/>
          <a:chExt cx="0" cy="0"/>
        </a:xfrm>
      </p:grpSpPr>
      <p:sp>
        <p:nvSpPr>
          <p:cNvPr id="1450" name="Google Shape;1450;p126"/>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sz="2300"/>
              <a:t>Inteligencia artificial, machine learning y aprendizaje profundo</a:t>
            </a:r>
            <a:endParaRPr/>
          </a:p>
        </p:txBody>
      </p:sp>
      <p:sp>
        <p:nvSpPr>
          <p:cNvPr id="1451" name="Google Shape;1451;p126"/>
          <p:cNvSpPr/>
          <p:nvPr/>
        </p:nvSpPr>
        <p:spPr>
          <a:xfrm>
            <a:off x="2315367" y="1207530"/>
            <a:ext cx="4382300" cy="3108680"/>
          </a:xfrm>
          <a:prstGeom prst="rect">
            <a:avLst/>
          </a:prstGeom>
          <a:solidFill>
            <a:schemeClr val="accent2"/>
          </a:solidFill>
          <a:ln cap="flat" cmpd="sng" w="12700">
            <a:solidFill>
              <a:srgbClr val="232F3E"/>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34275" lIns="685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1452" name="Google Shape;1452;p126"/>
          <p:cNvSpPr/>
          <p:nvPr/>
        </p:nvSpPr>
        <p:spPr>
          <a:xfrm>
            <a:off x="2960644" y="1207530"/>
            <a:ext cx="3737024" cy="2530034"/>
          </a:xfrm>
          <a:prstGeom prst="rect">
            <a:avLst/>
          </a:prstGeom>
          <a:solidFill>
            <a:schemeClr val="accent4"/>
          </a:solidFill>
          <a:ln cap="flat" cmpd="sng" w="12700">
            <a:solidFill>
              <a:srgbClr val="232F3E"/>
            </a:solidFill>
            <a:prstDash val="solid"/>
            <a:round/>
            <a:headEnd len="sm" w="sm" type="none"/>
            <a:tailEnd len="sm" w="sm" type="none"/>
          </a:ln>
          <a:effectLst>
            <a:outerShdw blurRad="50800" rotWithShape="0" algn="r" dir="10800000" dist="38100">
              <a:srgbClr val="000000">
                <a:alpha val="40000"/>
              </a:srgbClr>
            </a:outerShdw>
          </a:effectLst>
        </p:spPr>
        <p:txBody>
          <a:bodyPr anchorCtr="0" anchor="b" bIns="411475" lIns="411475" spcFirstLastPara="1" rIns="68575" wrap="square" tIns="342900">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1453" name="Google Shape;1453;p126"/>
          <p:cNvSpPr/>
          <p:nvPr/>
        </p:nvSpPr>
        <p:spPr>
          <a:xfrm>
            <a:off x="3657164" y="1207530"/>
            <a:ext cx="3040503" cy="1951398"/>
          </a:xfrm>
          <a:prstGeom prst="rect">
            <a:avLst/>
          </a:prstGeom>
          <a:solidFill>
            <a:schemeClr val="dk2"/>
          </a:solidFill>
          <a:ln cap="flat" cmpd="sng" w="12700">
            <a:solidFill>
              <a:srgbClr val="232F3E"/>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11475" lIns="4114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1454" name="Google Shape;1454;p126"/>
          <p:cNvSpPr/>
          <p:nvPr/>
        </p:nvSpPr>
        <p:spPr>
          <a:xfrm>
            <a:off x="4293394" y="1207530"/>
            <a:ext cx="2404274" cy="1340612"/>
          </a:xfrm>
          <a:prstGeom prst="rect">
            <a:avLst/>
          </a:prstGeom>
          <a:solidFill>
            <a:schemeClr val="lt2"/>
          </a:solidFill>
          <a:ln cap="flat" cmpd="sng" w="1905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11475" lIns="4114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lay"/>
              <a:ea typeface="Play"/>
              <a:cs typeface="Play"/>
              <a:sym typeface="Play"/>
            </a:endParaRPr>
          </a:p>
        </p:txBody>
      </p:sp>
      <p:sp>
        <p:nvSpPr>
          <p:cNvPr id="1455" name="Google Shape;1455;p126"/>
          <p:cNvSpPr txBox="1"/>
          <p:nvPr/>
        </p:nvSpPr>
        <p:spPr>
          <a:xfrm>
            <a:off x="2498536" y="3888383"/>
            <a:ext cx="2303860"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800">
                <a:solidFill>
                  <a:schemeClr val="lt1"/>
                </a:solidFill>
                <a:latin typeface="Play"/>
                <a:ea typeface="Play"/>
                <a:cs typeface="Play"/>
                <a:sym typeface="Play"/>
              </a:rPr>
              <a:t>Inteligencia artificial</a:t>
            </a:r>
            <a:endParaRPr sz="1100"/>
          </a:p>
          <a:p>
            <a:pPr indent="0" lvl="0" marL="0" marR="0" rtl="0" algn="l">
              <a:spcBef>
                <a:spcPts val="0"/>
              </a:spcBef>
              <a:spcAft>
                <a:spcPts val="0"/>
              </a:spcAft>
              <a:buNone/>
            </a:pPr>
            <a:r>
              <a:t/>
            </a:r>
            <a:endParaRPr sz="1400">
              <a:solidFill>
                <a:schemeClr val="lt1"/>
              </a:solidFill>
              <a:latin typeface="Play"/>
              <a:ea typeface="Play"/>
              <a:cs typeface="Play"/>
              <a:sym typeface="Play"/>
            </a:endParaRPr>
          </a:p>
        </p:txBody>
      </p:sp>
      <p:sp>
        <p:nvSpPr>
          <p:cNvPr id="1456" name="Google Shape;1456;p126"/>
          <p:cNvSpPr/>
          <p:nvPr/>
        </p:nvSpPr>
        <p:spPr>
          <a:xfrm>
            <a:off x="3171062" y="3309746"/>
            <a:ext cx="1934664"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dk2"/>
                </a:solidFill>
                <a:latin typeface="Play"/>
                <a:ea typeface="Play"/>
                <a:cs typeface="Play"/>
                <a:sym typeface="Play"/>
              </a:rPr>
              <a:t>Machine learning</a:t>
            </a:r>
            <a:endParaRPr sz="1100"/>
          </a:p>
        </p:txBody>
      </p:sp>
      <p:sp>
        <p:nvSpPr>
          <p:cNvPr id="1457" name="Google Shape;1457;p126"/>
          <p:cNvSpPr/>
          <p:nvPr/>
        </p:nvSpPr>
        <p:spPr>
          <a:xfrm>
            <a:off x="3882341" y="2679305"/>
            <a:ext cx="1600439"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lt1"/>
                </a:solidFill>
                <a:latin typeface="Play"/>
                <a:ea typeface="Play"/>
                <a:cs typeface="Play"/>
                <a:sym typeface="Play"/>
              </a:rPr>
              <a:t>Aprendizaje profundo</a:t>
            </a:r>
            <a:endParaRPr sz="1100"/>
          </a:p>
        </p:txBody>
      </p:sp>
      <p:sp>
        <p:nvSpPr>
          <p:cNvPr id="1458" name="Google Shape;1458;p126"/>
          <p:cNvSpPr/>
          <p:nvPr/>
        </p:nvSpPr>
        <p:spPr>
          <a:xfrm>
            <a:off x="4721761" y="1704711"/>
            <a:ext cx="1547539" cy="3462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800">
                <a:solidFill>
                  <a:schemeClr val="dk2"/>
                </a:solidFill>
                <a:latin typeface="Play"/>
                <a:ea typeface="Play"/>
                <a:cs typeface="Play"/>
                <a:sym typeface="Play"/>
              </a:rPr>
              <a:t>IA generativa</a:t>
            </a:r>
            <a:endParaRPr sz="1100"/>
          </a:p>
        </p:txBody>
      </p:sp>
      <p:sp>
        <p:nvSpPr>
          <p:cNvPr id="1459" name="Google Shape;1459;p12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3" name="Shape 1463"/>
        <p:cNvGrpSpPr/>
        <p:nvPr/>
      </p:nvGrpSpPr>
      <p:grpSpPr>
        <a:xfrm>
          <a:off x="0" y="0"/>
          <a:ext cx="0" cy="0"/>
          <a:chOff x="0" y="0"/>
          <a:chExt cx="0" cy="0"/>
        </a:xfrm>
      </p:grpSpPr>
      <p:sp>
        <p:nvSpPr>
          <p:cNvPr id="1464" name="Google Shape;1464;p12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Machine learning</a:t>
            </a:r>
            <a:endParaRPr/>
          </a:p>
        </p:txBody>
      </p:sp>
      <p:sp>
        <p:nvSpPr>
          <p:cNvPr id="1465" name="Google Shape;1465;p127"/>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Machine learning es el estudio científico de algoritmos y modelos estadísticos para realizar una tarea utilizando inferencia en lugar de instrucciones.</a:t>
            </a:r>
            <a:endParaRPr/>
          </a:p>
        </p:txBody>
      </p:sp>
      <p:grpSp>
        <p:nvGrpSpPr>
          <p:cNvPr descr="Flow chart of machine learning flow from data to model to prediction." id="1466" name="Google Shape;1466;p127"/>
          <p:cNvGrpSpPr/>
          <p:nvPr/>
        </p:nvGrpSpPr>
        <p:grpSpPr>
          <a:xfrm>
            <a:off x="2349421" y="2553324"/>
            <a:ext cx="4445158" cy="1098992"/>
            <a:chOff x="3770712" y="3404432"/>
            <a:chExt cx="5926878" cy="1465323"/>
          </a:xfrm>
        </p:grpSpPr>
        <p:sp>
          <p:nvSpPr>
            <p:cNvPr id="1467" name="Google Shape;1467;p127"/>
            <p:cNvSpPr txBox="1"/>
            <p:nvPr/>
          </p:nvSpPr>
          <p:spPr>
            <a:xfrm>
              <a:off x="5406704" y="4469645"/>
              <a:ext cx="2512804"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Flujo de machine learning</a:t>
              </a:r>
              <a:endParaRPr sz="1100"/>
            </a:p>
          </p:txBody>
        </p:sp>
        <p:sp>
          <p:nvSpPr>
            <p:cNvPr id="1468" name="Google Shape;1468;p127"/>
            <p:cNvSpPr/>
            <p:nvPr/>
          </p:nvSpPr>
          <p:spPr>
            <a:xfrm>
              <a:off x="3770712" y="3409656"/>
              <a:ext cx="1472184" cy="9144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Datos</a:t>
              </a:r>
              <a:endParaRPr sz="1100"/>
            </a:p>
          </p:txBody>
        </p:sp>
        <p:sp>
          <p:nvSpPr>
            <p:cNvPr id="1469" name="Google Shape;1469;p127"/>
            <p:cNvSpPr/>
            <p:nvPr/>
          </p:nvSpPr>
          <p:spPr>
            <a:xfrm>
              <a:off x="5998059" y="3404433"/>
              <a:ext cx="1472184" cy="914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Modelo</a:t>
              </a:r>
              <a:endParaRPr sz="1100"/>
            </a:p>
          </p:txBody>
        </p:sp>
        <p:sp>
          <p:nvSpPr>
            <p:cNvPr id="1470" name="Google Shape;1470;p127"/>
            <p:cNvSpPr/>
            <p:nvPr/>
          </p:nvSpPr>
          <p:spPr>
            <a:xfrm>
              <a:off x="8225406" y="3404432"/>
              <a:ext cx="1472184" cy="9144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Predicción</a:t>
              </a:r>
              <a:endParaRPr sz="1100"/>
            </a:p>
          </p:txBody>
        </p:sp>
        <p:cxnSp>
          <p:nvCxnSpPr>
            <p:cNvPr id="1471" name="Google Shape;1471;p127"/>
            <p:cNvCxnSpPr>
              <a:stCxn id="1468" idx="3"/>
              <a:endCxn id="1469" idx="1"/>
            </p:cNvCxnSpPr>
            <p:nvPr/>
          </p:nvCxnSpPr>
          <p:spPr>
            <a:xfrm flipH="1" rot="10800000">
              <a:off x="5242896" y="3861756"/>
              <a:ext cx="755100" cy="5100"/>
            </a:xfrm>
            <a:prstGeom prst="straightConnector1">
              <a:avLst/>
            </a:prstGeom>
            <a:noFill/>
            <a:ln cap="flat" cmpd="sng" w="12700">
              <a:solidFill>
                <a:schemeClr val="dk2"/>
              </a:solidFill>
              <a:prstDash val="solid"/>
              <a:round/>
              <a:headEnd len="sm" w="sm" type="none"/>
              <a:tailEnd len="med" w="med" type="stealth"/>
            </a:ln>
          </p:spPr>
        </p:cxnSp>
        <p:cxnSp>
          <p:nvCxnSpPr>
            <p:cNvPr id="1472" name="Google Shape;1472;p127"/>
            <p:cNvCxnSpPr>
              <a:stCxn id="1469" idx="3"/>
              <a:endCxn id="1470" idx="1"/>
            </p:cNvCxnSpPr>
            <p:nvPr/>
          </p:nvCxnSpPr>
          <p:spPr>
            <a:xfrm>
              <a:off x="7470243" y="3861633"/>
              <a:ext cx="755100" cy="0"/>
            </a:xfrm>
            <a:prstGeom prst="straightConnector1">
              <a:avLst/>
            </a:prstGeom>
            <a:noFill/>
            <a:ln cap="flat" cmpd="sng" w="12700">
              <a:solidFill>
                <a:schemeClr val="dk2"/>
              </a:solidFill>
              <a:prstDash val="solid"/>
              <a:round/>
              <a:headEnd len="sm" w="sm" type="none"/>
              <a:tailEnd len="med" w="med" type="stealth"/>
            </a:ln>
          </p:spPr>
        </p:cxnSp>
      </p:grpSp>
      <p:sp>
        <p:nvSpPr>
          <p:cNvPr id="1473" name="Google Shape;1473;p12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7" name="Shape 1477"/>
        <p:cNvGrpSpPr/>
        <p:nvPr/>
      </p:nvGrpSpPr>
      <p:grpSpPr>
        <a:xfrm>
          <a:off x="0" y="0"/>
          <a:ext cx="0" cy="0"/>
          <a:chOff x="0" y="0"/>
          <a:chExt cx="0" cy="0"/>
        </a:xfrm>
      </p:grpSpPr>
      <p:sp>
        <p:nvSpPr>
          <p:cNvPr id="1478" name="Google Shape;1478;p12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IA generativa</a:t>
            </a:r>
            <a:endParaRPr/>
          </a:p>
        </p:txBody>
      </p:sp>
      <p:sp>
        <p:nvSpPr>
          <p:cNvPr id="1479" name="Google Shape;1479;p128"/>
          <p:cNvSpPr/>
          <p:nvPr/>
        </p:nvSpPr>
        <p:spPr>
          <a:xfrm>
            <a:off x="4222984" y="1158174"/>
            <a:ext cx="4287794" cy="3163330"/>
          </a:xfrm>
          <a:prstGeom prst="roundRect">
            <a:avLst>
              <a:gd fmla="val 16667" name="adj"/>
            </a:avLst>
          </a:prstGeom>
          <a:solidFill>
            <a:schemeClr val="lt2"/>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lay"/>
              <a:ea typeface="Play"/>
              <a:cs typeface="Play"/>
              <a:sym typeface="Play"/>
            </a:endParaRPr>
          </a:p>
        </p:txBody>
      </p:sp>
      <p:grpSp>
        <p:nvGrpSpPr>
          <p:cNvPr id="1480" name="Google Shape;1480;p128"/>
          <p:cNvGrpSpPr/>
          <p:nvPr/>
        </p:nvGrpSpPr>
        <p:grpSpPr>
          <a:xfrm>
            <a:off x="758119" y="1383643"/>
            <a:ext cx="2987449" cy="2818111"/>
            <a:chOff x="8806736" y="1671422"/>
            <a:chExt cx="2272919" cy="2272919"/>
          </a:xfrm>
        </p:grpSpPr>
        <p:pic>
          <p:nvPicPr>
            <p:cNvPr id="1481" name="Google Shape;1481;p128"/>
            <p:cNvPicPr preferRelativeResize="0"/>
            <p:nvPr/>
          </p:nvPicPr>
          <p:blipFill rotWithShape="1">
            <a:blip r:embed="rId3">
              <a:alphaModFix/>
            </a:blip>
            <a:srcRect b="0" l="0" r="0" t="0"/>
            <a:stretch/>
          </p:blipFill>
          <p:spPr>
            <a:xfrm>
              <a:off x="8806736" y="1671422"/>
              <a:ext cx="2272919" cy="2272919"/>
            </a:xfrm>
            <a:prstGeom prst="rect">
              <a:avLst/>
            </a:prstGeom>
            <a:noFill/>
            <a:ln>
              <a:noFill/>
            </a:ln>
          </p:spPr>
        </p:pic>
        <p:pic>
          <p:nvPicPr>
            <p:cNvPr id="1482" name="Google Shape;1482;p128"/>
            <p:cNvPicPr preferRelativeResize="0"/>
            <p:nvPr/>
          </p:nvPicPr>
          <p:blipFill rotWithShape="1">
            <a:blip r:embed="rId4">
              <a:alphaModFix/>
            </a:blip>
            <a:srcRect b="0" l="0" r="0" t="0"/>
            <a:stretch/>
          </p:blipFill>
          <p:spPr>
            <a:xfrm>
              <a:off x="9664399" y="2529405"/>
              <a:ext cx="557449" cy="557449"/>
            </a:xfrm>
            <a:prstGeom prst="rect">
              <a:avLst/>
            </a:prstGeom>
            <a:noFill/>
            <a:ln>
              <a:noFill/>
            </a:ln>
          </p:spPr>
        </p:pic>
      </p:grpSp>
      <p:pic>
        <p:nvPicPr>
          <p:cNvPr id="1483" name="Google Shape;1483;p128"/>
          <p:cNvPicPr preferRelativeResize="0"/>
          <p:nvPr/>
        </p:nvPicPr>
        <p:blipFill rotWithShape="1">
          <a:blip r:embed="rId5">
            <a:alphaModFix/>
          </a:blip>
          <a:srcRect b="0" l="0" r="0" t="0"/>
          <a:stretch/>
        </p:blipFill>
        <p:spPr>
          <a:xfrm>
            <a:off x="7075949" y="3291258"/>
            <a:ext cx="957413" cy="676853"/>
          </a:xfrm>
          <a:prstGeom prst="rect">
            <a:avLst/>
          </a:prstGeom>
          <a:noFill/>
          <a:ln>
            <a:noFill/>
          </a:ln>
        </p:spPr>
      </p:pic>
      <p:pic>
        <p:nvPicPr>
          <p:cNvPr id="1484" name="Google Shape;1484;p128"/>
          <p:cNvPicPr preferRelativeResize="0"/>
          <p:nvPr/>
        </p:nvPicPr>
        <p:blipFill rotWithShape="1">
          <a:blip r:embed="rId6">
            <a:alphaModFix/>
          </a:blip>
          <a:srcRect b="0" l="0" r="0" t="0"/>
          <a:stretch/>
        </p:blipFill>
        <p:spPr>
          <a:xfrm>
            <a:off x="4632770" y="3208389"/>
            <a:ext cx="935756" cy="759721"/>
          </a:xfrm>
          <a:prstGeom prst="rect">
            <a:avLst/>
          </a:prstGeom>
          <a:noFill/>
          <a:ln>
            <a:noFill/>
          </a:ln>
        </p:spPr>
      </p:pic>
      <p:pic>
        <p:nvPicPr>
          <p:cNvPr id="1485" name="Google Shape;1485;p128"/>
          <p:cNvPicPr preferRelativeResize="0"/>
          <p:nvPr/>
        </p:nvPicPr>
        <p:blipFill rotWithShape="1">
          <a:blip r:embed="rId7">
            <a:alphaModFix/>
          </a:blip>
          <a:srcRect b="0" l="0" r="0" t="0"/>
          <a:stretch/>
        </p:blipFill>
        <p:spPr>
          <a:xfrm>
            <a:off x="6747083" y="2340460"/>
            <a:ext cx="851274" cy="851274"/>
          </a:xfrm>
          <a:prstGeom prst="rect">
            <a:avLst/>
          </a:prstGeom>
          <a:noFill/>
          <a:ln>
            <a:noFill/>
          </a:ln>
        </p:spPr>
      </p:pic>
      <p:pic>
        <p:nvPicPr>
          <p:cNvPr id="1486" name="Google Shape;1486;p128"/>
          <p:cNvPicPr preferRelativeResize="0"/>
          <p:nvPr/>
        </p:nvPicPr>
        <p:blipFill rotWithShape="1">
          <a:blip r:embed="rId8">
            <a:alphaModFix/>
          </a:blip>
          <a:srcRect b="0" l="0" r="0" t="0"/>
          <a:stretch/>
        </p:blipFill>
        <p:spPr>
          <a:xfrm>
            <a:off x="5756669" y="1383643"/>
            <a:ext cx="1319280" cy="857294"/>
          </a:xfrm>
          <a:prstGeom prst="rect">
            <a:avLst/>
          </a:prstGeom>
          <a:noFill/>
          <a:ln>
            <a:noFill/>
          </a:ln>
        </p:spPr>
      </p:pic>
      <p:pic>
        <p:nvPicPr>
          <p:cNvPr id="1487" name="Google Shape;1487;p128"/>
          <p:cNvPicPr preferRelativeResize="0"/>
          <p:nvPr/>
        </p:nvPicPr>
        <p:blipFill rotWithShape="1">
          <a:blip r:embed="rId9">
            <a:alphaModFix/>
          </a:blip>
          <a:srcRect b="0" l="0" r="0" t="0"/>
          <a:stretch/>
        </p:blipFill>
        <p:spPr>
          <a:xfrm>
            <a:off x="5004680" y="2382663"/>
            <a:ext cx="1018644" cy="679097"/>
          </a:xfrm>
          <a:prstGeom prst="rect">
            <a:avLst/>
          </a:prstGeom>
          <a:noFill/>
          <a:ln>
            <a:noFill/>
          </a:ln>
        </p:spPr>
      </p:pic>
      <p:sp>
        <p:nvSpPr>
          <p:cNvPr id="1488" name="Google Shape;1488;p12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2" name="Shape 1492"/>
        <p:cNvGrpSpPr/>
        <p:nvPr/>
      </p:nvGrpSpPr>
      <p:grpSpPr>
        <a:xfrm>
          <a:off x="0" y="0"/>
          <a:ext cx="0" cy="0"/>
          <a:chOff x="0" y="0"/>
          <a:chExt cx="0" cy="0"/>
        </a:xfrm>
      </p:grpSpPr>
      <p:sp>
        <p:nvSpPr>
          <p:cNvPr id="1493" name="Google Shape;1493;p129"/>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Avances tecnológicos y ML</a:t>
            </a:r>
            <a:endParaRPr/>
          </a:p>
        </p:txBody>
      </p:sp>
      <p:grpSp>
        <p:nvGrpSpPr>
          <p:cNvPr descr="Flow of technology advancements from traditional computing to modern machine learning." id="1494" name="Google Shape;1494;p129"/>
          <p:cNvGrpSpPr/>
          <p:nvPr/>
        </p:nvGrpSpPr>
        <p:grpSpPr>
          <a:xfrm>
            <a:off x="603926" y="1332707"/>
            <a:ext cx="8021103" cy="3078095"/>
            <a:chOff x="1056907" y="1776943"/>
            <a:chExt cx="10150804" cy="4104126"/>
          </a:xfrm>
        </p:grpSpPr>
        <p:grpSp>
          <p:nvGrpSpPr>
            <p:cNvPr descr="Flow of technology advancements from traditional computing to modern machine learning." id="1495" name="Google Shape;1495;p129"/>
            <p:cNvGrpSpPr/>
            <p:nvPr/>
          </p:nvGrpSpPr>
          <p:grpSpPr>
            <a:xfrm>
              <a:off x="1056907" y="1776943"/>
              <a:ext cx="10150804" cy="3068784"/>
              <a:chOff x="1056907" y="1776943"/>
              <a:chExt cx="10150804" cy="3068784"/>
            </a:xfrm>
          </p:grpSpPr>
          <p:sp>
            <p:nvSpPr>
              <p:cNvPr id="1496" name="Google Shape;1496;p129"/>
              <p:cNvSpPr/>
              <p:nvPr/>
            </p:nvSpPr>
            <p:spPr>
              <a:xfrm>
                <a:off x="1056907" y="1814857"/>
                <a:ext cx="2757223" cy="1901952"/>
              </a:xfrm>
              <a:prstGeom prst="roundRect">
                <a:avLst>
                  <a:gd fmla="val 16667" name="adj"/>
                </a:avLst>
              </a:prstGeom>
              <a:solidFill>
                <a:schemeClr val="lt1"/>
              </a:solidFill>
              <a:ln cap="flat" cmpd="sng" w="28575">
                <a:solidFill>
                  <a:srgbClr val="05A385"/>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1497" name="Google Shape;1497;p129"/>
              <p:cNvSpPr/>
              <p:nvPr/>
            </p:nvSpPr>
            <p:spPr>
              <a:xfrm>
                <a:off x="8288733" y="1830688"/>
                <a:ext cx="2918978" cy="1901952"/>
              </a:xfrm>
              <a:prstGeom prst="roundRect">
                <a:avLst>
                  <a:gd fmla="val 16667" name="adj"/>
                </a:avLst>
              </a:prstGeom>
              <a:solidFill>
                <a:schemeClr val="lt1"/>
              </a:solidFill>
              <a:ln cap="flat" cmpd="sng" w="28575">
                <a:solidFill>
                  <a:schemeClr val="accent6"/>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1498" name="Google Shape;1498;p129"/>
              <p:cNvSpPr/>
              <p:nvPr/>
            </p:nvSpPr>
            <p:spPr>
              <a:xfrm>
                <a:off x="6153208" y="1837770"/>
                <a:ext cx="2030967" cy="1901952"/>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id="1499" name="Google Shape;1499;p129"/>
              <p:cNvSpPr/>
              <p:nvPr/>
            </p:nvSpPr>
            <p:spPr>
              <a:xfrm>
                <a:off x="3969841" y="1830688"/>
                <a:ext cx="2030967" cy="1901952"/>
              </a:xfrm>
              <a:prstGeom prst="roundRect">
                <a:avLst>
                  <a:gd fmla="val 16667" name="adj"/>
                </a:avLst>
              </a:prstGeom>
              <a:solidFill>
                <a:schemeClr val="lt1"/>
              </a:solidFill>
              <a:ln cap="flat" cmpd="sng" w="28575">
                <a:solidFill>
                  <a:schemeClr val="accent2"/>
                </a:solidFill>
                <a:prstDash val="solid"/>
                <a:round/>
                <a:headEnd len="sm" w="sm" type="none"/>
                <a:tailEnd len="sm" w="sm" type="none"/>
              </a:ln>
            </p:spPr>
            <p:txBody>
              <a:bodyPr anchorCtr="0" anchor="t" bIns="45725" lIns="91425" spcFirstLastPara="1" rIns="91425" wrap="square" tIns="45725">
                <a:noAutofit/>
              </a:bodyPr>
              <a:lstStyle/>
              <a:p>
                <a:pPr indent="0" lvl="0" marL="0" marR="0" rtl="0" algn="ctr">
                  <a:spcBef>
                    <a:spcPts val="0"/>
                  </a:spcBef>
                  <a:spcAft>
                    <a:spcPts val="0"/>
                  </a:spcAft>
                  <a:buClr>
                    <a:schemeClr val="dk1"/>
                  </a:buClr>
                  <a:buSzPts val="2400"/>
                  <a:buFont typeface="Arial"/>
                  <a:buNone/>
                </a:pPr>
                <a:r>
                  <a:t/>
                </a:r>
                <a:endParaRPr b="0" i="0" sz="2400">
                  <a:solidFill>
                    <a:schemeClr val="dk1"/>
                  </a:solidFill>
                  <a:latin typeface="Arial"/>
                  <a:ea typeface="Arial"/>
                  <a:cs typeface="Arial"/>
                  <a:sym typeface="Arial"/>
                </a:endParaRPr>
              </a:p>
            </p:txBody>
          </p:sp>
          <p:sp>
            <p:nvSpPr>
              <p:cNvPr descr="Right-arrow going from infrastructure as a service to software as a service." id="1500" name="Google Shape;1500;p129"/>
              <p:cNvSpPr/>
              <p:nvPr/>
            </p:nvSpPr>
            <p:spPr>
              <a:xfrm>
                <a:off x="1056907" y="4002764"/>
                <a:ext cx="10150803" cy="842963"/>
              </a:xfrm>
              <a:prstGeom prst="rightArrow">
                <a:avLst>
                  <a:gd fmla="val 50000" name="adj1"/>
                  <a:gd fmla="val 50000" name="adj2"/>
                </a:avLst>
              </a:prstGeom>
              <a:gradFill>
                <a:gsLst>
                  <a:gs pos="0">
                    <a:schemeClr val="accent3"/>
                  </a:gs>
                  <a:gs pos="50000">
                    <a:schemeClr val="accent2"/>
                  </a:gs>
                  <a:gs pos="100000">
                    <a:schemeClr val="accent6"/>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pic>
            <p:nvPicPr>
              <p:cNvPr id="1501" name="Google Shape;1501;p129"/>
              <p:cNvPicPr preferRelativeResize="0"/>
              <p:nvPr/>
            </p:nvPicPr>
            <p:blipFill rotWithShape="1">
              <a:blip r:embed="rId3">
                <a:alphaModFix/>
              </a:blip>
              <a:srcRect b="0" l="0" r="0" t="0"/>
              <a:stretch/>
            </p:blipFill>
            <p:spPr>
              <a:xfrm>
                <a:off x="4076112" y="1776943"/>
                <a:ext cx="1818423" cy="1915876"/>
              </a:xfrm>
              <a:prstGeom prst="rect">
                <a:avLst/>
              </a:prstGeom>
              <a:noFill/>
              <a:ln>
                <a:noFill/>
              </a:ln>
            </p:spPr>
          </p:pic>
          <p:pic>
            <p:nvPicPr>
              <p:cNvPr id="1502" name="Google Shape;1502;p129"/>
              <p:cNvPicPr preferRelativeResize="0"/>
              <p:nvPr/>
            </p:nvPicPr>
            <p:blipFill rotWithShape="1">
              <a:blip r:embed="rId4">
                <a:alphaModFix/>
              </a:blip>
              <a:srcRect b="0" l="0" r="0" t="0"/>
              <a:stretch/>
            </p:blipFill>
            <p:spPr>
              <a:xfrm>
                <a:off x="6344697" y="2069662"/>
                <a:ext cx="1647988" cy="1438166"/>
              </a:xfrm>
              <a:prstGeom prst="rect">
                <a:avLst/>
              </a:prstGeom>
              <a:noFill/>
              <a:ln>
                <a:noFill/>
              </a:ln>
            </p:spPr>
          </p:pic>
        </p:grpSp>
        <p:sp>
          <p:nvSpPr>
            <p:cNvPr id="1503" name="Google Shape;1503;p129"/>
            <p:cNvSpPr txBox="1"/>
            <p:nvPr/>
          </p:nvSpPr>
          <p:spPr>
            <a:xfrm>
              <a:off x="1056907" y="5050071"/>
              <a:ext cx="1952993" cy="83099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Informática tradicional</a:t>
              </a:r>
              <a:endParaRPr sz="1100"/>
            </a:p>
          </p:txBody>
        </p:sp>
        <p:sp>
          <p:nvSpPr>
            <p:cNvPr id="1504" name="Google Shape;1504;p129"/>
            <p:cNvSpPr txBox="1"/>
            <p:nvPr/>
          </p:nvSpPr>
          <p:spPr>
            <a:xfrm>
              <a:off x="2920155" y="5050072"/>
              <a:ext cx="3233053" cy="83099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Cloud Computing y </a:t>
              </a:r>
              <a:endParaRPr sz="1100"/>
            </a:p>
            <a:p>
              <a:pPr indent="0" lvl="0" marL="0" marR="0" rtl="0" algn="ctr">
                <a:spcBef>
                  <a:spcPts val="0"/>
                </a:spcBef>
                <a:spcAft>
                  <a:spcPts val="0"/>
                </a:spcAft>
                <a:buNone/>
              </a:pPr>
              <a:r>
                <a:rPr lang="es-419" sz="1800">
                  <a:solidFill>
                    <a:srgbClr val="232F3E"/>
                  </a:solidFill>
                  <a:latin typeface="Play"/>
                  <a:ea typeface="Play"/>
                  <a:cs typeface="Play"/>
                  <a:sym typeface="Play"/>
                </a:rPr>
                <a:t>ley de Moore</a:t>
              </a:r>
              <a:endParaRPr sz="1100"/>
            </a:p>
          </p:txBody>
        </p:sp>
        <p:sp>
          <p:nvSpPr>
            <p:cNvPr id="1505" name="Google Shape;1505;p129"/>
            <p:cNvSpPr txBox="1"/>
            <p:nvPr/>
          </p:nvSpPr>
          <p:spPr>
            <a:xfrm>
              <a:off x="6153208" y="5024777"/>
              <a:ext cx="2396611" cy="83099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Machine learning</a:t>
              </a:r>
              <a:endParaRPr sz="1100"/>
            </a:p>
            <a:p>
              <a:pPr indent="0" lvl="0" marL="0" marR="0" rtl="0" algn="ctr">
                <a:spcBef>
                  <a:spcPts val="0"/>
                </a:spcBef>
                <a:spcAft>
                  <a:spcPts val="0"/>
                </a:spcAft>
                <a:buNone/>
              </a:pPr>
              <a:r>
                <a:rPr lang="es-419" sz="1800">
                  <a:solidFill>
                    <a:srgbClr val="232F3E"/>
                  </a:solidFill>
                  <a:latin typeface="Play"/>
                  <a:ea typeface="Play"/>
                  <a:cs typeface="Play"/>
                  <a:sym typeface="Play"/>
                </a:rPr>
                <a:t> moderno</a:t>
              </a:r>
              <a:endParaRPr sz="1100"/>
            </a:p>
          </p:txBody>
        </p:sp>
      </p:grpSp>
      <p:sp>
        <p:nvSpPr>
          <p:cNvPr id="1506" name="Google Shape;1506;p129"/>
          <p:cNvSpPr txBox="1"/>
          <p:nvPr/>
        </p:nvSpPr>
        <p:spPr>
          <a:xfrm>
            <a:off x="6762202" y="3752930"/>
            <a:ext cx="1547539"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800">
                <a:solidFill>
                  <a:srgbClr val="232F3E"/>
                </a:solidFill>
                <a:latin typeface="Play"/>
                <a:ea typeface="Play"/>
                <a:cs typeface="Play"/>
                <a:sym typeface="Play"/>
              </a:rPr>
              <a:t>IA generativa</a:t>
            </a:r>
            <a:endParaRPr sz="1100"/>
          </a:p>
        </p:txBody>
      </p:sp>
      <p:grpSp>
        <p:nvGrpSpPr>
          <p:cNvPr id="1507" name="Google Shape;1507;p129"/>
          <p:cNvGrpSpPr/>
          <p:nvPr/>
        </p:nvGrpSpPr>
        <p:grpSpPr>
          <a:xfrm>
            <a:off x="6719347" y="1322198"/>
            <a:ext cx="1504805" cy="1545914"/>
            <a:chOff x="8806736" y="1671422"/>
            <a:chExt cx="2272919" cy="2272919"/>
          </a:xfrm>
        </p:grpSpPr>
        <p:pic>
          <p:nvPicPr>
            <p:cNvPr id="1508" name="Google Shape;1508;p129"/>
            <p:cNvPicPr preferRelativeResize="0"/>
            <p:nvPr/>
          </p:nvPicPr>
          <p:blipFill rotWithShape="1">
            <a:blip r:embed="rId5">
              <a:alphaModFix/>
            </a:blip>
            <a:srcRect b="0" l="0" r="0" t="0"/>
            <a:stretch/>
          </p:blipFill>
          <p:spPr>
            <a:xfrm>
              <a:off x="8806736" y="1671422"/>
              <a:ext cx="2272919" cy="2272919"/>
            </a:xfrm>
            <a:prstGeom prst="rect">
              <a:avLst/>
            </a:prstGeom>
            <a:noFill/>
            <a:ln>
              <a:noFill/>
            </a:ln>
          </p:spPr>
        </p:pic>
        <p:pic>
          <p:nvPicPr>
            <p:cNvPr id="1509" name="Google Shape;1509;p129"/>
            <p:cNvPicPr preferRelativeResize="0"/>
            <p:nvPr/>
          </p:nvPicPr>
          <p:blipFill rotWithShape="1">
            <a:blip r:embed="rId6">
              <a:alphaModFix/>
            </a:blip>
            <a:srcRect b="0" l="0" r="0" t="0"/>
            <a:stretch/>
          </p:blipFill>
          <p:spPr>
            <a:xfrm>
              <a:off x="9664399" y="2529405"/>
              <a:ext cx="557449" cy="557449"/>
            </a:xfrm>
            <a:prstGeom prst="rect">
              <a:avLst/>
            </a:prstGeom>
            <a:noFill/>
            <a:ln>
              <a:noFill/>
            </a:ln>
          </p:spPr>
        </p:pic>
      </p:grpSp>
      <p:pic>
        <p:nvPicPr>
          <p:cNvPr id="1510" name="Google Shape;1510;p129"/>
          <p:cNvPicPr preferRelativeResize="0"/>
          <p:nvPr/>
        </p:nvPicPr>
        <p:blipFill rotWithShape="1">
          <a:blip r:embed="rId7">
            <a:alphaModFix/>
          </a:blip>
          <a:srcRect b="0" l="0" r="0" t="0"/>
          <a:stretch/>
        </p:blipFill>
        <p:spPr>
          <a:xfrm>
            <a:off x="919848" y="1347568"/>
            <a:ext cx="1543050" cy="1543050"/>
          </a:xfrm>
          <a:prstGeom prst="rect">
            <a:avLst/>
          </a:prstGeom>
          <a:noFill/>
          <a:ln>
            <a:noFill/>
          </a:ln>
        </p:spPr>
      </p:pic>
      <p:sp>
        <p:nvSpPr>
          <p:cNvPr id="1511" name="Google Shape;1511;p12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5" name="Shape 1515"/>
        <p:cNvGrpSpPr/>
        <p:nvPr/>
      </p:nvGrpSpPr>
      <p:grpSpPr>
        <a:xfrm>
          <a:off x="0" y="0"/>
          <a:ext cx="0" cy="0"/>
          <a:chOff x="0" y="0"/>
          <a:chExt cx="0" cy="0"/>
        </a:xfrm>
      </p:grpSpPr>
      <p:sp>
        <p:nvSpPr>
          <p:cNvPr id="1516" name="Google Shape;1516;p130"/>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Tipos de machine learning</a:t>
            </a:r>
            <a:endParaRPr/>
          </a:p>
        </p:txBody>
      </p:sp>
      <p:grpSp>
        <p:nvGrpSpPr>
          <p:cNvPr descr="Three types of machine learning: supervised learning, reinforcement learning, and unsupervised learning." id="1517" name="Google Shape;1517;p130"/>
          <p:cNvGrpSpPr/>
          <p:nvPr/>
        </p:nvGrpSpPr>
        <p:grpSpPr>
          <a:xfrm>
            <a:off x="912624" y="1460182"/>
            <a:ext cx="7155296" cy="3203145"/>
            <a:chOff x="1216832" y="1946909"/>
            <a:chExt cx="9540394" cy="4270860"/>
          </a:xfrm>
        </p:grpSpPr>
        <p:sp>
          <p:nvSpPr>
            <p:cNvPr id="1518" name="Google Shape;1518;p130"/>
            <p:cNvSpPr/>
            <p:nvPr/>
          </p:nvSpPr>
          <p:spPr>
            <a:xfrm>
              <a:off x="5019260" y="1946911"/>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Machine learning</a:t>
              </a:r>
              <a:endParaRPr sz="1100"/>
            </a:p>
          </p:txBody>
        </p:sp>
        <p:cxnSp>
          <p:nvCxnSpPr>
            <p:cNvPr id="1519" name="Google Shape;1519;p130"/>
            <p:cNvCxnSpPr>
              <a:stCxn id="1518" idx="2"/>
              <a:endCxn id="1520" idx="6"/>
            </p:cNvCxnSpPr>
            <p:nvPr/>
          </p:nvCxnSpPr>
          <p:spPr>
            <a:xfrm rot="10800000">
              <a:off x="3152360" y="2914680"/>
              <a:ext cx="1866900" cy="0"/>
            </a:xfrm>
            <a:prstGeom prst="straightConnector1">
              <a:avLst/>
            </a:prstGeom>
            <a:noFill/>
            <a:ln cap="flat" cmpd="sng" w="28575">
              <a:solidFill>
                <a:schemeClr val="accent5"/>
              </a:solidFill>
              <a:prstDash val="solid"/>
              <a:round/>
              <a:headEnd len="sm" w="sm" type="none"/>
              <a:tailEnd len="sm" w="sm" type="none"/>
            </a:ln>
          </p:spPr>
        </p:cxnSp>
        <p:cxnSp>
          <p:nvCxnSpPr>
            <p:cNvPr id="1521" name="Google Shape;1521;p130"/>
            <p:cNvCxnSpPr>
              <a:stCxn id="1518" idx="6"/>
              <a:endCxn id="1522" idx="2"/>
            </p:cNvCxnSpPr>
            <p:nvPr/>
          </p:nvCxnSpPr>
          <p:spPr>
            <a:xfrm>
              <a:off x="6954797" y="2914680"/>
              <a:ext cx="1866900" cy="0"/>
            </a:xfrm>
            <a:prstGeom prst="straightConnector1">
              <a:avLst/>
            </a:prstGeom>
            <a:noFill/>
            <a:ln cap="flat" cmpd="sng" w="28575">
              <a:solidFill>
                <a:schemeClr val="dk2"/>
              </a:solidFill>
              <a:prstDash val="solid"/>
              <a:round/>
              <a:headEnd len="sm" w="sm" type="none"/>
              <a:tailEnd len="sm" w="sm" type="none"/>
            </a:ln>
          </p:spPr>
        </p:cxnSp>
        <p:cxnSp>
          <p:nvCxnSpPr>
            <p:cNvPr id="1523" name="Google Shape;1523;p130"/>
            <p:cNvCxnSpPr>
              <a:stCxn id="1518" idx="4"/>
              <a:endCxn id="1524" idx="0"/>
            </p:cNvCxnSpPr>
            <p:nvPr/>
          </p:nvCxnSpPr>
          <p:spPr>
            <a:xfrm>
              <a:off x="5987029" y="3882448"/>
              <a:ext cx="0" cy="399900"/>
            </a:xfrm>
            <a:prstGeom prst="straightConnector1">
              <a:avLst/>
            </a:prstGeom>
            <a:noFill/>
            <a:ln cap="flat" cmpd="sng" w="28575">
              <a:solidFill>
                <a:schemeClr val="accent6"/>
              </a:solidFill>
              <a:prstDash val="solid"/>
              <a:round/>
              <a:headEnd len="sm" w="sm" type="none"/>
              <a:tailEnd len="sm" w="sm" type="none"/>
            </a:ln>
          </p:spPr>
        </p:cxnSp>
        <p:grpSp>
          <p:nvGrpSpPr>
            <p:cNvPr id="1525" name="Google Shape;1525;p130"/>
            <p:cNvGrpSpPr/>
            <p:nvPr/>
          </p:nvGrpSpPr>
          <p:grpSpPr>
            <a:xfrm>
              <a:off x="8821689" y="1946910"/>
              <a:ext cx="1935537" cy="1935537"/>
              <a:chOff x="8465763" y="4057417"/>
              <a:chExt cx="1935537" cy="1935537"/>
            </a:xfrm>
          </p:grpSpPr>
          <p:sp>
            <p:nvSpPr>
              <p:cNvPr id="1522" name="Google Shape;1522;p130"/>
              <p:cNvSpPr/>
              <p:nvPr/>
            </p:nvSpPr>
            <p:spPr>
              <a:xfrm>
                <a:off x="8465763" y="4057417"/>
                <a:ext cx="1935537" cy="1935537"/>
              </a:xfrm>
              <a:prstGeom prst="ellipse">
                <a:avLst/>
              </a:prstGeom>
              <a:solidFill>
                <a:schemeClr val="dk2"/>
              </a:solidFill>
              <a:ln cap="flat" cmpd="sng" w="107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26" name="Google Shape;1526;p130"/>
              <p:cNvSpPr txBox="1"/>
              <p:nvPr/>
            </p:nvSpPr>
            <p:spPr>
              <a:xfrm>
                <a:off x="8481187" y="4671242"/>
                <a:ext cx="1904689"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por refuerzo</a:t>
                </a:r>
                <a:endParaRPr sz="1100"/>
              </a:p>
            </p:txBody>
          </p:sp>
        </p:grpSp>
        <p:grpSp>
          <p:nvGrpSpPr>
            <p:cNvPr id="1527" name="Google Shape;1527;p130"/>
            <p:cNvGrpSpPr/>
            <p:nvPr/>
          </p:nvGrpSpPr>
          <p:grpSpPr>
            <a:xfrm>
              <a:off x="5019260" y="4282232"/>
              <a:ext cx="1935537" cy="1935537"/>
              <a:chOff x="8465763" y="4057417"/>
              <a:chExt cx="1935537" cy="1935537"/>
            </a:xfrm>
          </p:grpSpPr>
          <p:sp>
            <p:nvSpPr>
              <p:cNvPr id="1524" name="Google Shape;1524;p130"/>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28" name="Google Shape;1528;p130"/>
              <p:cNvSpPr txBox="1"/>
              <p:nvPr/>
            </p:nvSpPr>
            <p:spPr>
              <a:xfrm>
                <a:off x="8556530" y="4671242"/>
                <a:ext cx="1754006"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no supervisado</a:t>
                </a:r>
                <a:endParaRPr sz="1100"/>
              </a:p>
            </p:txBody>
          </p:sp>
        </p:grpSp>
        <p:grpSp>
          <p:nvGrpSpPr>
            <p:cNvPr id="1529" name="Google Shape;1529;p130"/>
            <p:cNvGrpSpPr/>
            <p:nvPr/>
          </p:nvGrpSpPr>
          <p:grpSpPr>
            <a:xfrm>
              <a:off x="1216832" y="1946909"/>
              <a:ext cx="1935537" cy="1935537"/>
              <a:chOff x="8465763" y="4057417"/>
              <a:chExt cx="1935537" cy="1935537"/>
            </a:xfrm>
          </p:grpSpPr>
          <p:sp>
            <p:nvSpPr>
              <p:cNvPr id="1520" name="Google Shape;1520;p130"/>
              <p:cNvSpPr/>
              <p:nvPr/>
            </p:nvSpPr>
            <p:spPr>
              <a:xfrm>
                <a:off x="8465763" y="4057417"/>
                <a:ext cx="1935537" cy="1935537"/>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30" name="Google Shape;1530;p130"/>
              <p:cNvSpPr txBox="1"/>
              <p:nvPr/>
            </p:nvSpPr>
            <p:spPr>
              <a:xfrm>
                <a:off x="8704807" y="4671242"/>
                <a:ext cx="1457451"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supervisado</a:t>
                </a:r>
                <a:endParaRPr sz="1100"/>
              </a:p>
            </p:txBody>
          </p:sp>
        </p:grpSp>
      </p:grpSp>
      <p:sp>
        <p:nvSpPr>
          <p:cNvPr id="1531" name="Google Shape;1531;p13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5" name="Shape 1535"/>
        <p:cNvGrpSpPr/>
        <p:nvPr/>
      </p:nvGrpSpPr>
      <p:grpSpPr>
        <a:xfrm>
          <a:off x="0" y="0"/>
          <a:ext cx="0" cy="0"/>
          <a:chOff x="0" y="0"/>
          <a:chExt cx="0" cy="0"/>
        </a:xfrm>
      </p:grpSpPr>
      <p:sp>
        <p:nvSpPr>
          <p:cNvPr id="1536" name="Google Shape;1536;p13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supervisado</a:t>
            </a:r>
            <a:endParaRPr/>
          </a:p>
        </p:txBody>
      </p:sp>
      <p:sp>
        <p:nvSpPr>
          <p:cNvPr id="1537" name="Google Shape;1537;p131"/>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Aprende identificando patrones en datos que </a:t>
            </a:r>
            <a:r>
              <a:rPr b="1" lang="es-419"/>
              <a:t>ya estén etiquetados</a:t>
            </a:r>
            <a:r>
              <a:rPr lang="es-419"/>
              <a:t>.</a:t>
            </a:r>
            <a:endParaRPr/>
          </a:p>
        </p:txBody>
      </p:sp>
      <p:grpSp>
        <p:nvGrpSpPr>
          <p:cNvPr descr="Two categories of supervised learning: classification and regression." id="1538" name="Google Shape;1538;p131"/>
          <p:cNvGrpSpPr/>
          <p:nvPr/>
        </p:nvGrpSpPr>
        <p:grpSpPr>
          <a:xfrm>
            <a:off x="228713" y="1429306"/>
            <a:ext cx="4556602" cy="3213316"/>
            <a:chOff x="304950" y="1905741"/>
            <a:chExt cx="6075469" cy="4284421"/>
          </a:xfrm>
        </p:grpSpPr>
        <p:cxnSp>
          <p:nvCxnSpPr>
            <p:cNvPr id="1539" name="Google Shape;1539;p131"/>
            <p:cNvCxnSpPr>
              <a:endCxn id="1540" idx="1"/>
            </p:cNvCxnSpPr>
            <p:nvPr/>
          </p:nvCxnSpPr>
          <p:spPr>
            <a:xfrm flipH="1" rot="10800000">
              <a:off x="3491335" y="2362941"/>
              <a:ext cx="1416900" cy="656400"/>
            </a:xfrm>
            <a:prstGeom prst="straightConnector1">
              <a:avLst/>
            </a:prstGeom>
            <a:noFill/>
            <a:ln cap="flat" cmpd="sng" w="12700">
              <a:solidFill>
                <a:srgbClr val="136883"/>
              </a:solidFill>
              <a:prstDash val="solid"/>
              <a:round/>
              <a:headEnd len="sm" w="sm" type="none"/>
              <a:tailEnd len="sm" w="sm" type="none"/>
            </a:ln>
          </p:spPr>
        </p:cxnSp>
        <p:cxnSp>
          <p:nvCxnSpPr>
            <p:cNvPr id="1541" name="Google Shape;1541;p131"/>
            <p:cNvCxnSpPr>
              <a:endCxn id="1542" idx="1"/>
            </p:cNvCxnSpPr>
            <p:nvPr/>
          </p:nvCxnSpPr>
          <p:spPr>
            <a:xfrm>
              <a:off x="3491335" y="3019335"/>
              <a:ext cx="1416900" cy="657300"/>
            </a:xfrm>
            <a:prstGeom prst="straightConnector1">
              <a:avLst/>
            </a:prstGeom>
            <a:noFill/>
            <a:ln cap="flat" cmpd="sng" w="12700">
              <a:solidFill>
                <a:srgbClr val="136883"/>
              </a:solidFill>
              <a:prstDash val="solid"/>
              <a:round/>
              <a:headEnd len="sm" w="sm" type="none"/>
              <a:tailEnd len="sm" w="sm" type="none"/>
            </a:ln>
          </p:spPr>
        </p:cxnSp>
        <p:cxnSp>
          <p:nvCxnSpPr>
            <p:cNvPr id="1543" name="Google Shape;1543;p131"/>
            <p:cNvCxnSpPr>
              <a:stCxn id="1544" idx="3"/>
              <a:endCxn id="1545" idx="1"/>
            </p:cNvCxnSpPr>
            <p:nvPr/>
          </p:nvCxnSpPr>
          <p:spPr>
            <a:xfrm>
              <a:off x="1272718" y="4120109"/>
              <a:ext cx="2001300" cy="1102200"/>
            </a:xfrm>
            <a:prstGeom prst="straightConnector1">
              <a:avLst/>
            </a:prstGeom>
            <a:noFill/>
            <a:ln cap="flat" cmpd="sng" w="28575">
              <a:solidFill>
                <a:schemeClr val="accent5"/>
              </a:solidFill>
              <a:prstDash val="solid"/>
              <a:round/>
              <a:headEnd len="sm" w="sm" type="none"/>
              <a:tailEnd len="sm" w="sm" type="none"/>
            </a:ln>
          </p:spPr>
        </p:cxnSp>
        <p:cxnSp>
          <p:nvCxnSpPr>
            <p:cNvPr id="1546" name="Google Shape;1546;p131"/>
            <p:cNvCxnSpPr>
              <a:stCxn id="1544" idx="3"/>
              <a:endCxn id="1547" idx="1"/>
            </p:cNvCxnSpPr>
            <p:nvPr/>
          </p:nvCxnSpPr>
          <p:spPr>
            <a:xfrm flipH="1" rot="10800000">
              <a:off x="1272718" y="3019409"/>
              <a:ext cx="1935300" cy="1100700"/>
            </a:xfrm>
            <a:prstGeom prst="straightConnector1">
              <a:avLst/>
            </a:prstGeom>
            <a:noFill/>
            <a:ln cap="flat" cmpd="sng" w="28575">
              <a:solidFill>
                <a:schemeClr val="accent5"/>
              </a:solidFill>
              <a:prstDash val="solid"/>
              <a:round/>
              <a:headEnd len="sm" w="sm" type="none"/>
              <a:tailEnd len="sm" w="sm" type="none"/>
            </a:ln>
          </p:spPr>
        </p:cxnSp>
        <p:grpSp>
          <p:nvGrpSpPr>
            <p:cNvPr id="1548" name="Google Shape;1548;p131"/>
            <p:cNvGrpSpPr/>
            <p:nvPr/>
          </p:nvGrpSpPr>
          <p:grpSpPr>
            <a:xfrm>
              <a:off x="304950" y="3152341"/>
              <a:ext cx="1935537" cy="1935537"/>
              <a:chOff x="1319059" y="2808421"/>
              <a:chExt cx="1935537" cy="1935537"/>
            </a:xfrm>
          </p:grpSpPr>
          <p:grpSp>
            <p:nvGrpSpPr>
              <p:cNvPr id="1549" name="Google Shape;1549;p131"/>
              <p:cNvGrpSpPr/>
              <p:nvPr/>
            </p:nvGrpSpPr>
            <p:grpSpPr>
              <a:xfrm>
                <a:off x="1319059" y="2808421"/>
                <a:ext cx="1935537" cy="1935537"/>
                <a:chOff x="8465763" y="4057417"/>
                <a:chExt cx="1935537" cy="1935537"/>
              </a:xfrm>
            </p:grpSpPr>
            <p:sp>
              <p:nvSpPr>
                <p:cNvPr id="1550" name="Google Shape;1550;p131"/>
                <p:cNvSpPr/>
                <p:nvPr/>
              </p:nvSpPr>
              <p:spPr>
                <a:xfrm>
                  <a:off x="8465763" y="4057417"/>
                  <a:ext cx="1935537" cy="1935537"/>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51" name="Google Shape;1551;p131"/>
                <p:cNvSpPr txBox="1"/>
                <p:nvPr/>
              </p:nvSpPr>
              <p:spPr>
                <a:xfrm>
                  <a:off x="8767741" y="4671242"/>
                  <a:ext cx="1331582"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supervisado</a:t>
                  </a:r>
                  <a:endParaRPr sz="1100"/>
                </a:p>
              </p:txBody>
            </p:sp>
          </p:grpSp>
          <p:sp>
            <p:nvSpPr>
              <p:cNvPr id="1544" name="Google Shape;1544;p131"/>
              <p:cNvSpPr/>
              <p:nvPr/>
            </p:nvSpPr>
            <p:spPr>
              <a:xfrm>
                <a:off x="2003374" y="3318989"/>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1552" name="Google Shape;1552;p131"/>
            <p:cNvGrpSpPr/>
            <p:nvPr/>
          </p:nvGrpSpPr>
          <p:grpSpPr>
            <a:xfrm>
              <a:off x="2381827" y="2051611"/>
              <a:ext cx="1935537" cy="1935537"/>
              <a:chOff x="4408271" y="1311565"/>
              <a:chExt cx="1935537" cy="1935537"/>
            </a:xfrm>
          </p:grpSpPr>
          <p:sp>
            <p:nvSpPr>
              <p:cNvPr id="1547" name="Google Shape;1547;p131"/>
              <p:cNvSpPr/>
              <p:nvPr/>
            </p:nvSpPr>
            <p:spPr>
              <a:xfrm>
                <a:off x="5234313" y="1822133"/>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553" name="Google Shape;1553;p131"/>
              <p:cNvSpPr/>
              <p:nvPr/>
            </p:nvSpPr>
            <p:spPr>
              <a:xfrm>
                <a:off x="4408271" y="1311565"/>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grpSp>
        <p:grpSp>
          <p:nvGrpSpPr>
            <p:cNvPr id="1554" name="Google Shape;1554;p131"/>
            <p:cNvGrpSpPr/>
            <p:nvPr/>
          </p:nvGrpSpPr>
          <p:grpSpPr>
            <a:xfrm>
              <a:off x="2377685" y="4254625"/>
              <a:ext cx="1935537" cy="1935537"/>
              <a:chOff x="4408271" y="4305277"/>
              <a:chExt cx="1935537" cy="1935537"/>
            </a:xfrm>
          </p:grpSpPr>
          <p:grpSp>
            <p:nvGrpSpPr>
              <p:cNvPr id="1555" name="Google Shape;1555;p131"/>
              <p:cNvGrpSpPr/>
              <p:nvPr/>
            </p:nvGrpSpPr>
            <p:grpSpPr>
              <a:xfrm>
                <a:off x="4408271" y="4305277"/>
                <a:ext cx="1935537" cy="1935537"/>
                <a:chOff x="8465763" y="4057417"/>
                <a:chExt cx="1935537" cy="1935537"/>
              </a:xfrm>
            </p:grpSpPr>
            <p:sp>
              <p:nvSpPr>
                <p:cNvPr id="1556" name="Google Shape;1556;p131"/>
                <p:cNvSpPr/>
                <p:nvPr/>
              </p:nvSpPr>
              <p:spPr>
                <a:xfrm>
                  <a:off x="8465763" y="4057417"/>
                  <a:ext cx="1935537" cy="1935537"/>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57" name="Google Shape;1557;p131"/>
                <p:cNvSpPr txBox="1"/>
                <p:nvPr/>
              </p:nvSpPr>
              <p:spPr>
                <a:xfrm>
                  <a:off x="8776881" y="4825130"/>
                  <a:ext cx="1313308" cy="40011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Regresión</a:t>
                  </a:r>
                  <a:endParaRPr sz="1100"/>
                </a:p>
              </p:txBody>
            </p:sp>
          </p:grpSp>
          <p:sp>
            <p:nvSpPr>
              <p:cNvPr id="1545" name="Google Shape;1545;p131"/>
              <p:cNvSpPr/>
              <p:nvPr/>
            </p:nvSpPr>
            <p:spPr>
              <a:xfrm>
                <a:off x="5304507" y="4815846"/>
                <a:ext cx="283453"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sp>
          <p:nvSpPr>
            <p:cNvPr id="1540" name="Google Shape;1540;p131"/>
            <p:cNvSpPr/>
            <p:nvPr/>
          </p:nvSpPr>
          <p:spPr>
            <a:xfrm>
              <a:off x="4908235" y="1905741"/>
              <a:ext cx="1472184" cy="9144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Binario [0,1]</a:t>
              </a:r>
              <a:endParaRPr sz="1100"/>
            </a:p>
          </p:txBody>
        </p:sp>
        <p:sp>
          <p:nvSpPr>
            <p:cNvPr id="1542" name="Google Shape;1542;p131"/>
            <p:cNvSpPr/>
            <p:nvPr/>
          </p:nvSpPr>
          <p:spPr>
            <a:xfrm>
              <a:off x="4908235" y="3219435"/>
              <a:ext cx="1472184" cy="914400"/>
            </a:xfrm>
            <a:prstGeom prst="rect">
              <a:avLst/>
            </a:prstGeom>
            <a:solidFill>
              <a:schemeClr val="accent2"/>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Múltiplo [0,1,2]</a:t>
              </a:r>
              <a:endParaRPr sz="1100"/>
            </a:p>
          </p:txBody>
        </p:sp>
        <p:sp>
          <p:nvSpPr>
            <p:cNvPr id="1558" name="Google Shape;1558;p131"/>
            <p:cNvSpPr txBox="1"/>
            <p:nvPr/>
          </p:nvSpPr>
          <p:spPr>
            <a:xfrm>
              <a:off x="2572484" y="2819325"/>
              <a:ext cx="1545936" cy="40011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Clasificación</a:t>
              </a:r>
              <a:endParaRPr sz="1100"/>
            </a:p>
          </p:txBody>
        </p:sp>
      </p:grpSp>
      <p:sp>
        <p:nvSpPr>
          <p:cNvPr id="1559" name="Google Shape;1559;p131"/>
          <p:cNvSpPr txBox="1"/>
          <p:nvPr/>
        </p:nvSpPr>
        <p:spPr>
          <a:xfrm>
            <a:off x="4956451" y="1405005"/>
            <a:ext cx="3908900" cy="1509548"/>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Detección de fraude</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Reconocimiento de imagen</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Retención de clientes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Diagnóstico médico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Publicidad personalizada</a:t>
            </a:r>
            <a:endParaRPr sz="1100"/>
          </a:p>
        </p:txBody>
      </p:sp>
      <p:sp>
        <p:nvSpPr>
          <p:cNvPr id="1560" name="Google Shape;1560;p131"/>
          <p:cNvSpPr txBox="1"/>
          <p:nvPr/>
        </p:nvSpPr>
        <p:spPr>
          <a:xfrm>
            <a:off x="4958782" y="3235839"/>
            <a:ext cx="4202223" cy="151195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Predicción de ventas de productos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Previsiones meteorológicas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Previsión del mercado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Predicción del crecimiento demográfico</a:t>
            </a:r>
            <a:endParaRPr sz="1100"/>
          </a:p>
        </p:txBody>
      </p:sp>
      <p:sp>
        <p:nvSpPr>
          <p:cNvPr id="1561" name="Google Shape;1561;p13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5" name="Shape 1565"/>
        <p:cNvGrpSpPr/>
        <p:nvPr/>
      </p:nvGrpSpPr>
      <p:grpSpPr>
        <a:xfrm>
          <a:off x="0" y="0"/>
          <a:ext cx="0" cy="0"/>
          <a:chOff x="0" y="0"/>
          <a:chExt cx="0" cy="0"/>
        </a:xfrm>
      </p:grpSpPr>
      <p:sp>
        <p:nvSpPr>
          <p:cNvPr id="1566" name="Google Shape;1566;p132"/>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Aprendizaje no supervisado</a:t>
            </a:r>
            <a:endParaRPr/>
          </a:p>
        </p:txBody>
      </p:sp>
      <p:sp>
        <p:nvSpPr>
          <p:cNvPr id="1567" name="Google Shape;1567;p132"/>
          <p:cNvSpPr txBox="1"/>
          <p:nvPr>
            <p:ph idx="1" type="body"/>
          </p:nvPr>
        </p:nvSpPr>
        <p:spPr>
          <a:xfrm>
            <a:off x="274320" y="822960"/>
            <a:ext cx="8599932" cy="3998214"/>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rgbClr val="232F3E"/>
              </a:buClr>
              <a:buSzPts val="2100"/>
              <a:buNone/>
            </a:pPr>
            <a:r>
              <a:rPr lang="es-419"/>
              <a:t>La máquina debe descubrir y </a:t>
            </a:r>
            <a:r>
              <a:rPr b="1" lang="es-419"/>
              <a:t>crear las etiquetas </a:t>
            </a:r>
            <a:r>
              <a:rPr lang="es-419"/>
              <a:t> por sí misma. </a:t>
            </a:r>
            <a:endParaRPr/>
          </a:p>
        </p:txBody>
      </p:sp>
      <p:grpSp>
        <p:nvGrpSpPr>
          <p:cNvPr descr="Subcategories of unsupervised learning: clustering and dimensionality reduction." id="1568" name="Google Shape;1568;p132"/>
          <p:cNvGrpSpPr/>
          <p:nvPr/>
        </p:nvGrpSpPr>
        <p:grpSpPr>
          <a:xfrm>
            <a:off x="506345" y="1496273"/>
            <a:ext cx="3592186" cy="3115630"/>
            <a:chOff x="1589526" y="2214368"/>
            <a:chExt cx="4789581" cy="4154174"/>
          </a:xfrm>
        </p:grpSpPr>
        <p:cxnSp>
          <p:nvCxnSpPr>
            <p:cNvPr id="1569" name="Google Shape;1569;p132"/>
            <p:cNvCxnSpPr>
              <a:stCxn id="1570" idx="3"/>
              <a:endCxn id="1571" idx="1"/>
            </p:cNvCxnSpPr>
            <p:nvPr/>
          </p:nvCxnSpPr>
          <p:spPr>
            <a:xfrm>
              <a:off x="2557294" y="4287847"/>
              <a:ext cx="2853900" cy="1113000"/>
            </a:xfrm>
            <a:prstGeom prst="straightConnector1">
              <a:avLst/>
            </a:prstGeom>
            <a:noFill/>
            <a:ln cap="flat" cmpd="sng" w="28575">
              <a:solidFill>
                <a:schemeClr val="accent6"/>
              </a:solidFill>
              <a:prstDash val="solid"/>
              <a:round/>
              <a:headEnd len="sm" w="sm" type="none"/>
              <a:tailEnd len="sm" w="sm" type="none"/>
            </a:ln>
          </p:spPr>
        </p:cxnSp>
        <p:cxnSp>
          <p:nvCxnSpPr>
            <p:cNvPr id="1572" name="Google Shape;1572;p132"/>
            <p:cNvCxnSpPr>
              <a:stCxn id="1570" idx="3"/>
              <a:endCxn id="1573" idx="1"/>
            </p:cNvCxnSpPr>
            <p:nvPr/>
          </p:nvCxnSpPr>
          <p:spPr>
            <a:xfrm flipH="1" rot="10800000">
              <a:off x="2557294" y="3176347"/>
              <a:ext cx="2853900" cy="1111500"/>
            </a:xfrm>
            <a:prstGeom prst="straightConnector1">
              <a:avLst/>
            </a:prstGeom>
            <a:noFill/>
            <a:ln cap="flat" cmpd="sng" w="28575">
              <a:solidFill>
                <a:schemeClr val="accent6"/>
              </a:solidFill>
              <a:prstDash val="solid"/>
              <a:round/>
              <a:headEnd len="sm" w="sm" type="none"/>
              <a:tailEnd len="sm" w="sm" type="none"/>
            </a:ln>
          </p:spPr>
        </p:cxnSp>
        <p:grpSp>
          <p:nvGrpSpPr>
            <p:cNvPr id="1574" name="Google Shape;1574;p132"/>
            <p:cNvGrpSpPr/>
            <p:nvPr/>
          </p:nvGrpSpPr>
          <p:grpSpPr>
            <a:xfrm>
              <a:off x="1589526" y="3320079"/>
              <a:ext cx="1935537" cy="1935537"/>
              <a:chOff x="-240976" y="3320080"/>
              <a:chExt cx="1935537" cy="1935537"/>
            </a:xfrm>
          </p:grpSpPr>
          <p:grpSp>
            <p:nvGrpSpPr>
              <p:cNvPr id="1575" name="Google Shape;1575;p132"/>
              <p:cNvGrpSpPr/>
              <p:nvPr/>
            </p:nvGrpSpPr>
            <p:grpSpPr>
              <a:xfrm>
                <a:off x="-240976" y="3320080"/>
                <a:ext cx="1935537" cy="1935537"/>
                <a:chOff x="8465763" y="4057417"/>
                <a:chExt cx="1935537" cy="1935537"/>
              </a:xfrm>
            </p:grpSpPr>
            <p:sp>
              <p:nvSpPr>
                <p:cNvPr id="1576" name="Google Shape;1576;p132"/>
                <p:cNvSpPr/>
                <p:nvPr/>
              </p:nvSpPr>
              <p:spPr>
                <a:xfrm>
                  <a:off x="8465763" y="4057417"/>
                  <a:ext cx="1935537" cy="1935537"/>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77" name="Google Shape;1577;p132"/>
                <p:cNvSpPr txBox="1"/>
                <p:nvPr/>
              </p:nvSpPr>
              <p:spPr>
                <a:xfrm>
                  <a:off x="8626676" y="4671242"/>
                  <a:ext cx="1613711"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Aprendizaje</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no supervisado</a:t>
                  </a:r>
                  <a:endParaRPr sz="1100"/>
                </a:p>
              </p:txBody>
            </p:sp>
          </p:grpSp>
          <p:sp>
            <p:nvSpPr>
              <p:cNvPr id="1570" name="Google Shape;1570;p132"/>
              <p:cNvSpPr/>
              <p:nvPr/>
            </p:nvSpPr>
            <p:spPr>
              <a:xfrm>
                <a:off x="508962" y="3830648"/>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1578" name="Google Shape;1578;p132"/>
            <p:cNvGrpSpPr/>
            <p:nvPr/>
          </p:nvGrpSpPr>
          <p:grpSpPr>
            <a:xfrm>
              <a:off x="4443570" y="2214368"/>
              <a:ext cx="1935537" cy="1935537"/>
              <a:chOff x="6674006" y="2165447"/>
              <a:chExt cx="1935537" cy="1935537"/>
            </a:xfrm>
          </p:grpSpPr>
          <p:grpSp>
            <p:nvGrpSpPr>
              <p:cNvPr id="1579" name="Google Shape;1579;p132"/>
              <p:cNvGrpSpPr/>
              <p:nvPr/>
            </p:nvGrpSpPr>
            <p:grpSpPr>
              <a:xfrm>
                <a:off x="6674006" y="2165447"/>
                <a:ext cx="1935537" cy="1935537"/>
                <a:chOff x="8465763" y="4057417"/>
                <a:chExt cx="1935537" cy="1935537"/>
              </a:xfrm>
            </p:grpSpPr>
            <p:sp>
              <p:nvSpPr>
                <p:cNvPr id="1580" name="Google Shape;1580;p132"/>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81" name="Google Shape;1581;p132"/>
                <p:cNvSpPr txBox="1"/>
                <p:nvPr/>
              </p:nvSpPr>
              <p:spPr>
                <a:xfrm>
                  <a:off x="8465968" y="4671243"/>
                  <a:ext cx="1935146"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Agrupación en </a:t>
                  </a:r>
                  <a:br>
                    <a:rPr lang="es-419" sz="1500">
                      <a:solidFill>
                        <a:schemeClr val="lt1"/>
                      </a:solidFill>
                      <a:latin typeface="Play"/>
                      <a:ea typeface="Play"/>
                      <a:cs typeface="Play"/>
                      <a:sym typeface="Play"/>
                    </a:rPr>
                  </a:br>
                  <a:r>
                    <a:rPr lang="es-419" sz="1500">
                      <a:solidFill>
                        <a:schemeClr val="lt1"/>
                      </a:solidFill>
                      <a:latin typeface="Play"/>
                      <a:ea typeface="Play"/>
                      <a:cs typeface="Play"/>
                      <a:sym typeface="Play"/>
                    </a:rPr>
                    <a:t>clústeres</a:t>
                  </a:r>
                  <a:endParaRPr sz="1100"/>
                </a:p>
              </p:txBody>
            </p:sp>
          </p:grpSp>
          <p:sp>
            <p:nvSpPr>
              <p:cNvPr id="1573" name="Google Shape;1573;p132"/>
              <p:cNvSpPr/>
              <p:nvPr/>
            </p:nvSpPr>
            <p:spPr>
              <a:xfrm>
                <a:off x="7641774" y="2670247"/>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id="1582" name="Google Shape;1582;p132"/>
            <p:cNvGrpSpPr/>
            <p:nvPr/>
          </p:nvGrpSpPr>
          <p:grpSpPr>
            <a:xfrm>
              <a:off x="4443570" y="4433005"/>
              <a:ext cx="1935537" cy="1935537"/>
              <a:chOff x="5924067" y="4162620"/>
              <a:chExt cx="1935537" cy="1935537"/>
            </a:xfrm>
          </p:grpSpPr>
          <p:grpSp>
            <p:nvGrpSpPr>
              <p:cNvPr id="1583" name="Google Shape;1583;p132"/>
              <p:cNvGrpSpPr/>
              <p:nvPr/>
            </p:nvGrpSpPr>
            <p:grpSpPr>
              <a:xfrm>
                <a:off x="5924067" y="4162620"/>
                <a:ext cx="1935537" cy="1935537"/>
                <a:chOff x="8465763" y="4057417"/>
                <a:chExt cx="1935537" cy="1935537"/>
              </a:xfrm>
            </p:grpSpPr>
            <p:sp>
              <p:nvSpPr>
                <p:cNvPr id="1584" name="Google Shape;1584;p132"/>
                <p:cNvSpPr/>
                <p:nvPr/>
              </p:nvSpPr>
              <p:spPr>
                <a:xfrm>
                  <a:off x="8465763" y="4057417"/>
                  <a:ext cx="1935537" cy="1935537"/>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500">
                    <a:solidFill>
                      <a:schemeClr val="lt1"/>
                    </a:solidFill>
                    <a:latin typeface="Play"/>
                    <a:ea typeface="Play"/>
                    <a:cs typeface="Play"/>
                    <a:sym typeface="Play"/>
                  </a:endParaRPr>
                </a:p>
              </p:txBody>
            </p:sp>
            <p:sp>
              <p:nvSpPr>
                <p:cNvPr id="1585" name="Google Shape;1585;p132"/>
                <p:cNvSpPr txBox="1"/>
                <p:nvPr/>
              </p:nvSpPr>
              <p:spPr>
                <a:xfrm>
                  <a:off x="8562145" y="4671242"/>
                  <a:ext cx="1742785" cy="707886"/>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es-419" sz="1500">
                      <a:solidFill>
                        <a:schemeClr val="lt1"/>
                      </a:solidFill>
                      <a:latin typeface="Play"/>
                      <a:ea typeface="Play"/>
                      <a:cs typeface="Play"/>
                      <a:sym typeface="Play"/>
                    </a:rPr>
                    <a:t>Reducción</a:t>
                  </a:r>
                  <a:endParaRPr sz="1100"/>
                </a:p>
                <a:p>
                  <a:pPr indent="0" lvl="0" marL="0" marR="0" rtl="0" algn="ctr">
                    <a:spcBef>
                      <a:spcPts val="0"/>
                    </a:spcBef>
                    <a:spcAft>
                      <a:spcPts val="0"/>
                    </a:spcAft>
                    <a:buNone/>
                  </a:pPr>
                  <a:r>
                    <a:rPr lang="es-419" sz="1500">
                      <a:solidFill>
                        <a:schemeClr val="lt1"/>
                      </a:solidFill>
                      <a:latin typeface="Play"/>
                      <a:ea typeface="Play"/>
                      <a:cs typeface="Play"/>
                      <a:sym typeface="Play"/>
                    </a:rPr>
                    <a:t>del costo</a:t>
                  </a:r>
                  <a:endParaRPr sz="1100"/>
                </a:p>
              </p:txBody>
            </p:sp>
          </p:grpSp>
          <p:sp>
            <p:nvSpPr>
              <p:cNvPr id="1571" name="Google Shape;1571;p132"/>
              <p:cNvSpPr/>
              <p:nvPr/>
            </p:nvSpPr>
            <p:spPr>
              <a:xfrm>
                <a:off x="6891835" y="4673188"/>
                <a:ext cx="21783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sp>
        <p:nvSpPr>
          <p:cNvPr id="1586" name="Google Shape;1586;p132"/>
          <p:cNvSpPr txBox="1"/>
          <p:nvPr/>
        </p:nvSpPr>
        <p:spPr>
          <a:xfrm>
            <a:off x="4896700" y="1536817"/>
            <a:ext cx="3938819" cy="122341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Recomendaciones de productos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Segmentación de clientes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Marketing orientado</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Diagnóstico médico</a:t>
            </a:r>
            <a:endParaRPr sz="1100"/>
          </a:p>
        </p:txBody>
      </p:sp>
      <p:sp>
        <p:nvSpPr>
          <p:cNvPr id="1587" name="Google Shape;1587;p132"/>
          <p:cNvSpPr txBox="1"/>
          <p:nvPr/>
        </p:nvSpPr>
        <p:spPr>
          <a:xfrm>
            <a:off x="4896701" y="3205121"/>
            <a:ext cx="4275450" cy="1511952"/>
          </a:xfrm>
          <a:prstGeom prst="rect">
            <a:avLst/>
          </a:prstGeom>
          <a:noFill/>
          <a:ln>
            <a:noFill/>
          </a:ln>
        </p:spPr>
        <p:txBody>
          <a:bodyPr anchorCtr="0" anchor="t" bIns="34275" lIns="68575" spcFirstLastPara="1" rIns="68575" wrap="square" tIns="34275">
            <a:spAutoFit/>
          </a:bodyPr>
          <a:lstStyle/>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Visualización</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Procesamiento de lenguaje natural</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Descubrimiento de estructuras </a:t>
            </a:r>
            <a:br>
              <a:rPr lang="es-419" sz="1900">
                <a:solidFill>
                  <a:srgbClr val="232F3E"/>
                </a:solidFill>
                <a:latin typeface="Play"/>
                <a:ea typeface="Play"/>
                <a:cs typeface="Play"/>
                <a:sym typeface="Play"/>
              </a:rPr>
            </a:br>
            <a:r>
              <a:rPr lang="es-419" sz="1900">
                <a:solidFill>
                  <a:srgbClr val="232F3E"/>
                </a:solidFill>
                <a:latin typeface="Play"/>
                <a:ea typeface="Play"/>
                <a:cs typeface="Play"/>
                <a:sym typeface="Play"/>
              </a:rPr>
              <a:t>de datos</a:t>
            </a:r>
            <a:endParaRPr sz="1100"/>
          </a:p>
          <a:p>
            <a:pPr indent="-349250" lvl="0" marL="342900" marR="0" rtl="0" algn="l">
              <a:spcBef>
                <a:spcPts val="0"/>
              </a:spcBef>
              <a:spcAft>
                <a:spcPts val="0"/>
              </a:spcAft>
              <a:buClr>
                <a:srgbClr val="232F3E"/>
              </a:buClr>
              <a:buSzPts val="1900"/>
              <a:buFont typeface="Arial"/>
              <a:buChar char="•"/>
            </a:pPr>
            <a:r>
              <a:rPr lang="es-419" sz="1900">
                <a:solidFill>
                  <a:srgbClr val="232F3E"/>
                </a:solidFill>
                <a:latin typeface="Play"/>
                <a:ea typeface="Play"/>
                <a:cs typeface="Play"/>
                <a:sym typeface="Play"/>
              </a:rPr>
              <a:t>Secuenciamiento genética</a:t>
            </a:r>
            <a:endParaRPr sz="1100"/>
          </a:p>
        </p:txBody>
      </p:sp>
      <p:sp>
        <p:nvSpPr>
          <p:cNvPr id="1588" name="Google Shape;1588;p132"/>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2" name="Shape 1592"/>
        <p:cNvGrpSpPr/>
        <p:nvPr/>
      </p:nvGrpSpPr>
      <p:grpSpPr>
        <a:xfrm>
          <a:off x="0" y="0"/>
          <a:ext cx="0" cy="0"/>
          <a:chOff x="0" y="0"/>
          <a:chExt cx="0" cy="0"/>
        </a:xfrm>
      </p:grpSpPr>
      <p:sp>
        <p:nvSpPr>
          <p:cNvPr id="1593" name="Google Shape;1593;p133"/>
          <p:cNvSpPr txBox="1"/>
          <p:nvPr>
            <p:ph type="title"/>
          </p:nvPr>
        </p:nvSpPr>
        <p:spPr>
          <a:xfrm>
            <a:off x="274320" y="226314"/>
            <a:ext cx="8599932" cy="5486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Procesamiento de lenguaje natural</a:t>
            </a:r>
            <a:endParaRPr/>
          </a:p>
        </p:txBody>
      </p:sp>
      <p:grpSp>
        <p:nvGrpSpPr>
          <p:cNvPr descr="Chat bot taking an order for chickens." id="1594" name="Google Shape;1594;p133"/>
          <p:cNvGrpSpPr/>
          <p:nvPr/>
        </p:nvGrpSpPr>
        <p:grpSpPr>
          <a:xfrm>
            <a:off x="314324" y="1102541"/>
            <a:ext cx="2227597" cy="3121951"/>
            <a:chOff x="419098" y="1690778"/>
            <a:chExt cx="2970129" cy="4162601"/>
          </a:xfrm>
        </p:grpSpPr>
        <p:pic>
          <p:nvPicPr>
            <p:cNvPr id="1595" name="Google Shape;1595;p133"/>
            <p:cNvPicPr preferRelativeResize="0"/>
            <p:nvPr/>
          </p:nvPicPr>
          <p:blipFill rotWithShape="1">
            <a:blip r:embed="rId3">
              <a:alphaModFix/>
            </a:blip>
            <a:srcRect b="0" l="0" r="0" t="0"/>
            <a:stretch/>
          </p:blipFill>
          <p:spPr>
            <a:xfrm>
              <a:off x="419100" y="2188860"/>
              <a:ext cx="695325" cy="704850"/>
            </a:xfrm>
            <a:prstGeom prst="rect">
              <a:avLst/>
            </a:prstGeom>
            <a:noFill/>
            <a:ln>
              <a:noFill/>
            </a:ln>
          </p:spPr>
        </p:pic>
        <p:sp>
          <p:nvSpPr>
            <p:cNvPr id="1596" name="Google Shape;1596;p133"/>
            <p:cNvSpPr/>
            <p:nvPr/>
          </p:nvSpPr>
          <p:spPr>
            <a:xfrm>
              <a:off x="977501" y="1690778"/>
              <a:ext cx="914400" cy="612648"/>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¡Hola!</a:t>
              </a:r>
              <a:endParaRPr sz="1100"/>
            </a:p>
          </p:txBody>
        </p:sp>
        <p:pic>
          <p:nvPicPr>
            <p:cNvPr id="1597" name="Google Shape;1597;p133"/>
            <p:cNvPicPr preferRelativeResize="0"/>
            <p:nvPr/>
          </p:nvPicPr>
          <p:blipFill rotWithShape="1">
            <a:blip r:embed="rId4">
              <a:alphaModFix/>
            </a:blip>
            <a:srcRect b="0" l="0" r="0" t="0"/>
            <a:stretch/>
          </p:blipFill>
          <p:spPr>
            <a:xfrm>
              <a:off x="2736016" y="3473635"/>
              <a:ext cx="653211" cy="436345"/>
            </a:xfrm>
            <a:prstGeom prst="rect">
              <a:avLst/>
            </a:prstGeom>
            <a:noFill/>
            <a:ln>
              <a:noFill/>
            </a:ln>
          </p:spPr>
        </p:pic>
        <p:sp>
          <p:nvSpPr>
            <p:cNvPr id="1598" name="Google Shape;1598;p133"/>
            <p:cNvSpPr/>
            <p:nvPr/>
          </p:nvSpPr>
          <p:spPr>
            <a:xfrm>
              <a:off x="1566516" y="2382755"/>
              <a:ext cx="1440624" cy="965218"/>
            </a:xfrm>
            <a:prstGeom prst="wedgeRoundRectCallout">
              <a:avLst>
                <a:gd fmla="val 44639" name="adj1"/>
                <a:gd fmla="val 77339" name="adj2"/>
                <a:gd fmla="val 16667" name="adj3"/>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Quiero dos pollos, por favor.</a:t>
              </a:r>
              <a:endParaRPr sz="1100"/>
            </a:p>
          </p:txBody>
        </p:sp>
        <p:pic>
          <p:nvPicPr>
            <p:cNvPr id="1599" name="Google Shape;1599;p133"/>
            <p:cNvPicPr preferRelativeResize="0"/>
            <p:nvPr/>
          </p:nvPicPr>
          <p:blipFill rotWithShape="1">
            <a:blip r:embed="rId3">
              <a:alphaModFix/>
            </a:blip>
            <a:srcRect b="0" l="0" r="0" t="0"/>
            <a:stretch/>
          </p:blipFill>
          <p:spPr>
            <a:xfrm>
              <a:off x="419098" y="5148529"/>
              <a:ext cx="695325" cy="704850"/>
            </a:xfrm>
            <a:prstGeom prst="rect">
              <a:avLst/>
            </a:prstGeom>
            <a:noFill/>
            <a:ln>
              <a:noFill/>
            </a:ln>
          </p:spPr>
        </p:pic>
        <p:sp>
          <p:nvSpPr>
            <p:cNvPr id="1600" name="Google Shape;1600;p133"/>
            <p:cNvSpPr/>
            <p:nvPr/>
          </p:nvSpPr>
          <p:spPr>
            <a:xfrm>
              <a:off x="879655" y="3709954"/>
              <a:ext cx="2024492" cy="1306921"/>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Bien, dos pollos, déjeme hacerlo.</a:t>
              </a:r>
              <a:endParaRPr sz="1100"/>
            </a:p>
          </p:txBody>
        </p:sp>
      </p:grpSp>
      <p:grpSp>
        <p:nvGrpSpPr>
          <p:cNvPr descr="Translating text between two languages." id="1601" name="Google Shape;1601;p133"/>
          <p:cNvGrpSpPr/>
          <p:nvPr/>
        </p:nvGrpSpPr>
        <p:grpSpPr>
          <a:xfrm>
            <a:off x="3753887" y="1011403"/>
            <a:ext cx="4331716" cy="300082"/>
            <a:chOff x="5005183" y="1569261"/>
            <a:chExt cx="5775621" cy="400110"/>
          </a:xfrm>
        </p:grpSpPr>
        <p:sp>
          <p:nvSpPr>
            <p:cNvPr id="1602" name="Google Shape;1602;p133"/>
            <p:cNvSpPr/>
            <p:nvPr/>
          </p:nvSpPr>
          <p:spPr>
            <a:xfrm>
              <a:off x="5005183" y="1569261"/>
              <a:ext cx="2379177" cy="40011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419" sz="1500">
                  <a:solidFill>
                    <a:srgbClr val="232F3E"/>
                  </a:solidFill>
                  <a:latin typeface="Play"/>
                  <a:ea typeface="Play"/>
                  <a:cs typeface="Play"/>
                  <a:sym typeface="Play"/>
                </a:rPr>
                <a:t>gögn eru lykilatriði</a:t>
              </a:r>
              <a:endParaRPr sz="1500">
                <a:solidFill>
                  <a:srgbClr val="232F3E"/>
                </a:solidFill>
                <a:latin typeface="Play"/>
                <a:ea typeface="Play"/>
                <a:cs typeface="Play"/>
                <a:sym typeface="Play"/>
              </a:endParaRPr>
            </a:p>
          </p:txBody>
        </p:sp>
        <p:sp>
          <p:nvSpPr>
            <p:cNvPr id="1603" name="Google Shape;1603;p133"/>
            <p:cNvSpPr txBox="1"/>
            <p:nvPr/>
          </p:nvSpPr>
          <p:spPr>
            <a:xfrm>
              <a:off x="8412848" y="1569261"/>
              <a:ext cx="236795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rgbClr val="232F3E"/>
                  </a:solidFill>
                  <a:latin typeface="Play"/>
                  <a:ea typeface="Play"/>
                  <a:cs typeface="Play"/>
                  <a:sym typeface="Play"/>
                </a:rPr>
                <a:t>los datos son clave</a:t>
              </a:r>
              <a:endParaRPr sz="1100"/>
            </a:p>
          </p:txBody>
        </p:sp>
        <p:cxnSp>
          <p:nvCxnSpPr>
            <p:cNvPr id="1604" name="Google Shape;1604;p133"/>
            <p:cNvCxnSpPr/>
            <p:nvPr/>
          </p:nvCxnSpPr>
          <p:spPr>
            <a:xfrm>
              <a:off x="7425822" y="1690904"/>
              <a:ext cx="831751" cy="0"/>
            </a:xfrm>
            <a:prstGeom prst="straightConnector1">
              <a:avLst/>
            </a:prstGeom>
            <a:noFill/>
            <a:ln cap="flat" cmpd="sng" w="19050">
              <a:solidFill>
                <a:schemeClr val="accent1"/>
              </a:solidFill>
              <a:prstDash val="solid"/>
              <a:round/>
              <a:headEnd len="sm" w="sm" type="none"/>
              <a:tailEnd len="med" w="med" type="triangle"/>
            </a:ln>
          </p:spPr>
        </p:cxnSp>
        <p:cxnSp>
          <p:nvCxnSpPr>
            <p:cNvPr id="1605" name="Google Shape;1605;p133"/>
            <p:cNvCxnSpPr/>
            <p:nvPr/>
          </p:nvCxnSpPr>
          <p:spPr>
            <a:xfrm rot="10800000">
              <a:off x="7425822" y="1867832"/>
              <a:ext cx="831751" cy="0"/>
            </a:xfrm>
            <a:prstGeom prst="straightConnector1">
              <a:avLst/>
            </a:prstGeom>
            <a:noFill/>
            <a:ln cap="flat" cmpd="sng" w="19050">
              <a:solidFill>
                <a:schemeClr val="accent1"/>
              </a:solidFill>
              <a:prstDash val="solid"/>
              <a:round/>
              <a:headEnd len="sm" w="sm" type="none"/>
              <a:tailEnd len="med" w="med" type="triangle"/>
            </a:ln>
          </p:spPr>
        </p:cxnSp>
      </p:grpSp>
      <p:grpSp>
        <p:nvGrpSpPr>
          <p:cNvPr descr="Voice-to-text translation." id="1606" name="Google Shape;1606;p133"/>
          <p:cNvGrpSpPr/>
          <p:nvPr/>
        </p:nvGrpSpPr>
        <p:grpSpPr>
          <a:xfrm>
            <a:off x="5545419" y="1781378"/>
            <a:ext cx="3216032" cy="1416466"/>
            <a:chOff x="7393892" y="2595894"/>
            <a:chExt cx="4288043" cy="1888621"/>
          </a:xfrm>
        </p:grpSpPr>
        <p:pic>
          <p:nvPicPr>
            <p:cNvPr id="1607" name="Google Shape;1607;p133"/>
            <p:cNvPicPr preferRelativeResize="0"/>
            <p:nvPr/>
          </p:nvPicPr>
          <p:blipFill rotWithShape="1">
            <a:blip r:embed="rId3">
              <a:alphaModFix/>
            </a:blip>
            <a:srcRect b="0" l="0" r="0" t="0"/>
            <a:stretch/>
          </p:blipFill>
          <p:spPr>
            <a:xfrm>
              <a:off x="7393892" y="3779665"/>
              <a:ext cx="695325" cy="704850"/>
            </a:xfrm>
            <a:prstGeom prst="rect">
              <a:avLst/>
            </a:prstGeom>
            <a:noFill/>
            <a:ln>
              <a:noFill/>
            </a:ln>
          </p:spPr>
        </p:pic>
        <p:sp>
          <p:nvSpPr>
            <p:cNvPr id="1608" name="Google Shape;1608;p133"/>
            <p:cNvSpPr/>
            <p:nvPr/>
          </p:nvSpPr>
          <p:spPr>
            <a:xfrm>
              <a:off x="7854449" y="2833890"/>
              <a:ext cx="1557235" cy="814121"/>
            </a:xfrm>
            <a:prstGeom prst="wedgeRoundRectCallout">
              <a:avLst>
                <a:gd fmla="val -41588" name="adj1"/>
                <a:gd fmla="val 73764" name="adj2"/>
                <a:gd fmla="val 16667" name="adj3"/>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400">
                  <a:solidFill>
                    <a:schemeClr val="lt1"/>
                  </a:solidFill>
                  <a:latin typeface="Play"/>
                  <a:ea typeface="Play"/>
                  <a:cs typeface="Play"/>
                  <a:sym typeface="Play"/>
                </a:rPr>
                <a:t>Érase una vez</a:t>
              </a:r>
              <a:endParaRPr sz="1100"/>
            </a:p>
          </p:txBody>
        </p:sp>
        <p:cxnSp>
          <p:nvCxnSpPr>
            <p:cNvPr id="1609" name="Google Shape;1609;p133"/>
            <p:cNvCxnSpPr/>
            <p:nvPr/>
          </p:nvCxnSpPr>
          <p:spPr>
            <a:xfrm>
              <a:off x="9675637" y="3240950"/>
              <a:ext cx="831751" cy="0"/>
            </a:xfrm>
            <a:prstGeom prst="straightConnector1">
              <a:avLst/>
            </a:prstGeom>
            <a:noFill/>
            <a:ln cap="flat" cmpd="sng" w="19050">
              <a:solidFill>
                <a:schemeClr val="accent1"/>
              </a:solidFill>
              <a:prstDash val="solid"/>
              <a:round/>
              <a:headEnd len="sm" w="sm" type="none"/>
              <a:tailEnd len="med" w="med" type="triangle"/>
            </a:ln>
          </p:spPr>
        </p:cxnSp>
        <p:pic>
          <p:nvPicPr>
            <p:cNvPr id="1610" name="Google Shape;1610;p133"/>
            <p:cNvPicPr preferRelativeResize="0"/>
            <p:nvPr/>
          </p:nvPicPr>
          <p:blipFill rotWithShape="1">
            <a:blip r:embed="rId5">
              <a:alphaModFix/>
            </a:blip>
            <a:srcRect b="0" l="0" r="0" t="0"/>
            <a:stretch/>
          </p:blipFill>
          <p:spPr>
            <a:xfrm>
              <a:off x="10641681" y="2595894"/>
              <a:ext cx="1040254" cy="1262380"/>
            </a:xfrm>
            <a:prstGeom prst="rect">
              <a:avLst/>
            </a:prstGeom>
            <a:noFill/>
            <a:ln>
              <a:noFill/>
            </a:ln>
          </p:spPr>
        </p:pic>
      </p:grpSp>
      <p:grpSp>
        <p:nvGrpSpPr>
          <p:cNvPr descr="Comment about a story for use with sentiment analysis." id="1611" name="Google Shape;1611;p133"/>
          <p:cNvGrpSpPr/>
          <p:nvPr/>
        </p:nvGrpSpPr>
        <p:grpSpPr>
          <a:xfrm>
            <a:off x="3259762" y="3693811"/>
            <a:ext cx="5434658" cy="992579"/>
            <a:chOff x="4924175" y="4962345"/>
            <a:chExt cx="7246211" cy="1323439"/>
          </a:xfrm>
        </p:grpSpPr>
        <p:sp>
          <p:nvSpPr>
            <p:cNvPr id="1612" name="Google Shape;1612;p133"/>
            <p:cNvSpPr txBox="1"/>
            <p:nvPr/>
          </p:nvSpPr>
          <p:spPr>
            <a:xfrm>
              <a:off x="5578326" y="4962345"/>
              <a:ext cx="6592060" cy="132343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rgbClr val="232F3E"/>
                  </a:solidFill>
                  <a:latin typeface="Play"/>
                  <a:ea typeface="Play"/>
                  <a:cs typeface="Play"/>
                  <a:sym typeface="Play"/>
                </a:rPr>
                <a:t>Mala historia. Poco desarrollo de personajes. Se salta entre escenas como si lo pudieran atrapar robando. Aparecen villanos inexplicables con un trasfondo mínimo. Volvamos a los recursos ilimitados y no hablemos de la mecánica de construir algo tan enorme en un lugar tan inhóspito...</a:t>
              </a:r>
              <a:endParaRPr sz="1100"/>
            </a:p>
          </p:txBody>
        </p:sp>
        <p:pic>
          <p:nvPicPr>
            <p:cNvPr id="1613" name="Google Shape;1613;p133"/>
            <p:cNvPicPr preferRelativeResize="0"/>
            <p:nvPr/>
          </p:nvPicPr>
          <p:blipFill rotWithShape="1">
            <a:blip r:embed="rId6">
              <a:alphaModFix/>
            </a:blip>
            <a:srcRect b="0" l="0" r="0" t="0"/>
            <a:stretch/>
          </p:blipFill>
          <p:spPr>
            <a:xfrm>
              <a:off x="4924175" y="5145805"/>
              <a:ext cx="654151" cy="710298"/>
            </a:xfrm>
            <a:prstGeom prst="rect">
              <a:avLst/>
            </a:prstGeom>
            <a:noFill/>
            <a:ln>
              <a:noFill/>
            </a:ln>
          </p:spPr>
        </p:pic>
      </p:grpSp>
      <p:sp>
        <p:nvSpPr>
          <p:cNvPr id="1614" name="Google Shape;1614;p133"/>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8" name="Shape 1618"/>
        <p:cNvGrpSpPr/>
        <p:nvPr/>
      </p:nvGrpSpPr>
      <p:grpSpPr>
        <a:xfrm>
          <a:off x="0" y="0"/>
          <a:ext cx="0" cy="0"/>
          <a:chOff x="0" y="0"/>
          <a:chExt cx="0" cy="0"/>
        </a:xfrm>
      </p:grpSpPr>
      <p:sp>
        <p:nvSpPr>
          <p:cNvPr id="1619" name="Google Shape;1619;p134"/>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Problema empresarial</a:t>
            </a:r>
            <a:endParaRPr/>
          </a:p>
        </p:txBody>
      </p:sp>
      <p:grpSp>
        <p:nvGrpSpPr>
          <p:cNvPr descr="Flowchart of business problem to problem formation." id="1620" name="Google Shape;1620;p134"/>
          <p:cNvGrpSpPr/>
          <p:nvPr/>
        </p:nvGrpSpPr>
        <p:grpSpPr>
          <a:xfrm>
            <a:off x="-190500" y="1372573"/>
            <a:ext cx="2225040" cy="1245944"/>
            <a:chOff x="-254000" y="1830097"/>
            <a:chExt cx="2966720" cy="1661258"/>
          </a:xfrm>
        </p:grpSpPr>
        <p:sp>
          <p:nvSpPr>
            <p:cNvPr id="1621" name="Google Shape;1621;p134"/>
            <p:cNvSpPr txBox="1"/>
            <p:nvPr/>
          </p:nvSpPr>
          <p:spPr>
            <a:xfrm>
              <a:off x="-254000" y="1830097"/>
              <a:ext cx="296672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sp>
          <p:nvSpPr>
            <p:cNvPr id="1622" name="Google Shape;1622;p134"/>
            <p:cNvSpPr/>
            <p:nvPr/>
          </p:nvSpPr>
          <p:spPr>
            <a:xfrm>
              <a:off x="481553" y="256043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Formulación del problema</a:t>
              </a:r>
              <a:endParaRPr sz="1100"/>
            </a:p>
          </p:txBody>
        </p:sp>
        <p:cxnSp>
          <p:nvCxnSpPr>
            <p:cNvPr id="1623" name="Google Shape;1623;p134"/>
            <p:cNvCxnSpPr>
              <a:stCxn id="1621" idx="2"/>
              <a:endCxn id="1622" idx="0"/>
            </p:cNvCxnSpPr>
            <p:nvPr/>
          </p:nvCxnSpPr>
          <p:spPr>
            <a:xfrm>
              <a:off x="1229360" y="2168651"/>
              <a:ext cx="1500" cy="391800"/>
            </a:xfrm>
            <a:prstGeom prst="straightConnector1">
              <a:avLst/>
            </a:prstGeom>
            <a:noFill/>
            <a:ln cap="flat" cmpd="sng" w="12700">
              <a:solidFill>
                <a:schemeClr val="accent1"/>
              </a:solidFill>
              <a:prstDash val="solid"/>
              <a:round/>
              <a:headEnd len="sm" w="sm" type="none"/>
              <a:tailEnd len="med" w="med" type="stealth"/>
            </a:ln>
          </p:spPr>
        </p:cxnSp>
      </p:grpSp>
      <p:sp>
        <p:nvSpPr>
          <p:cNvPr id="1624" name="Google Shape;1624;p134"/>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8" name="Shape 1628"/>
        <p:cNvGrpSpPr/>
        <p:nvPr/>
      </p:nvGrpSpPr>
      <p:grpSpPr>
        <a:xfrm>
          <a:off x="0" y="0"/>
          <a:ext cx="0" cy="0"/>
          <a:chOff x="0" y="0"/>
          <a:chExt cx="0" cy="0"/>
        </a:xfrm>
      </p:grpSpPr>
      <p:sp>
        <p:nvSpPr>
          <p:cNvPr id="1629" name="Google Shape;1629;p135"/>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Preparación de datos</a:t>
            </a:r>
            <a:endParaRPr/>
          </a:p>
        </p:txBody>
      </p:sp>
      <p:grpSp>
        <p:nvGrpSpPr>
          <p:cNvPr descr="Flowchart from business problem to problem formation to collect and label data to evaluate data." id="1630" name="Google Shape;1630;p135"/>
          <p:cNvGrpSpPr/>
          <p:nvPr/>
        </p:nvGrpSpPr>
        <p:grpSpPr>
          <a:xfrm>
            <a:off x="68580" y="1372573"/>
            <a:ext cx="2897072" cy="2305686"/>
            <a:chOff x="91440" y="1830097"/>
            <a:chExt cx="3862762" cy="3074248"/>
          </a:xfrm>
        </p:grpSpPr>
        <p:sp>
          <p:nvSpPr>
            <p:cNvPr id="1631" name="Google Shape;1631;p135"/>
            <p:cNvSpPr/>
            <p:nvPr/>
          </p:nvSpPr>
          <p:spPr>
            <a:xfrm>
              <a:off x="481553"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Recopilación y etiquetado de datos</a:t>
              </a:r>
              <a:endParaRPr sz="1100"/>
            </a:p>
          </p:txBody>
        </p:sp>
        <p:sp>
          <p:nvSpPr>
            <p:cNvPr id="1632" name="Google Shape;1632;p135"/>
            <p:cNvSpPr/>
            <p:nvPr/>
          </p:nvSpPr>
          <p:spPr>
            <a:xfrm>
              <a:off x="2455414" y="397342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Evaluación de los datos</a:t>
              </a:r>
              <a:endParaRPr sz="1100"/>
            </a:p>
          </p:txBody>
        </p:sp>
        <p:cxnSp>
          <p:nvCxnSpPr>
            <p:cNvPr id="1633" name="Google Shape;1633;p135"/>
            <p:cNvCxnSpPr>
              <a:stCxn id="1631" idx="3"/>
              <a:endCxn id="1632"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sp>
          <p:nvSpPr>
            <p:cNvPr id="1634" name="Google Shape;1634;p135"/>
            <p:cNvSpPr/>
            <p:nvPr/>
          </p:nvSpPr>
          <p:spPr>
            <a:xfrm>
              <a:off x="481553" y="2560431"/>
              <a:ext cx="1498788" cy="930924"/>
            </a:xfrm>
            <a:prstGeom prst="rect">
              <a:avLst/>
            </a:prstGeom>
            <a:solidFill>
              <a:srgbClr val="0A384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Formulación del problema</a:t>
              </a:r>
              <a:endParaRPr sz="1100"/>
            </a:p>
          </p:txBody>
        </p:sp>
        <p:cxnSp>
          <p:nvCxnSpPr>
            <p:cNvPr id="1635" name="Google Shape;1635;p135"/>
            <p:cNvCxnSpPr>
              <a:stCxn id="1634" idx="2"/>
              <a:endCxn id="1631"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1636" name="Google Shape;1636;p135"/>
            <p:cNvCxnSpPr>
              <a:endCxn id="1634" idx="0"/>
            </p:cNvCxnSpPr>
            <p:nvPr/>
          </p:nvCxnSpPr>
          <p:spPr>
            <a:xfrm>
              <a:off x="1230947" y="2168631"/>
              <a:ext cx="0" cy="391800"/>
            </a:xfrm>
            <a:prstGeom prst="straightConnector1">
              <a:avLst/>
            </a:prstGeom>
            <a:noFill/>
            <a:ln cap="flat" cmpd="sng" w="12700">
              <a:solidFill>
                <a:schemeClr val="accent1"/>
              </a:solidFill>
              <a:prstDash val="solid"/>
              <a:round/>
              <a:headEnd len="sm" w="sm" type="none"/>
              <a:tailEnd len="med" w="med" type="stealth"/>
            </a:ln>
          </p:spPr>
        </p:cxnSp>
        <p:sp>
          <p:nvSpPr>
            <p:cNvPr id="1637" name="Google Shape;1637;p135"/>
            <p:cNvSpPr txBox="1"/>
            <p:nvPr/>
          </p:nvSpPr>
          <p:spPr>
            <a:xfrm>
              <a:off x="91440" y="1830097"/>
              <a:ext cx="2265680"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grpSp>
      <p:grpSp>
        <p:nvGrpSpPr>
          <p:cNvPr descr="Three data sets collected into one set." id="1638" name="Google Shape;1638;p135"/>
          <p:cNvGrpSpPr/>
          <p:nvPr/>
        </p:nvGrpSpPr>
        <p:grpSpPr>
          <a:xfrm>
            <a:off x="3973691" y="1510468"/>
            <a:ext cx="1889029" cy="1616780"/>
            <a:chOff x="5298254" y="2013957"/>
            <a:chExt cx="2518705" cy="2155707"/>
          </a:xfrm>
        </p:grpSpPr>
        <p:sp>
          <p:nvSpPr>
            <p:cNvPr id="1639" name="Google Shape;1639;p135"/>
            <p:cNvSpPr/>
            <p:nvPr/>
          </p:nvSpPr>
          <p:spPr>
            <a:xfrm>
              <a:off x="5298254" y="2013957"/>
              <a:ext cx="914400" cy="487680"/>
            </a:xfrm>
            <a:prstGeom prst="can">
              <a:avLst>
                <a:gd fmla="val 25000" name="adj"/>
              </a:avLst>
            </a:prstGeom>
            <a:solidFill>
              <a:schemeClr val="accent6"/>
            </a:solidFill>
            <a:ln cap="flat" cmpd="sng" w="10775">
              <a:solidFill>
                <a:srgbClr val="12583E"/>
              </a:solidFill>
              <a:prstDash val="solid"/>
              <a:round/>
              <a:headEnd len="sm" w="sm" type="none"/>
              <a:tailEnd len="sm" w="sm" type="none"/>
            </a:ln>
          </p:spPr>
          <p:txBody>
            <a:bodyPr anchorCtr="0" anchor="ctr" bIns="34275" lIns="0" spcFirstLastPara="1" rIns="0" wrap="square" tIns="34275">
              <a:noAutofit/>
            </a:bodyPr>
            <a:lstStyle/>
            <a:p>
              <a:pPr indent="0" lvl="0" marL="0" marR="0" rtl="0" algn="ctr">
                <a:spcBef>
                  <a:spcPts val="0"/>
                </a:spcBef>
                <a:spcAft>
                  <a:spcPts val="0"/>
                </a:spcAft>
                <a:buNone/>
              </a:pPr>
              <a:r>
                <a:rPr b="1" lang="es-419" sz="600" u="sng">
                  <a:solidFill>
                    <a:schemeClr val="lt1"/>
                  </a:solidFill>
                  <a:latin typeface="Play"/>
                  <a:ea typeface="Play"/>
                  <a:cs typeface="Play"/>
                  <a:sym typeface="Play"/>
                </a:rPr>
                <a:t>de entrenamiento</a:t>
              </a:r>
              <a:endParaRPr sz="1100"/>
            </a:p>
          </p:txBody>
        </p:sp>
        <p:sp>
          <p:nvSpPr>
            <p:cNvPr id="1640" name="Google Shape;1640;p135"/>
            <p:cNvSpPr/>
            <p:nvPr/>
          </p:nvSpPr>
          <p:spPr>
            <a:xfrm>
              <a:off x="5298254" y="2635273"/>
              <a:ext cx="914400" cy="487680"/>
            </a:xfrm>
            <a:prstGeom prst="can">
              <a:avLst>
                <a:gd fmla="val 25000" name="adj"/>
              </a:avLst>
            </a:prstGeom>
            <a:solidFill>
              <a:schemeClr val="accent5"/>
            </a:solidFill>
            <a:ln cap="flat" cmpd="sng" w="10775">
              <a:solidFill>
                <a:srgbClr val="124038"/>
              </a:solidFill>
              <a:prstDash val="solid"/>
              <a:round/>
              <a:headEnd len="sm" w="sm" type="none"/>
              <a:tailEnd len="sm" w="sm" type="none"/>
            </a:ln>
          </p:spPr>
          <p:txBody>
            <a:bodyPr anchorCtr="0" anchor="ctr" bIns="34275" lIns="0" spcFirstLastPara="1" rIns="0" wrap="square" tIns="34275">
              <a:noAutofit/>
            </a:bodyPr>
            <a:lstStyle/>
            <a:p>
              <a:pPr indent="0" lvl="0" marL="0" marR="0" rtl="0" algn="ctr">
                <a:spcBef>
                  <a:spcPts val="0"/>
                </a:spcBef>
                <a:spcAft>
                  <a:spcPts val="0"/>
                </a:spcAft>
                <a:buNone/>
              </a:pPr>
              <a:r>
                <a:rPr b="1" i="1" lang="es-419" sz="600">
                  <a:solidFill>
                    <a:schemeClr val="lt1"/>
                  </a:solidFill>
                  <a:latin typeface="Play"/>
                  <a:ea typeface="Play"/>
                  <a:cs typeface="Play"/>
                  <a:sym typeface="Play"/>
                </a:rPr>
                <a:t>de entrenamiento</a:t>
              </a:r>
              <a:endParaRPr sz="1100"/>
            </a:p>
          </p:txBody>
        </p:sp>
        <p:sp>
          <p:nvSpPr>
            <p:cNvPr id="1641" name="Google Shape;1641;p135"/>
            <p:cNvSpPr/>
            <p:nvPr/>
          </p:nvSpPr>
          <p:spPr>
            <a:xfrm>
              <a:off x="5298254" y="3256589"/>
              <a:ext cx="914400" cy="487680"/>
            </a:xfrm>
            <a:prstGeom prst="can">
              <a:avLst>
                <a:gd fmla="val 25000" name="adj"/>
              </a:avLst>
            </a:prstGeom>
            <a:solidFill>
              <a:srgbClr val="0A3846"/>
            </a:solidFill>
            <a:ln cap="flat" cmpd="sng" w="10775">
              <a:solidFill>
                <a:srgbClr val="28AE5B"/>
              </a:solidFill>
              <a:prstDash val="solid"/>
              <a:round/>
              <a:headEnd len="sm" w="sm" type="none"/>
              <a:tailEnd len="sm" w="sm" type="none"/>
            </a:ln>
          </p:spPr>
          <p:txBody>
            <a:bodyPr anchorCtr="0" anchor="ctr" bIns="34275" lIns="0" spcFirstLastPara="1" rIns="0" wrap="square" tIns="34275">
              <a:noAutofit/>
            </a:bodyPr>
            <a:lstStyle/>
            <a:p>
              <a:pPr indent="0" lvl="0" marL="0" marR="0" rtl="0" algn="ctr">
                <a:spcBef>
                  <a:spcPts val="0"/>
                </a:spcBef>
                <a:spcAft>
                  <a:spcPts val="0"/>
                </a:spcAft>
                <a:buNone/>
              </a:pPr>
              <a:r>
                <a:rPr b="1" lang="es-419" sz="500">
                  <a:solidFill>
                    <a:schemeClr val="lt1"/>
                  </a:solidFill>
                  <a:latin typeface="Play"/>
                  <a:ea typeface="Play"/>
                  <a:cs typeface="Play"/>
                  <a:sym typeface="Play"/>
                </a:rPr>
                <a:t>de entrenamiento</a:t>
              </a:r>
              <a:endParaRPr sz="1100"/>
            </a:p>
          </p:txBody>
        </p:sp>
        <p:sp>
          <p:nvSpPr>
            <p:cNvPr id="1642" name="Google Shape;1642;p135"/>
            <p:cNvSpPr/>
            <p:nvPr/>
          </p:nvSpPr>
          <p:spPr>
            <a:xfrm>
              <a:off x="6693598" y="2599829"/>
              <a:ext cx="914400" cy="487680"/>
            </a:xfrm>
            <a:prstGeom prst="can">
              <a:avLst>
                <a:gd fmla="val 25000" name="adj"/>
              </a:avLst>
            </a:prstGeom>
            <a:solidFill>
              <a:schemeClr val="accent1"/>
            </a:solidFill>
            <a:ln cap="flat" cmpd="sng" w="10775">
              <a:solidFill>
                <a:srgbClr val="003B56"/>
              </a:solidFill>
              <a:prstDash val="solid"/>
              <a:round/>
              <a:headEnd len="sm" w="sm" type="none"/>
              <a:tailEnd len="sm" w="sm" type="none"/>
            </a:ln>
          </p:spPr>
          <p:txBody>
            <a:bodyPr anchorCtr="0" anchor="ctr" bIns="34275" lIns="0" spcFirstLastPara="1" rIns="0" wrap="square" tIns="34275">
              <a:noAutofit/>
            </a:bodyPr>
            <a:lstStyle/>
            <a:p>
              <a:pPr indent="0" lvl="0" marL="0" marR="0" rtl="0" algn="ctr">
                <a:spcBef>
                  <a:spcPts val="0"/>
                </a:spcBef>
                <a:spcAft>
                  <a:spcPts val="0"/>
                </a:spcAft>
                <a:buNone/>
              </a:pPr>
              <a:r>
                <a:rPr lang="es-419" sz="600">
                  <a:solidFill>
                    <a:schemeClr val="lt1"/>
                  </a:solidFill>
                  <a:latin typeface="Play"/>
                  <a:ea typeface="Play"/>
                  <a:cs typeface="Play"/>
                  <a:sym typeface="Play"/>
                </a:rPr>
                <a:t>de entrenamiento</a:t>
              </a:r>
              <a:endParaRPr sz="1100"/>
            </a:p>
          </p:txBody>
        </p:sp>
        <p:sp>
          <p:nvSpPr>
            <p:cNvPr id="1643" name="Google Shape;1643;p135"/>
            <p:cNvSpPr/>
            <p:nvPr/>
          </p:nvSpPr>
          <p:spPr>
            <a:xfrm>
              <a:off x="6383532" y="2013957"/>
              <a:ext cx="139188" cy="1730312"/>
            </a:xfrm>
            <a:prstGeom prst="rightBrace">
              <a:avLst>
                <a:gd fmla="val 8333" name="adj1"/>
                <a:gd fmla="val 50000" name="adj2"/>
              </a:avLst>
            </a:prstGeom>
            <a:noFill/>
            <a:ln cap="flat" cmpd="sng" w="95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Play"/>
                <a:ea typeface="Play"/>
                <a:cs typeface="Play"/>
                <a:sym typeface="Play"/>
              </a:endParaRPr>
            </a:p>
          </p:txBody>
        </p:sp>
        <p:sp>
          <p:nvSpPr>
            <p:cNvPr id="1644" name="Google Shape;1644;p135"/>
            <p:cNvSpPr/>
            <p:nvPr/>
          </p:nvSpPr>
          <p:spPr>
            <a:xfrm>
              <a:off x="5340096" y="3096768"/>
              <a:ext cx="2476863" cy="1072896"/>
            </a:xfrm>
            <a:custGeom>
              <a:rect b="b" l="l" r="r" t="t"/>
              <a:pathLst>
                <a:path extrusionOk="0" h="1072896" w="2476863">
                  <a:moveTo>
                    <a:pt x="1804416" y="0"/>
                  </a:moveTo>
                  <a:cubicBezTo>
                    <a:pt x="2241296" y="209296"/>
                    <a:pt x="2678176" y="418592"/>
                    <a:pt x="2377440" y="597408"/>
                  </a:cubicBezTo>
                  <a:cubicBezTo>
                    <a:pt x="2076704" y="776224"/>
                    <a:pt x="581152" y="1044448"/>
                    <a:pt x="0" y="1072896"/>
                  </a:cubicBezTo>
                </a:path>
              </a:pathLst>
            </a:custGeom>
            <a:no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aphicFrame>
        <p:nvGraphicFramePr>
          <p:cNvPr id="1645" name="Google Shape;1645;p135"/>
          <p:cNvGraphicFramePr/>
          <p:nvPr/>
        </p:nvGraphicFramePr>
        <p:xfrm>
          <a:off x="3997313" y="3125963"/>
          <a:ext cx="3000000" cy="3000000"/>
        </p:xfrm>
        <a:graphic>
          <a:graphicData uri="http://schemas.openxmlformats.org/drawingml/2006/table">
            <a:tbl>
              <a:tblPr bandRow="1" firstRow="1">
                <a:noFill/>
                <a:tableStyleId>{3342D5AA-D54A-4994-B3E1-8B7BC4BB483F}</a:tableStyleId>
              </a:tblPr>
              <a:tblGrid>
                <a:gridCol w="1431325"/>
                <a:gridCol w="1155025"/>
                <a:gridCol w="1032300"/>
                <a:gridCol w="111772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País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Fecha de nacimiento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18/02/1972</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 </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11/02/1969</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Sra. Mary Major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Denver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F</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37</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Desai, Arnav</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22/02/1962</a:t>
                      </a:r>
                      <a:endParaRPr sz="1100"/>
                    </a:p>
                  </a:txBody>
                  <a:tcPr marT="34300" marB="34300" marR="68600" marL="68600"/>
                </a:tc>
              </a:tr>
            </a:tbl>
          </a:graphicData>
        </a:graphic>
      </p:graphicFrame>
      <p:sp>
        <p:nvSpPr>
          <p:cNvPr id="1646" name="Google Shape;1646;p135"/>
          <p:cNvSpPr txBox="1"/>
          <p:nvPr/>
        </p:nvSpPr>
        <p:spPr>
          <a:xfrm>
            <a:off x="4718302" y="1031210"/>
            <a:ext cx="4258058"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2100">
                <a:solidFill>
                  <a:schemeClr val="dk1"/>
                </a:solidFill>
                <a:latin typeface="Play"/>
                <a:ea typeface="Play"/>
                <a:cs typeface="Play"/>
                <a:sym typeface="Play"/>
              </a:rPr>
              <a:t>Tratamiento y limpieza de datos</a:t>
            </a:r>
            <a:endParaRPr sz="1100"/>
          </a:p>
        </p:txBody>
      </p:sp>
      <p:sp>
        <p:nvSpPr>
          <p:cNvPr id="1647" name="Google Shape;1647;p135"/>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1" name="Shape 1651"/>
        <p:cNvGrpSpPr/>
        <p:nvPr/>
      </p:nvGrpSpPr>
      <p:grpSpPr>
        <a:xfrm>
          <a:off x="0" y="0"/>
          <a:ext cx="0" cy="0"/>
          <a:chOff x="0" y="0"/>
          <a:chExt cx="0" cy="0"/>
        </a:xfrm>
      </p:grpSpPr>
      <p:sp>
        <p:nvSpPr>
          <p:cNvPr id="1652" name="Google Shape;1652;p136"/>
          <p:cNvSpPr txBox="1"/>
          <p:nvPr>
            <p:ph type="title"/>
          </p:nvPr>
        </p:nvSpPr>
        <p:spPr>
          <a:xfrm>
            <a:off x="274320" y="226314"/>
            <a:ext cx="9131969"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Canalización de ML: entrenamiento de modelos iterativos</a:t>
            </a:r>
            <a:endParaRPr/>
          </a:p>
        </p:txBody>
      </p:sp>
      <p:grpSp>
        <p:nvGrpSpPr>
          <p:cNvPr descr="Flowchart from business problem to problem formation to collect and label data to evaluate data." id="1653" name="Google Shape;1653;p136"/>
          <p:cNvGrpSpPr/>
          <p:nvPr/>
        </p:nvGrpSpPr>
        <p:grpSpPr>
          <a:xfrm>
            <a:off x="-223787" y="1372573"/>
            <a:ext cx="3189439" cy="2305686"/>
            <a:chOff x="-298383" y="1830097"/>
            <a:chExt cx="4252585" cy="3074248"/>
          </a:xfrm>
        </p:grpSpPr>
        <p:sp>
          <p:nvSpPr>
            <p:cNvPr id="1654" name="Google Shape;1654;p136"/>
            <p:cNvSpPr/>
            <p:nvPr/>
          </p:nvSpPr>
          <p:spPr>
            <a:xfrm>
              <a:off x="481553"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Recopilación y etiquetado de datos</a:t>
              </a:r>
              <a:endParaRPr sz="1100"/>
            </a:p>
          </p:txBody>
        </p:sp>
        <p:sp>
          <p:nvSpPr>
            <p:cNvPr id="1655" name="Google Shape;1655;p136"/>
            <p:cNvSpPr/>
            <p:nvPr/>
          </p:nvSpPr>
          <p:spPr>
            <a:xfrm>
              <a:off x="2455414"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Evaluación de los datos</a:t>
              </a:r>
              <a:endParaRPr sz="1100"/>
            </a:p>
          </p:txBody>
        </p:sp>
        <p:cxnSp>
          <p:nvCxnSpPr>
            <p:cNvPr id="1656" name="Google Shape;1656;p136"/>
            <p:cNvCxnSpPr>
              <a:stCxn id="1654" idx="3"/>
              <a:endCxn id="1655"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sp>
          <p:nvSpPr>
            <p:cNvPr id="1657" name="Google Shape;1657;p136"/>
            <p:cNvSpPr/>
            <p:nvPr/>
          </p:nvSpPr>
          <p:spPr>
            <a:xfrm>
              <a:off x="481553" y="256043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Formulación del problema</a:t>
              </a:r>
              <a:endParaRPr sz="1100"/>
            </a:p>
          </p:txBody>
        </p:sp>
        <p:sp>
          <p:nvSpPr>
            <p:cNvPr id="1658" name="Google Shape;1658;p136"/>
            <p:cNvSpPr txBox="1"/>
            <p:nvPr/>
          </p:nvSpPr>
          <p:spPr>
            <a:xfrm>
              <a:off x="-298383" y="1830097"/>
              <a:ext cx="3041583"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Problema empresarial</a:t>
              </a:r>
              <a:endParaRPr sz="1100"/>
            </a:p>
          </p:txBody>
        </p:sp>
        <p:cxnSp>
          <p:nvCxnSpPr>
            <p:cNvPr id="1659" name="Google Shape;1659;p136"/>
            <p:cNvCxnSpPr>
              <a:stCxn id="1657" idx="2"/>
              <a:endCxn id="1654"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1660" name="Google Shape;1660;p136"/>
            <p:cNvCxnSpPr>
              <a:stCxn id="1658" idx="2"/>
              <a:endCxn id="1657" idx="0"/>
            </p:cNvCxnSpPr>
            <p:nvPr/>
          </p:nvCxnSpPr>
          <p:spPr>
            <a:xfrm>
              <a:off x="1222409" y="2168651"/>
              <a:ext cx="8400" cy="391800"/>
            </a:xfrm>
            <a:prstGeom prst="straightConnector1">
              <a:avLst/>
            </a:prstGeom>
            <a:noFill/>
            <a:ln cap="flat" cmpd="sng" w="12700">
              <a:solidFill>
                <a:schemeClr val="accent1"/>
              </a:solidFill>
              <a:prstDash val="solid"/>
              <a:round/>
              <a:headEnd len="sm" w="sm" type="none"/>
              <a:tailEnd len="med" w="med" type="stealth"/>
            </a:ln>
          </p:spPr>
        </p:cxnSp>
      </p:grpSp>
      <p:grpSp>
        <p:nvGrpSpPr>
          <p:cNvPr descr="Flow chart for feature engineering, training, evaluating, and tuning of a model." id="1661" name="Google Shape;1661;p136"/>
          <p:cNvGrpSpPr/>
          <p:nvPr/>
        </p:nvGrpSpPr>
        <p:grpSpPr>
          <a:xfrm>
            <a:off x="923277" y="1880404"/>
            <a:ext cx="8129202" cy="2415683"/>
            <a:chOff x="1231036" y="2561445"/>
            <a:chExt cx="10838936" cy="3220911"/>
          </a:xfrm>
        </p:grpSpPr>
        <p:sp>
          <p:nvSpPr>
            <p:cNvPr id="1662" name="Google Shape;1662;p136"/>
            <p:cNvSpPr/>
            <p:nvPr/>
          </p:nvSpPr>
          <p:spPr>
            <a:xfrm>
              <a:off x="4429275" y="3973421"/>
              <a:ext cx="1498788" cy="930924"/>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Ingeniería de características</a:t>
              </a:r>
              <a:endParaRPr sz="1100"/>
            </a:p>
          </p:txBody>
        </p:sp>
        <p:sp>
          <p:nvSpPr>
            <p:cNvPr id="1663" name="Google Shape;1663;p136"/>
            <p:cNvSpPr/>
            <p:nvPr/>
          </p:nvSpPr>
          <p:spPr>
            <a:xfrm>
              <a:off x="6403136" y="3973422"/>
              <a:ext cx="1498788" cy="930924"/>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Selección y entrenamiento del modelo</a:t>
              </a:r>
              <a:endParaRPr sz="1100"/>
            </a:p>
          </p:txBody>
        </p:sp>
        <p:sp>
          <p:nvSpPr>
            <p:cNvPr id="1664" name="Google Shape;1664;p136"/>
            <p:cNvSpPr/>
            <p:nvPr/>
          </p:nvSpPr>
          <p:spPr>
            <a:xfrm>
              <a:off x="8376997" y="3973421"/>
              <a:ext cx="1498788" cy="930924"/>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Evaluar un modelo</a:t>
              </a:r>
              <a:endParaRPr sz="1100"/>
            </a:p>
          </p:txBody>
        </p:sp>
        <p:sp>
          <p:nvSpPr>
            <p:cNvPr id="1665" name="Google Shape;1665;p136"/>
            <p:cNvSpPr/>
            <p:nvPr/>
          </p:nvSpPr>
          <p:spPr>
            <a:xfrm>
              <a:off x="6403136" y="2561445"/>
              <a:ext cx="1498788" cy="930924"/>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Ajuste del modelo</a:t>
              </a:r>
              <a:endParaRPr sz="1100"/>
            </a:p>
          </p:txBody>
        </p:sp>
        <p:cxnSp>
          <p:nvCxnSpPr>
            <p:cNvPr id="1666" name="Google Shape;1666;p136"/>
            <p:cNvCxnSpPr>
              <a:stCxn id="1664" idx="0"/>
              <a:endCxn id="1665" idx="3"/>
            </p:cNvCxnSpPr>
            <p:nvPr/>
          </p:nvCxnSpPr>
          <p:spPr>
            <a:xfrm flipH="1" rot="5400000">
              <a:off x="8040841" y="2887871"/>
              <a:ext cx="946500" cy="1224600"/>
            </a:xfrm>
            <a:prstGeom prst="bentConnector2">
              <a:avLst/>
            </a:prstGeom>
            <a:noFill/>
            <a:ln cap="flat" cmpd="sng" w="12700">
              <a:solidFill>
                <a:schemeClr val="accent1"/>
              </a:solidFill>
              <a:prstDash val="solid"/>
              <a:round/>
              <a:headEnd len="sm" w="sm" type="none"/>
              <a:tailEnd len="med" w="med" type="stealth"/>
            </a:ln>
          </p:spPr>
        </p:cxnSp>
        <p:cxnSp>
          <p:nvCxnSpPr>
            <p:cNvPr id="1667" name="Google Shape;1667;p136"/>
            <p:cNvCxnSpPr>
              <a:stCxn id="1665" idx="1"/>
              <a:endCxn id="1662" idx="0"/>
            </p:cNvCxnSpPr>
            <p:nvPr/>
          </p:nvCxnSpPr>
          <p:spPr>
            <a:xfrm flipH="1">
              <a:off x="5178536" y="3026907"/>
              <a:ext cx="1224600" cy="946500"/>
            </a:xfrm>
            <a:prstGeom prst="bentConnector2">
              <a:avLst/>
            </a:prstGeom>
            <a:noFill/>
            <a:ln cap="flat" cmpd="sng" w="12700">
              <a:solidFill>
                <a:schemeClr val="accent1"/>
              </a:solidFill>
              <a:prstDash val="solid"/>
              <a:round/>
              <a:headEnd len="sm" w="sm" type="none"/>
              <a:tailEnd len="med" w="med" type="stealth"/>
            </a:ln>
          </p:spPr>
        </p:cxnSp>
        <p:cxnSp>
          <p:nvCxnSpPr>
            <p:cNvPr id="1668" name="Google Shape;1668;p136"/>
            <p:cNvCxnSpPr>
              <a:stCxn id="1655" idx="3"/>
              <a:endCxn id="1662" idx="1"/>
            </p:cNvCxnSpPr>
            <p:nvPr/>
          </p:nvCxnSpPr>
          <p:spPr>
            <a:xfrm flipH="1" rot="10800000">
              <a:off x="3954202" y="4438823"/>
              <a:ext cx="475200" cy="54300"/>
            </a:xfrm>
            <a:prstGeom prst="straightConnector1">
              <a:avLst/>
            </a:prstGeom>
            <a:noFill/>
            <a:ln cap="flat" cmpd="sng" w="12700">
              <a:solidFill>
                <a:schemeClr val="accent1"/>
              </a:solidFill>
              <a:prstDash val="solid"/>
              <a:round/>
              <a:headEnd len="sm" w="sm" type="none"/>
              <a:tailEnd len="med" w="med" type="stealth"/>
            </a:ln>
          </p:spPr>
        </p:cxnSp>
        <p:cxnSp>
          <p:nvCxnSpPr>
            <p:cNvPr id="1669" name="Google Shape;1669;p136"/>
            <p:cNvCxnSpPr>
              <a:stCxn id="1662" idx="3"/>
              <a:endCxn id="1663" idx="1"/>
            </p:cNvCxnSpPr>
            <p:nvPr/>
          </p:nvCxnSpPr>
          <p:spPr>
            <a:xfrm>
              <a:off x="5928063"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670" name="Google Shape;1670;p136"/>
            <p:cNvCxnSpPr>
              <a:stCxn id="1663" idx="3"/>
              <a:endCxn id="1664" idx="1"/>
            </p:cNvCxnSpPr>
            <p:nvPr/>
          </p:nvCxnSpPr>
          <p:spPr>
            <a:xfrm>
              <a:off x="7901924" y="4438884"/>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671" name="Google Shape;1671;p136"/>
            <p:cNvCxnSpPr>
              <a:stCxn id="1664" idx="3"/>
              <a:endCxn id="1672" idx="1"/>
            </p:cNvCxnSpPr>
            <p:nvPr/>
          </p:nvCxnSpPr>
          <p:spPr>
            <a:xfrm>
              <a:off x="9875785" y="4438883"/>
              <a:ext cx="246000" cy="0"/>
            </a:xfrm>
            <a:prstGeom prst="straightConnector1">
              <a:avLst/>
            </a:prstGeom>
            <a:noFill/>
            <a:ln cap="flat" cmpd="sng" w="12700">
              <a:solidFill>
                <a:schemeClr val="accent1"/>
              </a:solidFill>
              <a:prstDash val="solid"/>
              <a:round/>
              <a:headEnd len="sm" w="sm" type="none"/>
              <a:tailEnd len="med" w="med" type="stealth"/>
            </a:ln>
          </p:spPr>
        </p:cxnSp>
        <p:cxnSp>
          <p:nvCxnSpPr>
            <p:cNvPr id="1673" name="Google Shape;1673;p136"/>
            <p:cNvCxnSpPr>
              <a:stCxn id="1665" idx="2"/>
              <a:endCxn id="1663" idx="0"/>
            </p:cNvCxnSpPr>
            <p:nvPr/>
          </p:nvCxnSpPr>
          <p:spPr>
            <a:xfrm>
              <a:off x="7152530" y="3492369"/>
              <a:ext cx="0" cy="481200"/>
            </a:xfrm>
            <a:prstGeom prst="straightConnector1">
              <a:avLst/>
            </a:prstGeom>
            <a:noFill/>
            <a:ln cap="flat" cmpd="sng" w="12700">
              <a:solidFill>
                <a:schemeClr val="accent1"/>
              </a:solidFill>
              <a:prstDash val="solid"/>
              <a:round/>
              <a:headEnd len="sm" w="sm" type="none"/>
              <a:tailEnd len="med" w="med" type="stealth"/>
            </a:ln>
          </p:spPr>
        </p:cxnSp>
        <p:cxnSp>
          <p:nvCxnSpPr>
            <p:cNvPr id="1674" name="Google Shape;1674;p136"/>
            <p:cNvCxnSpPr>
              <a:stCxn id="1672" idx="2"/>
              <a:endCxn id="1654" idx="2"/>
            </p:cNvCxnSpPr>
            <p:nvPr/>
          </p:nvCxnSpPr>
          <p:spPr>
            <a:xfrm flipH="1" rot="5400000">
              <a:off x="6103786" y="85761"/>
              <a:ext cx="119400" cy="9864900"/>
            </a:xfrm>
            <a:prstGeom prst="bentConnector3">
              <a:avLst>
                <a:gd fmla="val -433691" name="adj1"/>
              </a:avLst>
            </a:prstGeom>
            <a:noFill/>
            <a:ln cap="flat" cmpd="sng" w="12700">
              <a:solidFill>
                <a:schemeClr val="accent1"/>
              </a:solidFill>
              <a:prstDash val="dash"/>
              <a:round/>
              <a:headEnd len="sm" w="sm" type="none"/>
              <a:tailEnd len="med" w="med" type="stealth"/>
            </a:ln>
          </p:spPr>
        </p:cxnSp>
        <p:sp>
          <p:nvSpPr>
            <p:cNvPr id="1672" name="Google Shape;1672;p136"/>
            <p:cNvSpPr/>
            <p:nvPr/>
          </p:nvSpPr>
          <p:spPr>
            <a:xfrm>
              <a:off x="10121900" y="3799857"/>
              <a:ext cx="1948072" cy="1278054"/>
            </a:xfrm>
            <a:prstGeom prst="flowChartDecision">
              <a:avLst/>
            </a:prstGeom>
            <a:solidFill>
              <a:schemeClr val="accent1"/>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000">
                  <a:solidFill>
                    <a:schemeClr val="lt1"/>
                  </a:solidFill>
                  <a:latin typeface="Play"/>
                  <a:ea typeface="Play"/>
                  <a:cs typeface="Play"/>
                  <a:sym typeface="Play"/>
                </a:rPr>
                <a:t>¿Cumple el objetivo empresarial?</a:t>
              </a:r>
              <a:endParaRPr sz="1100"/>
            </a:p>
          </p:txBody>
        </p:sp>
        <p:cxnSp>
          <p:nvCxnSpPr>
            <p:cNvPr id="1675" name="Google Shape;1675;p136"/>
            <p:cNvCxnSpPr>
              <a:stCxn id="1672" idx="2"/>
              <a:endCxn id="1662" idx="2"/>
            </p:cNvCxnSpPr>
            <p:nvPr/>
          </p:nvCxnSpPr>
          <p:spPr>
            <a:xfrm flipH="1" rot="5400000">
              <a:off x="8050486" y="2032461"/>
              <a:ext cx="173700" cy="5917200"/>
            </a:xfrm>
            <a:prstGeom prst="bentConnector3">
              <a:avLst>
                <a:gd fmla="val -162958" name="adj1"/>
              </a:avLst>
            </a:prstGeom>
            <a:noFill/>
            <a:ln cap="flat" cmpd="sng" w="12700">
              <a:solidFill>
                <a:schemeClr val="accent1"/>
              </a:solidFill>
              <a:prstDash val="dash"/>
              <a:round/>
              <a:headEnd len="sm" w="sm" type="none"/>
              <a:tailEnd len="med" w="med" type="stealth"/>
            </a:ln>
          </p:spPr>
        </p:cxnSp>
        <p:sp>
          <p:nvSpPr>
            <p:cNvPr id="1676" name="Google Shape;1676;p136"/>
            <p:cNvSpPr txBox="1"/>
            <p:nvPr/>
          </p:nvSpPr>
          <p:spPr>
            <a:xfrm>
              <a:off x="10464979" y="4991128"/>
              <a:ext cx="630957"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No</a:t>
              </a:r>
              <a:endParaRPr sz="1100"/>
            </a:p>
          </p:txBody>
        </p:sp>
        <p:sp>
          <p:nvSpPr>
            <p:cNvPr id="1677" name="Google Shape;1677;p136"/>
            <p:cNvSpPr txBox="1"/>
            <p:nvPr/>
          </p:nvSpPr>
          <p:spPr>
            <a:xfrm>
              <a:off x="5158405" y="4993172"/>
              <a:ext cx="4722383"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Aumento de funciones</a:t>
              </a:r>
              <a:endParaRPr sz="1100"/>
            </a:p>
          </p:txBody>
        </p:sp>
        <p:sp>
          <p:nvSpPr>
            <p:cNvPr id="1678" name="Google Shape;1678;p136"/>
            <p:cNvSpPr txBox="1"/>
            <p:nvPr/>
          </p:nvSpPr>
          <p:spPr>
            <a:xfrm>
              <a:off x="1291610" y="5443802"/>
              <a:ext cx="9885254" cy="33855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200">
                  <a:solidFill>
                    <a:schemeClr val="dk1"/>
                  </a:solidFill>
                  <a:latin typeface="Play"/>
                  <a:ea typeface="Play"/>
                  <a:cs typeface="Play"/>
                  <a:sym typeface="Play"/>
                </a:rPr>
                <a:t>Aumento de datos</a:t>
              </a:r>
              <a:endParaRPr sz="1100"/>
            </a:p>
          </p:txBody>
        </p:sp>
      </p:grpSp>
      <p:sp>
        <p:nvSpPr>
          <p:cNvPr id="1679" name="Google Shape;1679;p136"/>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3" name="Shape 1683"/>
        <p:cNvGrpSpPr/>
        <p:nvPr/>
      </p:nvGrpSpPr>
      <p:grpSpPr>
        <a:xfrm>
          <a:off x="0" y="0"/>
          <a:ext cx="0" cy="0"/>
          <a:chOff x="0" y="0"/>
          <a:chExt cx="0" cy="0"/>
        </a:xfrm>
      </p:grpSpPr>
      <p:sp>
        <p:nvSpPr>
          <p:cNvPr id="1684" name="Google Shape;1684;p137"/>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ingeniería de características</a:t>
            </a:r>
            <a:endParaRPr/>
          </a:p>
        </p:txBody>
      </p:sp>
      <p:graphicFrame>
        <p:nvGraphicFramePr>
          <p:cNvPr id="1685" name="Google Shape;1685;p137"/>
          <p:cNvGraphicFramePr/>
          <p:nvPr/>
        </p:nvGraphicFramePr>
        <p:xfrm>
          <a:off x="1435606" y="1059418"/>
          <a:ext cx="3000000" cy="3000000"/>
        </p:xfrm>
        <a:graphic>
          <a:graphicData uri="http://schemas.openxmlformats.org/drawingml/2006/table">
            <a:tbl>
              <a:tblPr bandRow="1" firstRow="1">
                <a:noFill/>
                <a:tableStyleId>{3342D5AA-D54A-4994-B3E1-8B7BC4BB483F}</a:tableStyleId>
              </a:tblPr>
              <a:tblGrid>
                <a:gridCol w="1372550"/>
                <a:gridCol w="1198350"/>
                <a:gridCol w="996200"/>
                <a:gridCol w="1169250"/>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País</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Fecha de nacimiento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18/02/1972</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Masculino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[Vacío]</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11/02/1969</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Sra. Mary Major</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Denver</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F</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37</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Desai, Arnav</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a:t>
                      </a:r>
                      <a:endParaRPr sz="1100"/>
                    </a:p>
                  </a:txBody>
                  <a:tcPr marT="34300" marB="34300" marR="68600" marL="68600"/>
                </a:tc>
                <a:tc>
                  <a:txBody>
                    <a:bodyPr/>
                    <a:lstStyle/>
                    <a:p>
                      <a:pPr indent="0" lvl="0" marL="0" marR="0" rtl="0" algn="l">
                        <a:spcBef>
                          <a:spcPts val="0"/>
                        </a:spcBef>
                        <a:spcAft>
                          <a:spcPts val="0"/>
                        </a:spcAft>
                        <a:buNone/>
                      </a:pPr>
                      <a:r>
                        <a:rPr lang="es-419" sz="1400" u="none" cap="none" strike="noStrike"/>
                        <a:t>22/02/1962</a:t>
                      </a:r>
                      <a:endParaRPr sz="1100"/>
                    </a:p>
                  </a:txBody>
                  <a:tcPr marT="34300" marB="34300" marR="68600" marL="68600"/>
                </a:tc>
              </a:tr>
            </a:tbl>
          </a:graphicData>
        </a:graphic>
      </p:graphicFrame>
      <p:grpSp>
        <p:nvGrpSpPr>
          <p:cNvPr descr="Arrows showing location of data from one table to another after transformation." id="1686" name="Google Shape;1686;p137"/>
          <p:cNvGrpSpPr/>
          <p:nvPr/>
        </p:nvGrpSpPr>
        <p:grpSpPr>
          <a:xfrm>
            <a:off x="2167128" y="2651999"/>
            <a:ext cx="4855264" cy="486652"/>
            <a:chOff x="2889504" y="3266758"/>
            <a:chExt cx="6473686" cy="918110"/>
          </a:xfrm>
        </p:grpSpPr>
        <p:cxnSp>
          <p:nvCxnSpPr>
            <p:cNvPr id="1687" name="Google Shape;1687;p137"/>
            <p:cNvCxnSpPr/>
            <p:nvPr/>
          </p:nvCxnSpPr>
          <p:spPr>
            <a:xfrm flipH="1">
              <a:off x="2889504" y="3266758"/>
              <a:ext cx="134112" cy="918110"/>
            </a:xfrm>
            <a:prstGeom prst="straightConnector1">
              <a:avLst/>
            </a:prstGeom>
            <a:noFill/>
            <a:ln cap="flat" cmpd="sng" w="28575">
              <a:solidFill>
                <a:srgbClr val="005276"/>
              </a:solidFill>
              <a:prstDash val="solid"/>
              <a:round/>
              <a:headEnd len="sm" w="sm" type="none"/>
              <a:tailEnd len="med" w="med" type="triangle"/>
            </a:ln>
          </p:spPr>
        </p:cxnSp>
        <p:cxnSp>
          <p:nvCxnSpPr>
            <p:cNvPr id="1688" name="Google Shape;1688;p137"/>
            <p:cNvCxnSpPr/>
            <p:nvPr/>
          </p:nvCxnSpPr>
          <p:spPr>
            <a:xfrm flipH="1">
              <a:off x="4267200" y="3266758"/>
              <a:ext cx="669036" cy="918110"/>
            </a:xfrm>
            <a:prstGeom prst="straightConnector1">
              <a:avLst/>
            </a:prstGeom>
            <a:noFill/>
            <a:ln cap="flat" cmpd="sng" w="28575">
              <a:solidFill>
                <a:srgbClr val="005276"/>
              </a:solidFill>
              <a:prstDash val="solid"/>
              <a:round/>
              <a:headEnd len="sm" w="sm" type="none"/>
              <a:tailEnd len="med" w="med" type="triangle"/>
            </a:ln>
          </p:spPr>
        </p:cxnSp>
        <p:cxnSp>
          <p:nvCxnSpPr>
            <p:cNvPr id="1689" name="Google Shape;1689;p137"/>
            <p:cNvCxnSpPr/>
            <p:nvPr/>
          </p:nvCxnSpPr>
          <p:spPr>
            <a:xfrm>
              <a:off x="4936236" y="3266758"/>
              <a:ext cx="0" cy="918110"/>
            </a:xfrm>
            <a:prstGeom prst="straightConnector1">
              <a:avLst/>
            </a:prstGeom>
            <a:noFill/>
            <a:ln cap="flat" cmpd="sng" w="28575">
              <a:solidFill>
                <a:srgbClr val="005276"/>
              </a:solidFill>
              <a:prstDash val="solid"/>
              <a:round/>
              <a:headEnd len="sm" w="sm" type="none"/>
              <a:tailEnd len="med" w="med" type="triangle"/>
            </a:ln>
          </p:spPr>
        </p:cxnSp>
        <p:cxnSp>
          <p:nvCxnSpPr>
            <p:cNvPr id="1690" name="Google Shape;1690;p137"/>
            <p:cNvCxnSpPr/>
            <p:nvPr/>
          </p:nvCxnSpPr>
          <p:spPr>
            <a:xfrm flipH="1">
              <a:off x="5571744" y="3266758"/>
              <a:ext cx="608076" cy="918110"/>
            </a:xfrm>
            <a:prstGeom prst="straightConnector1">
              <a:avLst/>
            </a:prstGeom>
            <a:noFill/>
            <a:ln cap="flat" cmpd="sng" w="28575">
              <a:solidFill>
                <a:srgbClr val="005276"/>
              </a:solidFill>
              <a:prstDash val="solid"/>
              <a:round/>
              <a:headEnd len="sm" w="sm" type="none"/>
              <a:tailEnd len="med" w="med" type="triangle"/>
            </a:ln>
          </p:spPr>
        </p:cxnSp>
        <p:cxnSp>
          <p:nvCxnSpPr>
            <p:cNvPr id="1691" name="Google Shape;1691;p137"/>
            <p:cNvCxnSpPr/>
            <p:nvPr/>
          </p:nvCxnSpPr>
          <p:spPr>
            <a:xfrm flipH="1">
              <a:off x="6352032" y="3266758"/>
              <a:ext cx="1133856" cy="918110"/>
            </a:xfrm>
            <a:prstGeom prst="straightConnector1">
              <a:avLst/>
            </a:prstGeom>
            <a:noFill/>
            <a:ln cap="flat" cmpd="sng" w="28575">
              <a:solidFill>
                <a:srgbClr val="005276"/>
              </a:solidFill>
              <a:prstDash val="solid"/>
              <a:round/>
              <a:headEnd len="sm" w="sm" type="none"/>
              <a:tailEnd len="med" w="med" type="triangle"/>
            </a:ln>
          </p:spPr>
        </p:cxnSp>
        <p:cxnSp>
          <p:nvCxnSpPr>
            <p:cNvPr id="1692" name="Google Shape;1692;p137"/>
            <p:cNvCxnSpPr/>
            <p:nvPr/>
          </p:nvCxnSpPr>
          <p:spPr>
            <a:xfrm flipH="1">
              <a:off x="7144512" y="3266758"/>
              <a:ext cx="341376" cy="918110"/>
            </a:xfrm>
            <a:prstGeom prst="straightConnector1">
              <a:avLst/>
            </a:prstGeom>
            <a:noFill/>
            <a:ln cap="flat" cmpd="sng" w="28575">
              <a:solidFill>
                <a:srgbClr val="005276"/>
              </a:solidFill>
              <a:prstDash val="solid"/>
              <a:round/>
              <a:headEnd len="sm" w="sm" type="none"/>
              <a:tailEnd len="med" w="med" type="triangle"/>
            </a:ln>
          </p:spPr>
        </p:cxnSp>
        <p:cxnSp>
          <p:nvCxnSpPr>
            <p:cNvPr id="1693" name="Google Shape;1693;p137"/>
            <p:cNvCxnSpPr/>
            <p:nvPr/>
          </p:nvCxnSpPr>
          <p:spPr>
            <a:xfrm>
              <a:off x="7485888" y="3266758"/>
              <a:ext cx="524256" cy="918110"/>
            </a:xfrm>
            <a:prstGeom prst="straightConnector1">
              <a:avLst/>
            </a:prstGeom>
            <a:noFill/>
            <a:ln cap="flat" cmpd="sng" w="28575">
              <a:solidFill>
                <a:srgbClr val="005276"/>
              </a:solidFill>
              <a:prstDash val="solid"/>
              <a:round/>
              <a:headEnd len="sm" w="sm" type="none"/>
              <a:tailEnd len="med" w="med" type="triangle"/>
            </a:ln>
          </p:spPr>
        </p:cxnSp>
        <p:cxnSp>
          <p:nvCxnSpPr>
            <p:cNvPr id="1694" name="Google Shape;1694;p137"/>
            <p:cNvCxnSpPr>
              <a:stCxn id="1695" idx="2"/>
            </p:cNvCxnSpPr>
            <p:nvPr/>
          </p:nvCxnSpPr>
          <p:spPr>
            <a:xfrm>
              <a:off x="9363190" y="3321912"/>
              <a:ext cx="0" cy="609900"/>
            </a:xfrm>
            <a:prstGeom prst="straightConnector1">
              <a:avLst/>
            </a:prstGeom>
            <a:noFill/>
            <a:ln cap="flat" cmpd="sng" w="28575">
              <a:solidFill>
                <a:srgbClr val="005276"/>
              </a:solidFill>
              <a:prstDash val="solid"/>
              <a:round/>
              <a:headEnd len="sm" w="sm" type="none"/>
              <a:tailEnd len="med" w="med" type="triangle"/>
            </a:ln>
          </p:spPr>
        </p:cxnSp>
      </p:grpSp>
      <p:sp>
        <p:nvSpPr>
          <p:cNvPr id="1695" name="Google Shape;1695;p137"/>
          <p:cNvSpPr txBox="1"/>
          <p:nvPr/>
        </p:nvSpPr>
        <p:spPr>
          <a:xfrm>
            <a:off x="6808872" y="1780987"/>
            <a:ext cx="427040" cy="90024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5400">
                <a:solidFill>
                  <a:schemeClr val="dk1"/>
                </a:solidFill>
                <a:latin typeface="Arial"/>
                <a:ea typeface="Arial"/>
                <a:cs typeface="Arial"/>
                <a:sym typeface="Arial"/>
              </a:rPr>
              <a:t>?</a:t>
            </a:r>
            <a:endParaRPr sz="1100"/>
          </a:p>
        </p:txBody>
      </p:sp>
      <p:graphicFrame>
        <p:nvGraphicFramePr>
          <p:cNvPr id="1696" name="Google Shape;1696;p137"/>
          <p:cNvGraphicFramePr/>
          <p:nvPr/>
        </p:nvGraphicFramePr>
        <p:xfrm>
          <a:off x="1435606" y="3138651"/>
          <a:ext cx="3000000" cy="3000000"/>
        </p:xfrm>
        <a:graphic>
          <a:graphicData uri="http://schemas.openxmlformats.org/drawingml/2006/table">
            <a:tbl>
              <a:tblPr bandRow="1" firstRow="1">
                <a:noFill/>
                <a:tableStyleId>{3342D5AA-D54A-4994-B3E1-8B7BC4BB483F}</a:tableStyleId>
              </a:tblPr>
              <a:tblGrid>
                <a:gridCol w="1206525"/>
                <a:gridCol w="729100"/>
                <a:gridCol w="693000"/>
                <a:gridCol w="577500"/>
                <a:gridCol w="613600"/>
                <a:gridCol w="700225"/>
                <a:gridCol w="830175"/>
                <a:gridCol w="92257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Paulo Santos</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7</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78 000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Mary Major</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37</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NAN</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167 000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Arnav Desai</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58</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100 000</a:t>
                      </a:r>
                      <a:endParaRPr sz="1100"/>
                    </a:p>
                  </a:txBody>
                  <a:tcPr marT="34300" marB="34300" marR="68600" marL="68600"/>
                </a:tc>
              </a:tr>
            </a:tbl>
          </a:graphicData>
        </a:graphic>
      </p:graphicFrame>
      <p:sp>
        <p:nvSpPr>
          <p:cNvPr id="1697" name="Google Shape;1697;p137"/>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1" name="Shape 1701"/>
        <p:cNvGrpSpPr/>
        <p:nvPr/>
      </p:nvGrpSpPr>
      <p:grpSpPr>
        <a:xfrm>
          <a:off x="0" y="0"/>
          <a:ext cx="0" cy="0"/>
          <a:chOff x="0" y="0"/>
          <a:chExt cx="0" cy="0"/>
        </a:xfrm>
      </p:grpSpPr>
      <p:sp>
        <p:nvSpPr>
          <p:cNvPr id="1702" name="Google Shape;1702;p138"/>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entrenamiento de modelos</a:t>
            </a:r>
            <a:endParaRPr/>
          </a:p>
        </p:txBody>
      </p:sp>
      <p:graphicFrame>
        <p:nvGraphicFramePr>
          <p:cNvPr id="1703" name="Google Shape;1703;p138"/>
          <p:cNvGraphicFramePr/>
          <p:nvPr/>
        </p:nvGraphicFramePr>
        <p:xfrm>
          <a:off x="314325" y="1209267"/>
          <a:ext cx="3000000" cy="3000000"/>
        </p:xfrm>
        <a:graphic>
          <a:graphicData uri="http://schemas.openxmlformats.org/drawingml/2006/table">
            <a:tbl>
              <a:tblPr bandRow="1" firstRow="1">
                <a:noFill/>
                <a:tableStyleId>{3342D5AA-D54A-4994-B3E1-8B7BC4BB483F}</a:tableStyleId>
              </a:tblPr>
              <a:tblGrid>
                <a:gridCol w="1115025"/>
                <a:gridCol w="765200"/>
                <a:gridCol w="656925"/>
                <a:gridCol w="534200"/>
                <a:gridCol w="664125"/>
                <a:gridCol w="620825"/>
                <a:gridCol w="772425"/>
                <a:gridCol w="114402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r>
            </a:tbl>
          </a:graphicData>
        </a:graphic>
      </p:graphicFrame>
      <p:grpSp>
        <p:nvGrpSpPr>
          <p:cNvPr descr="Eighty percent of data flowing to the XGBoost algorithm and then to a trained model." id="1704" name="Google Shape;1704;p138"/>
          <p:cNvGrpSpPr/>
          <p:nvPr/>
        </p:nvGrpSpPr>
        <p:grpSpPr>
          <a:xfrm>
            <a:off x="2864335" y="2245643"/>
            <a:ext cx="3000401" cy="1584018"/>
            <a:chOff x="3819114" y="2994191"/>
            <a:chExt cx="4000534" cy="2112024"/>
          </a:xfrm>
        </p:grpSpPr>
        <p:sp>
          <p:nvSpPr>
            <p:cNvPr id="1705" name="Google Shape;1705;p138"/>
            <p:cNvSpPr txBox="1"/>
            <p:nvPr/>
          </p:nvSpPr>
          <p:spPr>
            <a:xfrm>
              <a:off x="4572995" y="3019294"/>
              <a:ext cx="627095"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80 %</a:t>
              </a:r>
              <a:endParaRPr sz="1100"/>
            </a:p>
          </p:txBody>
        </p:sp>
        <p:grpSp>
          <p:nvGrpSpPr>
            <p:cNvPr descr="Subset of data flowing to the XGBoost algorithm and then to a trained model." id="1706" name="Google Shape;1706;p138"/>
            <p:cNvGrpSpPr/>
            <p:nvPr/>
          </p:nvGrpSpPr>
          <p:grpSpPr>
            <a:xfrm>
              <a:off x="3819114" y="2994191"/>
              <a:ext cx="4000534" cy="2112024"/>
              <a:chOff x="3819114" y="2994191"/>
              <a:chExt cx="4000534" cy="2112024"/>
            </a:xfrm>
          </p:grpSpPr>
          <p:sp>
            <p:nvSpPr>
              <p:cNvPr id="1707" name="Google Shape;1707;p138"/>
              <p:cNvSpPr/>
              <p:nvPr/>
            </p:nvSpPr>
            <p:spPr>
              <a:xfrm>
                <a:off x="3819114" y="3723491"/>
                <a:ext cx="1563688" cy="971235"/>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Algoritmo</a:t>
                </a:r>
                <a:endParaRPr sz="1100"/>
              </a:p>
              <a:p>
                <a:pPr indent="0" lvl="0" marL="0" marR="0" rtl="0" algn="ctr">
                  <a:spcBef>
                    <a:spcPts val="0"/>
                  </a:spcBef>
                  <a:spcAft>
                    <a:spcPts val="0"/>
                  </a:spcAft>
                  <a:buNone/>
                </a:pPr>
                <a:r>
                  <a:rPr lang="es-419" sz="1200">
                    <a:solidFill>
                      <a:schemeClr val="lt1"/>
                    </a:solidFill>
                    <a:latin typeface="Play"/>
                    <a:ea typeface="Play"/>
                    <a:cs typeface="Play"/>
                    <a:sym typeface="Play"/>
                  </a:rPr>
                  <a:t>XGBoost</a:t>
                </a:r>
                <a:endParaRPr sz="1100"/>
              </a:p>
            </p:txBody>
          </p:sp>
          <p:cxnSp>
            <p:nvCxnSpPr>
              <p:cNvPr id="1708" name="Google Shape;1708;p138"/>
              <p:cNvCxnSpPr>
                <a:stCxn id="1707" idx="3"/>
                <a:endCxn id="1709" idx="1"/>
              </p:cNvCxnSpPr>
              <p:nvPr/>
            </p:nvCxnSpPr>
            <p:spPr>
              <a:xfrm>
                <a:off x="5382802" y="4209109"/>
                <a:ext cx="873300" cy="3000"/>
              </a:xfrm>
              <a:prstGeom prst="straightConnector1">
                <a:avLst/>
              </a:prstGeom>
              <a:noFill/>
              <a:ln cap="flat" cmpd="sng" w="28575">
                <a:solidFill>
                  <a:schemeClr val="accent1"/>
                </a:solidFill>
                <a:prstDash val="solid"/>
                <a:round/>
                <a:headEnd len="sm" w="sm" type="none"/>
                <a:tailEnd len="med" w="med" type="triangle"/>
              </a:ln>
            </p:spPr>
          </p:cxnSp>
          <p:cxnSp>
            <p:nvCxnSpPr>
              <p:cNvPr id="1710" name="Google Shape;1710;p138"/>
              <p:cNvCxnSpPr>
                <a:endCxn id="1707" idx="0"/>
              </p:cNvCxnSpPr>
              <p:nvPr/>
            </p:nvCxnSpPr>
            <p:spPr>
              <a:xfrm>
                <a:off x="4600958" y="2994191"/>
                <a:ext cx="0" cy="729300"/>
              </a:xfrm>
              <a:prstGeom prst="straightConnector1">
                <a:avLst/>
              </a:prstGeom>
              <a:noFill/>
              <a:ln cap="flat" cmpd="sng" w="28575">
                <a:solidFill>
                  <a:schemeClr val="accent1"/>
                </a:solidFill>
                <a:prstDash val="solid"/>
                <a:round/>
                <a:headEnd len="sm" w="sm" type="none"/>
                <a:tailEnd len="med" w="med" type="triangle"/>
              </a:ln>
            </p:spPr>
          </p:cxnSp>
          <p:sp>
            <p:nvSpPr>
              <p:cNvPr id="1709" name="Google Shape;1709;p138"/>
              <p:cNvSpPr/>
              <p:nvPr/>
            </p:nvSpPr>
            <p:spPr>
              <a:xfrm>
                <a:off x="6255960" y="3726360"/>
                <a:ext cx="1563688" cy="971235"/>
              </a:xfrm>
              <a:prstGeom prst="rect">
                <a:avLst/>
              </a:prstGeom>
              <a:solidFill>
                <a:schemeClr val="accent5"/>
              </a:solidFill>
              <a:ln cap="flat" cmpd="sng" w="107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entrenado</a:t>
                </a:r>
                <a:endParaRPr sz="1100"/>
              </a:p>
            </p:txBody>
          </p:sp>
          <p:cxnSp>
            <p:nvCxnSpPr>
              <p:cNvPr id="1711" name="Google Shape;1711;p138"/>
              <p:cNvCxnSpPr>
                <a:stCxn id="1712" idx="0"/>
              </p:cNvCxnSpPr>
              <p:nvPr/>
            </p:nvCxnSpPr>
            <p:spPr>
              <a:xfrm rot="10800000">
                <a:off x="4600948" y="4694615"/>
                <a:ext cx="9000" cy="411600"/>
              </a:xfrm>
              <a:prstGeom prst="straightConnector1">
                <a:avLst/>
              </a:prstGeom>
              <a:noFill/>
              <a:ln cap="flat" cmpd="sng" w="28575">
                <a:solidFill>
                  <a:schemeClr val="accent1"/>
                </a:solidFill>
                <a:prstDash val="solid"/>
                <a:round/>
                <a:headEnd len="sm" w="sm" type="none"/>
                <a:tailEnd len="med" w="med" type="triangle"/>
              </a:ln>
            </p:spPr>
          </p:cxnSp>
        </p:grpSp>
      </p:grpSp>
      <p:sp>
        <p:nvSpPr>
          <p:cNvPr id="1712" name="Google Shape;1712;p138"/>
          <p:cNvSpPr txBox="1"/>
          <p:nvPr/>
        </p:nvSpPr>
        <p:spPr>
          <a:xfrm>
            <a:off x="2365215" y="3829661"/>
            <a:ext cx="2184492" cy="392415"/>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2100">
                <a:solidFill>
                  <a:schemeClr val="dk1"/>
                </a:solidFill>
                <a:latin typeface="Play"/>
                <a:ea typeface="Play"/>
                <a:cs typeface="Play"/>
                <a:sym typeface="Play"/>
              </a:rPr>
              <a:t>{</a:t>
            </a:r>
            <a:r>
              <a:rPr lang="es-419" sz="2100">
                <a:solidFill>
                  <a:schemeClr val="dk2"/>
                </a:solidFill>
                <a:latin typeface="Play"/>
                <a:ea typeface="Play"/>
                <a:cs typeface="Play"/>
                <a:sym typeface="Play"/>
              </a:rPr>
              <a:t>hyperparameters</a:t>
            </a:r>
            <a:r>
              <a:rPr lang="es-419" sz="2100">
                <a:solidFill>
                  <a:schemeClr val="dk1"/>
                </a:solidFill>
                <a:latin typeface="Play"/>
                <a:ea typeface="Play"/>
                <a:cs typeface="Play"/>
                <a:sym typeface="Play"/>
              </a:rPr>
              <a:t>}</a:t>
            </a:r>
            <a:endParaRPr sz="1100"/>
          </a:p>
        </p:txBody>
      </p:sp>
      <p:sp>
        <p:nvSpPr>
          <p:cNvPr id="1713" name="Google Shape;1713;p138"/>
          <p:cNvSpPr txBox="1"/>
          <p:nvPr/>
        </p:nvSpPr>
        <p:spPr>
          <a:xfrm>
            <a:off x="6688493" y="1427442"/>
            <a:ext cx="761266"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10-20 %</a:t>
            </a:r>
            <a:endParaRPr sz="1100"/>
          </a:p>
        </p:txBody>
      </p:sp>
      <p:sp>
        <p:nvSpPr>
          <p:cNvPr id="1714" name="Google Shape;1714;p138"/>
          <p:cNvSpPr/>
          <p:nvPr/>
        </p:nvSpPr>
        <p:spPr>
          <a:xfrm>
            <a:off x="7622667" y="1485112"/>
            <a:ext cx="936117" cy="499262"/>
          </a:xfrm>
          <a:prstGeom prst="can">
            <a:avLst>
              <a:gd fmla="val 25000" name="adj"/>
            </a:avLst>
          </a:prstGeom>
          <a:solidFill>
            <a:schemeClr val="accent6"/>
          </a:solidFill>
          <a:ln cap="flat" cmpd="sng" w="10775">
            <a:solidFill>
              <a:srgbClr val="12583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98000"/>
              </a:lnSpc>
              <a:spcBef>
                <a:spcPts val="0"/>
              </a:spcBef>
              <a:spcAft>
                <a:spcPts val="0"/>
              </a:spcAft>
              <a:buNone/>
            </a:pPr>
            <a:r>
              <a:rPr lang="es-419" sz="1200">
                <a:solidFill>
                  <a:schemeClr val="lt1"/>
                </a:solidFill>
                <a:latin typeface="Play"/>
                <a:ea typeface="Play"/>
                <a:cs typeface="Play"/>
                <a:sym typeface="Play"/>
              </a:rPr>
              <a:t>Datos de prueba</a:t>
            </a:r>
            <a:endParaRPr sz="1100"/>
          </a:p>
        </p:txBody>
      </p:sp>
      <p:cxnSp>
        <p:nvCxnSpPr>
          <p:cNvPr id="1715" name="Google Shape;1715;p138"/>
          <p:cNvCxnSpPr>
            <a:endCxn id="1714" idx="2"/>
          </p:cNvCxnSpPr>
          <p:nvPr/>
        </p:nvCxnSpPr>
        <p:spPr>
          <a:xfrm>
            <a:off x="6587067" y="1727243"/>
            <a:ext cx="1035600" cy="7500"/>
          </a:xfrm>
          <a:prstGeom prst="straightConnector1">
            <a:avLst/>
          </a:prstGeom>
          <a:noFill/>
          <a:ln cap="flat" cmpd="sng" w="28575">
            <a:solidFill>
              <a:schemeClr val="accent1"/>
            </a:solidFill>
            <a:prstDash val="solid"/>
            <a:round/>
            <a:headEnd len="sm" w="sm" type="none"/>
            <a:tailEnd len="med" w="med" type="triangle"/>
          </a:ln>
        </p:spPr>
      </p:cxnSp>
      <p:sp>
        <p:nvSpPr>
          <p:cNvPr id="1716" name="Google Shape;1716;p138"/>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0" name="Shape 1720"/>
        <p:cNvGrpSpPr/>
        <p:nvPr/>
      </p:nvGrpSpPr>
      <p:grpSpPr>
        <a:xfrm>
          <a:off x="0" y="0"/>
          <a:ext cx="0" cy="0"/>
          <a:chOff x="0" y="0"/>
          <a:chExt cx="0" cy="0"/>
        </a:xfrm>
      </p:grpSpPr>
      <p:sp>
        <p:nvSpPr>
          <p:cNvPr id="1721" name="Google Shape;1721;p139"/>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rgbClr val="232F3E"/>
              </a:buClr>
              <a:buSzPct val="100000"/>
              <a:buFont typeface="Play"/>
              <a:buNone/>
            </a:pPr>
            <a:r>
              <a:rPr lang="es-419"/>
              <a:t>Canalización del ML: Evaluación y ajuste del modelo</a:t>
            </a:r>
            <a:endParaRPr/>
          </a:p>
        </p:txBody>
      </p:sp>
      <p:graphicFrame>
        <p:nvGraphicFramePr>
          <p:cNvPr id="1722" name="Google Shape;1722;p139"/>
          <p:cNvGraphicFramePr/>
          <p:nvPr/>
        </p:nvGraphicFramePr>
        <p:xfrm>
          <a:off x="314325" y="1209267"/>
          <a:ext cx="3000000" cy="3000000"/>
        </p:xfrm>
        <a:graphic>
          <a:graphicData uri="http://schemas.openxmlformats.org/drawingml/2006/table">
            <a:tbl>
              <a:tblPr bandRow="1" firstRow="1">
                <a:noFill/>
                <a:tableStyleId>{3342D5AA-D54A-4994-B3E1-8B7BC4BB483F}</a:tableStyleId>
              </a:tblPr>
              <a:tblGrid>
                <a:gridCol w="1151100"/>
                <a:gridCol w="859050"/>
                <a:gridCol w="750750"/>
                <a:gridCol w="555850"/>
                <a:gridCol w="555850"/>
                <a:gridCol w="656925"/>
                <a:gridCol w="837375"/>
                <a:gridCol w="905775"/>
              </a:tblGrid>
              <a:tr h="278125">
                <a:tc>
                  <a:txBody>
                    <a:bodyPr/>
                    <a:lstStyle/>
                    <a:p>
                      <a:pPr indent="0" lvl="0" marL="0" marR="0" rtl="0" algn="l">
                        <a:spcBef>
                          <a:spcPts val="0"/>
                        </a:spcBef>
                        <a:spcAft>
                          <a:spcPts val="0"/>
                        </a:spcAft>
                        <a:buNone/>
                      </a:pPr>
                      <a:r>
                        <a:rPr lang="es-419" sz="1400" u="none" cap="none" strike="noStrike"/>
                        <a:t>Nombre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EE. UU.</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Reino Unido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sexo</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edad</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mes nac.</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día de la sem.</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destino</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Richard Roe</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0</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49</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2</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5</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140 000</a:t>
                      </a:r>
                      <a:endParaRPr sz="1100"/>
                    </a:p>
                  </a:txBody>
                  <a:tcPr marT="34300" marB="34300" marR="68600" marL="68600"/>
                </a:tc>
              </a:tr>
              <a:tr h="278125">
                <a:tc>
                  <a:txBody>
                    <a:bodyPr/>
                    <a:lstStyle/>
                    <a:p>
                      <a:pPr indent="0" lvl="0" marL="0" marR="0" rtl="0" algn="l">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c>
                  <a:txBody>
                    <a:bodyPr/>
                    <a:lstStyle/>
                    <a:p>
                      <a:pPr indent="0" lvl="0" marL="0" marR="0" rtl="0" algn="ctr">
                        <a:spcBef>
                          <a:spcPts val="0"/>
                        </a:spcBef>
                        <a:spcAft>
                          <a:spcPts val="0"/>
                        </a:spcAft>
                        <a:buNone/>
                      </a:pPr>
                      <a:r>
                        <a:rPr lang="es-419" sz="1400" u="none" cap="none" strike="noStrike"/>
                        <a:t>…</a:t>
                      </a:r>
                      <a:endParaRPr sz="1100"/>
                    </a:p>
                  </a:txBody>
                  <a:tcPr marT="34300" marB="34300" marR="68600" marL="68600"/>
                </a:tc>
              </a:tr>
            </a:tbl>
          </a:graphicData>
        </a:graphic>
      </p:graphicFrame>
      <p:grpSp>
        <p:nvGrpSpPr>
          <p:cNvPr descr="The letter x indicating data columns to be excluded from test data after analysis of metrics." id="1723" name="Google Shape;1723;p139"/>
          <p:cNvGrpSpPr/>
          <p:nvPr/>
        </p:nvGrpSpPr>
        <p:grpSpPr>
          <a:xfrm>
            <a:off x="1817474" y="1139617"/>
            <a:ext cx="904040" cy="904040"/>
            <a:chOff x="1684134" y="2838668"/>
            <a:chExt cx="1205387" cy="1205387"/>
          </a:xfrm>
        </p:grpSpPr>
        <p:sp>
          <p:nvSpPr>
            <p:cNvPr id="1724" name="Google Shape;1724;p139"/>
            <p:cNvSpPr/>
            <p:nvPr/>
          </p:nvSpPr>
          <p:spPr>
            <a:xfrm>
              <a:off x="1820322" y="3019294"/>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25" name="Google Shape;1725;p139"/>
            <p:cNvSpPr/>
            <p:nvPr/>
          </p:nvSpPr>
          <p:spPr>
            <a:xfrm>
              <a:off x="1684134" y="2838668"/>
              <a:ext cx="1205387" cy="1205387"/>
            </a:xfrm>
            <a:prstGeom prst="mathMultiply">
              <a:avLst>
                <a:gd fmla="val 23520" name="adj1"/>
              </a:avLst>
            </a:prstGeom>
            <a:solidFill>
              <a:srgbClr val="FF0000"/>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grpSp>
        <p:nvGrpSpPr>
          <p:cNvPr descr="Block diagram shows how XGBoost algorithm is used to adjust hyperparameters. More details in the notes." id="1726" name="Google Shape;1726;p139"/>
          <p:cNvGrpSpPr/>
          <p:nvPr/>
        </p:nvGrpSpPr>
        <p:grpSpPr>
          <a:xfrm>
            <a:off x="1442134" y="1326380"/>
            <a:ext cx="7116650" cy="3621920"/>
            <a:chOff x="1922845" y="1768506"/>
            <a:chExt cx="9488867" cy="4829227"/>
          </a:xfrm>
        </p:grpSpPr>
        <p:grpSp>
          <p:nvGrpSpPr>
            <p:cNvPr id="1727" name="Google Shape;1727;p139"/>
            <p:cNvGrpSpPr/>
            <p:nvPr/>
          </p:nvGrpSpPr>
          <p:grpSpPr>
            <a:xfrm>
              <a:off x="3819114" y="2994191"/>
              <a:ext cx="6224506" cy="2321723"/>
              <a:chOff x="3819114" y="2994191"/>
              <a:chExt cx="6224506" cy="2321723"/>
            </a:xfrm>
          </p:grpSpPr>
          <p:sp>
            <p:nvSpPr>
              <p:cNvPr id="1728" name="Google Shape;1728;p139"/>
              <p:cNvSpPr txBox="1"/>
              <p:nvPr/>
            </p:nvSpPr>
            <p:spPr>
              <a:xfrm>
                <a:off x="4572995" y="3019294"/>
                <a:ext cx="726481"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80 %</a:t>
                </a:r>
                <a:endParaRPr sz="1100"/>
              </a:p>
            </p:txBody>
          </p:sp>
          <p:grpSp>
            <p:nvGrpSpPr>
              <p:cNvPr descr="Eighty percent of test data flowing to the XGBoost algorithm then a trained model then a hosted model." id="1729" name="Google Shape;1729;p139"/>
              <p:cNvGrpSpPr/>
              <p:nvPr/>
            </p:nvGrpSpPr>
            <p:grpSpPr>
              <a:xfrm>
                <a:off x="3819114" y="2994191"/>
                <a:ext cx="6224506" cy="2321723"/>
                <a:chOff x="3819114" y="2994191"/>
                <a:chExt cx="6224506" cy="2321723"/>
              </a:xfrm>
            </p:grpSpPr>
            <p:cxnSp>
              <p:nvCxnSpPr>
                <p:cNvPr id="1730" name="Google Shape;1730;p139"/>
                <p:cNvCxnSpPr>
                  <a:stCxn id="1731" idx="3"/>
                  <a:endCxn id="1732" idx="1"/>
                </p:cNvCxnSpPr>
                <p:nvPr/>
              </p:nvCxnSpPr>
              <p:spPr>
                <a:xfrm>
                  <a:off x="5382802" y="4209109"/>
                  <a:ext cx="873300" cy="3000"/>
                </a:xfrm>
                <a:prstGeom prst="straightConnector1">
                  <a:avLst/>
                </a:prstGeom>
                <a:noFill/>
                <a:ln cap="flat" cmpd="sng" w="28575">
                  <a:solidFill>
                    <a:schemeClr val="accent1"/>
                  </a:solidFill>
                  <a:prstDash val="solid"/>
                  <a:round/>
                  <a:headEnd len="sm" w="sm" type="none"/>
                  <a:tailEnd len="med" w="med" type="triangle"/>
                </a:ln>
              </p:spPr>
            </p:cxnSp>
            <p:cxnSp>
              <p:nvCxnSpPr>
                <p:cNvPr id="1733" name="Google Shape;1733;p139"/>
                <p:cNvCxnSpPr>
                  <a:stCxn id="1732" idx="3"/>
                  <a:endCxn id="1734" idx="1"/>
                </p:cNvCxnSpPr>
                <p:nvPr/>
              </p:nvCxnSpPr>
              <p:spPr>
                <a:xfrm flipH="1" rot="10800000">
                  <a:off x="7819648" y="4205678"/>
                  <a:ext cx="660300" cy="6300"/>
                </a:xfrm>
                <a:prstGeom prst="straightConnector1">
                  <a:avLst/>
                </a:prstGeom>
                <a:noFill/>
                <a:ln cap="flat" cmpd="sng" w="28575">
                  <a:solidFill>
                    <a:schemeClr val="accent1"/>
                  </a:solidFill>
                  <a:prstDash val="solid"/>
                  <a:round/>
                  <a:headEnd len="sm" w="sm" type="none"/>
                  <a:tailEnd len="med" w="med" type="triangle"/>
                </a:ln>
              </p:spPr>
            </p:cxnSp>
            <p:cxnSp>
              <p:nvCxnSpPr>
                <p:cNvPr id="1735" name="Google Shape;1735;p139"/>
                <p:cNvCxnSpPr>
                  <a:stCxn id="1734" idx="2"/>
                  <a:endCxn id="1736" idx="0"/>
                </p:cNvCxnSpPr>
                <p:nvPr/>
              </p:nvCxnSpPr>
              <p:spPr>
                <a:xfrm>
                  <a:off x="9261776" y="4691314"/>
                  <a:ext cx="6000" cy="624600"/>
                </a:xfrm>
                <a:prstGeom prst="straightConnector1">
                  <a:avLst/>
                </a:prstGeom>
                <a:noFill/>
                <a:ln cap="flat" cmpd="sng" w="28575">
                  <a:solidFill>
                    <a:schemeClr val="accent1"/>
                  </a:solidFill>
                  <a:prstDash val="solid"/>
                  <a:round/>
                  <a:headEnd len="sm" w="sm" type="none"/>
                  <a:tailEnd len="med" w="med" type="triangle"/>
                </a:ln>
              </p:spPr>
            </p:cxnSp>
            <p:sp>
              <p:nvSpPr>
                <p:cNvPr id="1731" name="Google Shape;1731;p139"/>
                <p:cNvSpPr/>
                <p:nvPr/>
              </p:nvSpPr>
              <p:spPr>
                <a:xfrm>
                  <a:off x="3819114" y="3723491"/>
                  <a:ext cx="1563688" cy="971235"/>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Algoritmo</a:t>
                  </a:r>
                  <a:endParaRPr sz="1100"/>
                </a:p>
                <a:p>
                  <a:pPr indent="0" lvl="0" marL="0" marR="0" rtl="0" algn="ctr">
                    <a:spcBef>
                      <a:spcPts val="0"/>
                    </a:spcBef>
                    <a:spcAft>
                      <a:spcPts val="0"/>
                    </a:spcAft>
                    <a:buNone/>
                  </a:pPr>
                  <a:r>
                    <a:rPr lang="es-419" sz="1200">
                      <a:solidFill>
                        <a:schemeClr val="lt1"/>
                      </a:solidFill>
                      <a:latin typeface="Play"/>
                      <a:ea typeface="Play"/>
                      <a:cs typeface="Play"/>
                      <a:sym typeface="Play"/>
                    </a:rPr>
                    <a:t>XGBoost</a:t>
                  </a:r>
                  <a:endParaRPr sz="1200">
                    <a:solidFill>
                      <a:schemeClr val="lt1"/>
                    </a:solidFill>
                    <a:latin typeface="Play"/>
                    <a:ea typeface="Play"/>
                    <a:cs typeface="Play"/>
                    <a:sym typeface="Play"/>
                  </a:endParaRPr>
                </a:p>
              </p:txBody>
            </p:sp>
            <p:cxnSp>
              <p:nvCxnSpPr>
                <p:cNvPr id="1737" name="Google Shape;1737;p139"/>
                <p:cNvCxnSpPr>
                  <a:endCxn id="1731" idx="0"/>
                </p:cNvCxnSpPr>
                <p:nvPr/>
              </p:nvCxnSpPr>
              <p:spPr>
                <a:xfrm>
                  <a:off x="4600958" y="2994191"/>
                  <a:ext cx="0" cy="729300"/>
                </a:xfrm>
                <a:prstGeom prst="straightConnector1">
                  <a:avLst/>
                </a:prstGeom>
                <a:noFill/>
                <a:ln cap="flat" cmpd="sng" w="28575">
                  <a:solidFill>
                    <a:schemeClr val="accent1"/>
                  </a:solidFill>
                  <a:prstDash val="solid"/>
                  <a:round/>
                  <a:headEnd len="sm" w="sm" type="none"/>
                  <a:tailEnd len="med" w="med" type="triangle"/>
                </a:ln>
              </p:spPr>
            </p:cxnSp>
            <p:sp>
              <p:nvSpPr>
                <p:cNvPr id="1732" name="Google Shape;1732;p139"/>
                <p:cNvSpPr/>
                <p:nvPr/>
              </p:nvSpPr>
              <p:spPr>
                <a:xfrm>
                  <a:off x="6255960" y="3726360"/>
                  <a:ext cx="1563688" cy="971235"/>
                </a:xfrm>
                <a:prstGeom prst="rect">
                  <a:avLst/>
                </a:prstGeom>
                <a:solidFill>
                  <a:srgbClr val="0A3846"/>
                </a:solidFill>
                <a:ln cap="flat" cmpd="sng" w="107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entrenado</a:t>
                  </a:r>
                  <a:endParaRPr sz="1100"/>
                </a:p>
              </p:txBody>
            </p:sp>
            <p:sp>
              <p:nvSpPr>
                <p:cNvPr id="1734" name="Google Shape;1734;p139"/>
                <p:cNvSpPr/>
                <p:nvPr/>
              </p:nvSpPr>
              <p:spPr>
                <a:xfrm>
                  <a:off x="8479932" y="3720079"/>
                  <a:ext cx="1563688" cy="97123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Modelo alojado</a:t>
                  </a:r>
                  <a:endParaRPr sz="1100"/>
                </a:p>
              </p:txBody>
            </p:sp>
          </p:grpSp>
        </p:grpSp>
        <p:grpSp>
          <p:nvGrpSpPr>
            <p:cNvPr id="1738" name="Google Shape;1738;p139"/>
            <p:cNvGrpSpPr/>
            <p:nvPr/>
          </p:nvGrpSpPr>
          <p:grpSpPr>
            <a:xfrm>
              <a:off x="8782956" y="1768506"/>
              <a:ext cx="2628756" cy="1951576"/>
              <a:chOff x="8782956" y="1768506"/>
              <a:chExt cx="2628756" cy="1951576"/>
            </a:xfrm>
          </p:grpSpPr>
          <p:sp>
            <p:nvSpPr>
              <p:cNvPr id="1739" name="Google Shape;1739;p139"/>
              <p:cNvSpPr txBox="1"/>
              <p:nvPr/>
            </p:nvSpPr>
            <p:spPr>
              <a:xfrm>
                <a:off x="8917991" y="1768506"/>
                <a:ext cx="965329"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10-20 %</a:t>
                </a:r>
                <a:endParaRPr sz="1100"/>
              </a:p>
            </p:txBody>
          </p:sp>
          <p:grpSp>
            <p:nvGrpSpPr>
              <p:cNvPr descr="Ten to twenty percent of test data used to perform a prediction." id="1740" name="Google Shape;1740;p139"/>
              <p:cNvGrpSpPr/>
              <p:nvPr/>
            </p:nvGrpSpPr>
            <p:grpSpPr>
              <a:xfrm>
                <a:off x="8782956" y="1960899"/>
                <a:ext cx="2628756" cy="1759183"/>
                <a:chOff x="8782956" y="1960899"/>
                <a:chExt cx="2628756" cy="1759183"/>
              </a:xfrm>
            </p:grpSpPr>
            <p:sp>
              <p:nvSpPr>
                <p:cNvPr id="1741" name="Google Shape;1741;p139"/>
                <p:cNvSpPr/>
                <p:nvPr/>
              </p:nvSpPr>
              <p:spPr>
                <a:xfrm>
                  <a:off x="10163556" y="1960899"/>
                  <a:ext cx="1248156" cy="665683"/>
                </a:xfrm>
                <a:prstGeom prst="can">
                  <a:avLst>
                    <a:gd fmla="val 25000" name="adj"/>
                  </a:avLst>
                </a:prstGeom>
                <a:solidFill>
                  <a:srgbClr val="007FAA"/>
                </a:solidFill>
                <a:ln cap="flat" cmpd="sng" w="10775">
                  <a:solidFill>
                    <a:srgbClr val="12583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200">
                      <a:solidFill>
                        <a:schemeClr val="lt1"/>
                      </a:solidFill>
                      <a:latin typeface="Play"/>
                      <a:ea typeface="Play"/>
                      <a:cs typeface="Play"/>
                      <a:sym typeface="Play"/>
                    </a:rPr>
                    <a:t>Datos de prueba</a:t>
                  </a:r>
                  <a:endParaRPr sz="1100"/>
                </a:p>
              </p:txBody>
            </p:sp>
            <p:cxnSp>
              <p:nvCxnSpPr>
                <p:cNvPr id="1742" name="Google Shape;1742;p139"/>
                <p:cNvCxnSpPr>
                  <a:endCxn id="1741" idx="2"/>
                </p:cNvCxnSpPr>
                <p:nvPr/>
              </p:nvCxnSpPr>
              <p:spPr>
                <a:xfrm flipH="1" rot="10800000">
                  <a:off x="8782956" y="2293741"/>
                  <a:ext cx="1380600" cy="9600"/>
                </a:xfrm>
                <a:prstGeom prst="straightConnector1">
                  <a:avLst/>
                </a:prstGeom>
                <a:noFill/>
                <a:ln cap="flat" cmpd="sng" w="28575">
                  <a:solidFill>
                    <a:schemeClr val="accent1"/>
                  </a:solidFill>
                  <a:prstDash val="solid"/>
                  <a:round/>
                  <a:headEnd len="sm" w="sm" type="none"/>
                  <a:tailEnd len="med" w="med" type="triangle"/>
                </a:ln>
              </p:spPr>
            </p:cxnSp>
            <p:cxnSp>
              <p:nvCxnSpPr>
                <p:cNvPr id="1743" name="Google Shape;1743;p139"/>
                <p:cNvCxnSpPr>
                  <a:stCxn id="1741" idx="3"/>
                  <a:endCxn id="1734" idx="0"/>
                </p:cNvCxnSpPr>
                <p:nvPr/>
              </p:nvCxnSpPr>
              <p:spPr>
                <a:xfrm rot="5400000">
                  <a:off x="9477984" y="2410432"/>
                  <a:ext cx="1093500" cy="1525800"/>
                </a:xfrm>
                <a:prstGeom prst="bentConnector3">
                  <a:avLst>
                    <a:gd fmla="val 50000" name="adj1"/>
                  </a:avLst>
                </a:prstGeom>
                <a:noFill/>
                <a:ln cap="flat" cmpd="sng" w="28575">
                  <a:solidFill>
                    <a:schemeClr val="accent1"/>
                  </a:solidFill>
                  <a:prstDash val="solid"/>
                  <a:round/>
                  <a:headEnd len="sm" w="sm" type="none"/>
                  <a:tailEnd len="med" w="med" type="triangle"/>
                </a:ln>
              </p:spPr>
            </p:cxnSp>
          </p:grpSp>
          <p:sp>
            <p:nvSpPr>
              <p:cNvPr id="1744" name="Google Shape;1744;p139"/>
              <p:cNvSpPr txBox="1"/>
              <p:nvPr/>
            </p:nvSpPr>
            <p:spPr>
              <a:xfrm>
                <a:off x="9358681" y="3192804"/>
                <a:ext cx="923458"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predicción</a:t>
                </a:r>
                <a:endParaRPr sz="1100"/>
              </a:p>
            </p:txBody>
          </p:sp>
        </p:grpSp>
        <p:sp>
          <p:nvSpPr>
            <p:cNvPr id="1745" name="Google Shape;1745;p139"/>
            <p:cNvSpPr txBox="1"/>
            <p:nvPr/>
          </p:nvSpPr>
          <p:spPr>
            <a:xfrm>
              <a:off x="8854171" y="6200358"/>
              <a:ext cx="827471" cy="33855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200">
                  <a:solidFill>
                    <a:schemeClr val="dk1"/>
                  </a:solidFill>
                  <a:latin typeface="Play"/>
                  <a:ea typeface="Play"/>
                  <a:cs typeface="Play"/>
                  <a:sym typeface="Play"/>
                </a:rPr>
                <a:t>Métricas</a:t>
              </a:r>
              <a:endParaRPr sz="1100"/>
            </a:p>
          </p:txBody>
        </p:sp>
        <p:grpSp>
          <p:nvGrpSpPr>
            <p:cNvPr id="1746" name="Google Shape;1746;p139"/>
            <p:cNvGrpSpPr/>
            <p:nvPr/>
          </p:nvGrpSpPr>
          <p:grpSpPr>
            <a:xfrm>
              <a:off x="3016745" y="2614633"/>
              <a:ext cx="6700279" cy="3983100"/>
              <a:chOff x="3016745" y="2614633"/>
              <a:chExt cx="6700279" cy="3983100"/>
            </a:xfrm>
          </p:grpSpPr>
          <p:grpSp>
            <p:nvGrpSpPr>
              <p:cNvPr descr="Changes in hyperparameters and features after metrics have been calculated." id="1747" name="Google Shape;1747;p139"/>
              <p:cNvGrpSpPr/>
              <p:nvPr/>
            </p:nvGrpSpPr>
            <p:grpSpPr>
              <a:xfrm>
                <a:off x="3016745" y="2614633"/>
                <a:ext cx="6700279" cy="3983100"/>
                <a:chOff x="3016745" y="2614633"/>
                <a:chExt cx="6700279" cy="3983100"/>
              </a:xfrm>
            </p:grpSpPr>
            <p:cxnSp>
              <p:nvCxnSpPr>
                <p:cNvPr id="1748" name="Google Shape;1748;p139"/>
                <p:cNvCxnSpPr>
                  <a:stCxn id="1749" idx="0"/>
                  <a:endCxn id="1731" idx="2"/>
                </p:cNvCxnSpPr>
                <p:nvPr/>
              </p:nvCxnSpPr>
              <p:spPr>
                <a:xfrm rot="10800000">
                  <a:off x="4600948" y="4694615"/>
                  <a:ext cx="9000" cy="411600"/>
                </a:xfrm>
                <a:prstGeom prst="straightConnector1">
                  <a:avLst/>
                </a:prstGeom>
                <a:noFill/>
                <a:ln cap="flat" cmpd="sng" w="28575">
                  <a:solidFill>
                    <a:schemeClr val="accent1"/>
                  </a:solidFill>
                  <a:prstDash val="solid"/>
                  <a:round/>
                  <a:headEnd len="sm" w="sm" type="none"/>
                  <a:tailEnd len="med" w="med" type="triangle"/>
                </a:ln>
              </p:spPr>
            </p:cxnSp>
            <p:pic>
              <p:nvPicPr>
                <p:cNvPr descr="Image result for mean squared error machine learning." id="1736" name="Google Shape;1736;p139"/>
                <p:cNvPicPr preferRelativeResize="0"/>
                <p:nvPr/>
              </p:nvPicPr>
              <p:blipFill rotWithShape="1">
                <a:blip r:embed="rId3">
                  <a:alphaModFix/>
                </a:blip>
                <a:srcRect b="0" l="0" r="0" t="0"/>
                <a:stretch/>
              </p:blipFill>
              <p:spPr>
                <a:xfrm>
                  <a:off x="8818788" y="5316036"/>
                  <a:ext cx="898236" cy="884322"/>
                </a:xfrm>
                <a:prstGeom prst="rect">
                  <a:avLst/>
                </a:prstGeom>
                <a:noFill/>
                <a:ln>
                  <a:noFill/>
                </a:ln>
              </p:spPr>
            </p:pic>
            <p:cxnSp>
              <p:nvCxnSpPr>
                <p:cNvPr id="1750" name="Google Shape;1750;p139"/>
                <p:cNvCxnSpPr>
                  <a:stCxn id="1751" idx="1"/>
                  <a:endCxn id="1749" idx="2"/>
                </p:cNvCxnSpPr>
                <p:nvPr/>
              </p:nvCxnSpPr>
              <p:spPr>
                <a:xfrm rot="10800000">
                  <a:off x="4609816" y="5629393"/>
                  <a:ext cx="4173000" cy="287700"/>
                </a:xfrm>
                <a:prstGeom prst="bentConnector2">
                  <a:avLst/>
                </a:prstGeom>
                <a:noFill/>
                <a:ln cap="flat" cmpd="sng" w="28575">
                  <a:solidFill>
                    <a:schemeClr val="accent1"/>
                  </a:solidFill>
                  <a:prstDash val="solid"/>
                  <a:round/>
                  <a:headEnd len="sm" w="sm" type="none"/>
                  <a:tailEnd len="med" w="med" type="triangle"/>
                </a:ln>
              </p:spPr>
            </p:cxnSp>
            <p:cxnSp>
              <p:nvCxnSpPr>
                <p:cNvPr id="1752" name="Google Shape;1752;p139"/>
                <p:cNvCxnSpPr>
                  <a:stCxn id="1753" idx="1"/>
                  <a:endCxn id="1724" idx="2"/>
                </p:cNvCxnSpPr>
                <p:nvPr/>
              </p:nvCxnSpPr>
              <p:spPr>
                <a:xfrm rot="10800000">
                  <a:off x="3016745" y="2614633"/>
                  <a:ext cx="5761500" cy="3525900"/>
                </a:xfrm>
                <a:prstGeom prst="bentConnector2">
                  <a:avLst/>
                </a:prstGeom>
                <a:noFill/>
                <a:ln cap="flat" cmpd="sng" w="28575">
                  <a:solidFill>
                    <a:schemeClr val="accent1"/>
                  </a:solidFill>
                  <a:prstDash val="solid"/>
                  <a:round/>
                  <a:headEnd len="sm" w="sm" type="none"/>
                  <a:tailEnd len="med" w="med" type="triangle"/>
                </a:ln>
              </p:spPr>
            </p:cxnSp>
            <p:sp>
              <p:nvSpPr>
                <p:cNvPr id="1753" name="Google Shape;1753;p139"/>
                <p:cNvSpPr/>
                <p:nvPr/>
              </p:nvSpPr>
              <p:spPr>
                <a:xfrm>
                  <a:off x="8778245" y="5683333"/>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51" name="Google Shape;1751;p139"/>
                <p:cNvSpPr/>
                <p:nvPr/>
              </p:nvSpPr>
              <p:spPr>
                <a:xfrm>
                  <a:off x="8782816" y="5459893"/>
                  <a:ext cx="914400" cy="914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grpSp>
          <p:sp>
            <p:nvSpPr>
              <p:cNvPr id="1754" name="Google Shape;1754;p139"/>
              <p:cNvSpPr txBox="1"/>
              <p:nvPr/>
            </p:nvSpPr>
            <p:spPr>
              <a:xfrm>
                <a:off x="5329451" y="5537288"/>
                <a:ext cx="3416705" cy="40011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s-419" sz="1500">
                    <a:solidFill>
                      <a:schemeClr val="dk1"/>
                    </a:solidFill>
                    <a:latin typeface="Play"/>
                    <a:ea typeface="Play"/>
                    <a:cs typeface="Play"/>
                    <a:sym typeface="Play"/>
                  </a:rPr>
                  <a:t>Cambiar hiperparámetros</a:t>
                </a:r>
                <a:endParaRPr sz="1100"/>
              </a:p>
            </p:txBody>
          </p:sp>
          <p:sp>
            <p:nvSpPr>
              <p:cNvPr id="1749" name="Google Shape;1749;p139"/>
              <p:cNvSpPr txBox="1"/>
              <p:nvPr/>
            </p:nvSpPr>
            <p:spPr>
              <a:xfrm>
                <a:off x="3153620" y="5106215"/>
                <a:ext cx="2912656" cy="5232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2100">
                    <a:solidFill>
                      <a:schemeClr val="dk1"/>
                    </a:solidFill>
                    <a:latin typeface="Play"/>
                    <a:ea typeface="Play"/>
                    <a:cs typeface="Play"/>
                    <a:sym typeface="Play"/>
                  </a:rPr>
                  <a:t>{</a:t>
                </a:r>
                <a:r>
                  <a:rPr lang="es-419" sz="2100">
                    <a:solidFill>
                      <a:schemeClr val="dk2"/>
                    </a:solidFill>
                    <a:latin typeface="Play"/>
                    <a:ea typeface="Play"/>
                    <a:cs typeface="Play"/>
                    <a:sym typeface="Play"/>
                  </a:rPr>
                  <a:t>hyperparameters</a:t>
                </a:r>
                <a:r>
                  <a:rPr lang="es-419" sz="2100">
                    <a:solidFill>
                      <a:schemeClr val="dk1"/>
                    </a:solidFill>
                    <a:latin typeface="Play"/>
                    <a:ea typeface="Play"/>
                    <a:cs typeface="Play"/>
                    <a:sym typeface="Play"/>
                  </a:rPr>
                  <a:t>}</a:t>
                </a:r>
                <a:endParaRPr sz="1100"/>
              </a:p>
            </p:txBody>
          </p:sp>
        </p:grpSp>
        <p:sp>
          <p:nvSpPr>
            <p:cNvPr id="1755" name="Google Shape;1755;p139"/>
            <p:cNvSpPr txBox="1"/>
            <p:nvPr/>
          </p:nvSpPr>
          <p:spPr>
            <a:xfrm>
              <a:off x="1922845" y="3065461"/>
              <a:ext cx="1101585" cy="70788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s-419" sz="1500">
                  <a:solidFill>
                    <a:schemeClr val="dk1"/>
                  </a:solidFill>
                  <a:latin typeface="Play"/>
                  <a:ea typeface="Play"/>
                  <a:cs typeface="Play"/>
                  <a:sym typeface="Play"/>
                </a:rPr>
                <a:t>Cambiar</a:t>
              </a:r>
              <a:endParaRPr sz="1100"/>
            </a:p>
            <a:p>
              <a:pPr indent="0" lvl="0" marL="0" marR="0" rtl="0" algn="r">
                <a:spcBef>
                  <a:spcPts val="0"/>
                </a:spcBef>
                <a:spcAft>
                  <a:spcPts val="0"/>
                </a:spcAft>
                <a:buNone/>
              </a:pPr>
              <a:r>
                <a:rPr lang="es-419" sz="1500">
                  <a:solidFill>
                    <a:schemeClr val="dk1"/>
                  </a:solidFill>
                  <a:latin typeface="Play"/>
                  <a:ea typeface="Play"/>
                  <a:cs typeface="Play"/>
                  <a:sym typeface="Play"/>
                </a:rPr>
                <a:t>características</a:t>
              </a:r>
              <a:endParaRPr sz="1100"/>
            </a:p>
          </p:txBody>
        </p:sp>
      </p:grpSp>
      <p:sp>
        <p:nvSpPr>
          <p:cNvPr id="1756" name="Google Shape;1756;p139"/>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0" name="Shape 1760"/>
        <p:cNvGrpSpPr/>
        <p:nvPr/>
      </p:nvGrpSpPr>
      <p:grpSpPr>
        <a:xfrm>
          <a:off x="0" y="0"/>
          <a:ext cx="0" cy="0"/>
          <a:chOff x="0" y="0"/>
          <a:chExt cx="0" cy="0"/>
        </a:xfrm>
      </p:grpSpPr>
      <p:sp>
        <p:nvSpPr>
          <p:cNvPr id="1761" name="Google Shape;1761;p140"/>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Sobreajuste e infraajuste</a:t>
            </a:r>
            <a:endParaRPr/>
          </a:p>
        </p:txBody>
      </p:sp>
      <p:grpSp>
        <p:nvGrpSpPr>
          <p:cNvPr descr="Scatter plot with line of best fit that fluctuates up and down across data." id="1762" name="Google Shape;1762;p140"/>
          <p:cNvGrpSpPr/>
          <p:nvPr/>
        </p:nvGrpSpPr>
        <p:grpSpPr>
          <a:xfrm>
            <a:off x="620350" y="1905581"/>
            <a:ext cx="2443520" cy="1775692"/>
            <a:chOff x="827134" y="2540775"/>
            <a:chExt cx="3258026" cy="2367589"/>
          </a:xfrm>
        </p:grpSpPr>
        <p:cxnSp>
          <p:nvCxnSpPr>
            <p:cNvPr id="1763" name="Google Shape;1763;p140"/>
            <p:cNvCxnSpPr/>
            <p:nvPr/>
          </p:nvCxnSpPr>
          <p:spPr>
            <a:xfrm rot="10800000">
              <a:off x="1234152" y="2540775"/>
              <a:ext cx="0" cy="1928622"/>
            </a:xfrm>
            <a:prstGeom prst="straightConnector1">
              <a:avLst/>
            </a:prstGeom>
            <a:noFill/>
            <a:ln cap="flat" cmpd="sng" w="38100">
              <a:solidFill>
                <a:schemeClr val="accent1"/>
              </a:solidFill>
              <a:prstDash val="solid"/>
              <a:round/>
              <a:headEnd len="sm" w="sm" type="none"/>
              <a:tailEnd len="med" w="med" type="triangle"/>
            </a:ln>
          </p:spPr>
        </p:cxnSp>
        <p:sp>
          <p:nvSpPr>
            <p:cNvPr id="1764" name="Google Shape;1764;p140"/>
            <p:cNvSpPr/>
            <p:nvPr/>
          </p:nvSpPr>
          <p:spPr>
            <a:xfrm>
              <a:off x="1378635" y="3159029"/>
              <a:ext cx="2549770" cy="1015826"/>
            </a:xfrm>
            <a:custGeom>
              <a:rect b="b" l="l" r="r" t="t"/>
              <a:pathLst>
                <a:path extrusionOk="0" h="1015826" w="2549770">
                  <a:moveTo>
                    <a:pt x="0" y="228600"/>
                  </a:moveTo>
                  <a:cubicBezTo>
                    <a:pt x="21492" y="431799"/>
                    <a:pt x="42985" y="634999"/>
                    <a:pt x="111370" y="674076"/>
                  </a:cubicBezTo>
                  <a:cubicBezTo>
                    <a:pt x="179755" y="713153"/>
                    <a:pt x="315547" y="406399"/>
                    <a:pt x="410308" y="463061"/>
                  </a:cubicBezTo>
                  <a:cubicBezTo>
                    <a:pt x="505069" y="519723"/>
                    <a:pt x="592993" y="982785"/>
                    <a:pt x="679939" y="1014046"/>
                  </a:cubicBezTo>
                  <a:cubicBezTo>
                    <a:pt x="766885" y="1045307"/>
                    <a:pt x="840155" y="654538"/>
                    <a:pt x="931985" y="650630"/>
                  </a:cubicBezTo>
                  <a:cubicBezTo>
                    <a:pt x="1023815" y="646722"/>
                    <a:pt x="1145931" y="1003300"/>
                    <a:pt x="1230923" y="990600"/>
                  </a:cubicBezTo>
                  <a:cubicBezTo>
                    <a:pt x="1315915" y="977900"/>
                    <a:pt x="1335454" y="612530"/>
                    <a:pt x="1441939" y="574430"/>
                  </a:cubicBezTo>
                  <a:cubicBezTo>
                    <a:pt x="1548424" y="536330"/>
                    <a:pt x="1780931" y="808892"/>
                    <a:pt x="1869831" y="762000"/>
                  </a:cubicBezTo>
                  <a:cubicBezTo>
                    <a:pt x="1958731" y="715108"/>
                    <a:pt x="1888393" y="318476"/>
                    <a:pt x="1975339" y="293076"/>
                  </a:cubicBezTo>
                  <a:cubicBezTo>
                    <a:pt x="2062285" y="267676"/>
                    <a:pt x="2295770" y="658446"/>
                    <a:pt x="2391508" y="609600"/>
                  </a:cubicBezTo>
                  <a:cubicBezTo>
                    <a:pt x="2487247" y="560754"/>
                    <a:pt x="2518508" y="280377"/>
                    <a:pt x="2549770" y="0"/>
                  </a:cubicBezTo>
                </a:path>
              </a:pathLst>
            </a:custGeom>
            <a:noFill/>
            <a:ln cap="flat" cmpd="sng" w="28575">
              <a:solidFill>
                <a:srgbClr val="7F7F7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65" name="Google Shape;1765;p140"/>
            <p:cNvSpPr/>
            <p:nvPr/>
          </p:nvSpPr>
          <p:spPr>
            <a:xfrm rot="-1145135">
              <a:off x="3718551" y="31553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66" name="Google Shape;1766;p140"/>
            <p:cNvSpPr/>
            <p:nvPr/>
          </p:nvSpPr>
          <p:spPr>
            <a:xfrm rot="-1145135">
              <a:off x="3564711" y="30029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67" name="Google Shape;1767;p140"/>
            <p:cNvSpPr/>
            <p:nvPr/>
          </p:nvSpPr>
          <p:spPr>
            <a:xfrm rot="-1145135">
              <a:off x="3514455" y="340733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68" name="Google Shape;1768;p140"/>
            <p:cNvSpPr/>
            <p:nvPr/>
          </p:nvSpPr>
          <p:spPr>
            <a:xfrm rot="-1145135">
              <a:off x="3813681" y="35445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69" name="Google Shape;1769;p140"/>
            <p:cNvSpPr/>
            <p:nvPr/>
          </p:nvSpPr>
          <p:spPr>
            <a:xfrm rot="-1145135">
              <a:off x="3944407" y="33054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0" name="Google Shape;1770;p140"/>
            <p:cNvSpPr/>
            <p:nvPr/>
          </p:nvSpPr>
          <p:spPr>
            <a:xfrm rot="-1145135">
              <a:off x="3557679" y="369424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1" name="Google Shape;1771;p140"/>
            <p:cNvSpPr/>
            <p:nvPr/>
          </p:nvSpPr>
          <p:spPr>
            <a:xfrm rot="-1145135">
              <a:off x="3019868" y="355114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2" name="Google Shape;1772;p140"/>
            <p:cNvSpPr/>
            <p:nvPr/>
          </p:nvSpPr>
          <p:spPr>
            <a:xfrm rot="-1145135">
              <a:off x="2556546" y="373871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3" name="Google Shape;1773;p140"/>
            <p:cNvSpPr/>
            <p:nvPr/>
          </p:nvSpPr>
          <p:spPr>
            <a:xfrm rot="-1145135">
              <a:off x="2815680" y="357574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4" name="Google Shape;1774;p140"/>
            <p:cNvSpPr/>
            <p:nvPr/>
          </p:nvSpPr>
          <p:spPr>
            <a:xfrm rot="-1145135">
              <a:off x="3179730" y="380210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5" name="Google Shape;1775;p140"/>
            <p:cNvSpPr/>
            <p:nvPr/>
          </p:nvSpPr>
          <p:spPr>
            <a:xfrm rot="-1145135">
              <a:off x="3310455" y="339904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6" name="Google Shape;1776;p140"/>
            <p:cNvSpPr/>
            <p:nvPr/>
          </p:nvSpPr>
          <p:spPr>
            <a:xfrm rot="-1145135">
              <a:off x="2901508" y="390642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7" name="Google Shape;1777;p140"/>
            <p:cNvSpPr/>
            <p:nvPr/>
          </p:nvSpPr>
          <p:spPr>
            <a:xfrm rot="-1145135">
              <a:off x="1967491" y="383652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8" name="Google Shape;1778;p140"/>
            <p:cNvSpPr/>
            <p:nvPr/>
          </p:nvSpPr>
          <p:spPr>
            <a:xfrm rot="-1145135">
              <a:off x="1744622" y="358904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79" name="Google Shape;1779;p140"/>
            <p:cNvSpPr/>
            <p:nvPr/>
          </p:nvSpPr>
          <p:spPr>
            <a:xfrm rot="-1145135">
              <a:off x="2283169" y="373423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80" name="Google Shape;1780;p140"/>
            <p:cNvSpPr/>
            <p:nvPr/>
          </p:nvSpPr>
          <p:spPr>
            <a:xfrm rot="-1145135">
              <a:off x="2184197" y="404816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81" name="Google Shape;1781;p140"/>
            <p:cNvSpPr/>
            <p:nvPr/>
          </p:nvSpPr>
          <p:spPr>
            <a:xfrm rot="-1145135">
              <a:off x="1354968" y="330667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82" name="Google Shape;1782;p140"/>
            <p:cNvSpPr/>
            <p:nvPr/>
          </p:nvSpPr>
          <p:spPr>
            <a:xfrm rot="-1145135">
              <a:off x="1440950" y="355114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83" name="Google Shape;1783;p140"/>
            <p:cNvSpPr/>
            <p:nvPr/>
          </p:nvSpPr>
          <p:spPr>
            <a:xfrm rot="-1145135">
              <a:off x="1722250" y="383023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84" name="Google Shape;1784;p140"/>
            <p:cNvSpPr/>
            <p:nvPr/>
          </p:nvSpPr>
          <p:spPr>
            <a:xfrm rot="-1145135">
              <a:off x="1398556" y="388116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785" name="Google Shape;1785;p140"/>
            <p:cNvCxnSpPr/>
            <p:nvPr/>
          </p:nvCxnSpPr>
          <p:spPr>
            <a:xfrm>
              <a:off x="1234152" y="4455297"/>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786" name="Google Shape;1786;p140"/>
            <p:cNvSpPr txBox="1"/>
            <p:nvPr/>
          </p:nvSpPr>
          <p:spPr>
            <a:xfrm>
              <a:off x="827134" y="2554213"/>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787" name="Google Shape;1787;p140"/>
            <p:cNvSpPr txBox="1"/>
            <p:nvPr/>
          </p:nvSpPr>
          <p:spPr>
            <a:xfrm>
              <a:off x="3656880" y="4508254"/>
              <a:ext cx="34176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Arial"/>
                  <a:ea typeface="Arial"/>
                  <a:cs typeface="Arial"/>
                  <a:sym typeface="Arial"/>
                </a:rPr>
                <a:t>X</a:t>
              </a:r>
              <a:endParaRPr sz="1100"/>
            </a:p>
          </p:txBody>
        </p:sp>
      </p:grpSp>
      <p:sp>
        <p:nvSpPr>
          <p:cNvPr id="1788" name="Google Shape;1788;p140"/>
          <p:cNvSpPr txBox="1"/>
          <p:nvPr/>
        </p:nvSpPr>
        <p:spPr>
          <a:xfrm>
            <a:off x="1403569" y="3747426"/>
            <a:ext cx="980268"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Sobreajuste</a:t>
            </a:r>
            <a:endParaRPr sz="1100"/>
          </a:p>
        </p:txBody>
      </p:sp>
      <p:grpSp>
        <p:nvGrpSpPr>
          <p:cNvPr descr="Scatter plot with line of best fit that is straight and located below most data points." id="1789" name="Google Shape;1789;p140"/>
          <p:cNvGrpSpPr/>
          <p:nvPr/>
        </p:nvGrpSpPr>
        <p:grpSpPr>
          <a:xfrm>
            <a:off x="3329562" y="1895007"/>
            <a:ext cx="2462455" cy="1785311"/>
            <a:chOff x="4439416" y="2526676"/>
            <a:chExt cx="3283274" cy="2380415"/>
          </a:xfrm>
        </p:grpSpPr>
        <p:cxnSp>
          <p:nvCxnSpPr>
            <p:cNvPr id="1790" name="Google Shape;1790;p140"/>
            <p:cNvCxnSpPr/>
            <p:nvPr/>
          </p:nvCxnSpPr>
          <p:spPr>
            <a:xfrm rot="10800000">
              <a:off x="4824040" y="2526676"/>
              <a:ext cx="0" cy="1928622"/>
            </a:xfrm>
            <a:prstGeom prst="straightConnector1">
              <a:avLst/>
            </a:prstGeom>
            <a:noFill/>
            <a:ln cap="flat" cmpd="sng" w="38100">
              <a:solidFill>
                <a:schemeClr val="accent1"/>
              </a:solidFill>
              <a:prstDash val="solid"/>
              <a:round/>
              <a:headEnd len="sm" w="sm" type="none"/>
              <a:tailEnd len="med" w="med" type="triangle"/>
            </a:ln>
          </p:spPr>
        </p:cxnSp>
        <p:cxnSp>
          <p:nvCxnSpPr>
            <p:cNvPr id="1791" name="Google Shape;1791;p140"/>
            <p:cNvCxnSpPr/>
            <p:nvPr/>
          </p:nvCxnSpPr>
          <p:spPr>
            <a:xfrm flipH="1" rot="10800000">
              <a:off x="5012335" y="3563463"/>
              <a:ext cx="2710355" cy="455836"/>
            </a:xfrm>
            <a:prstGeom prst="straightConnector1">
              <a:avLst/>
            </a:prstGeom>
            <a:noFill/>
            <a:ln cap="flat" cmpd="sng" w="28575">
              <a:solidFill>
                <a:srgbClr val="7F7F7F"/>
              </a:solidFill>
              <a:prstDash val="solid"/>
              <a:round/>
              <a:headEnd len="sm" w="sm" type="none"/>
              <a:tailEnd len="sm" w="sm" type="none"/>
            </a:ln>
          </p:spPr>
        </p:cxnSp>
        <p:sp>
          <p:nvSpPr>
            <p:cNvPr id="1792" name="Google Shape;1792;p140"/>
            <p:cNvSpPr/>
            <p:nvPr/>
          </p:nvSpPr>
          <p:spPr>
            <a:xfrm rot="-1145135">
              <a:off x="7333364" y="316665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3" name="Google Shape;1793;p140"/>
            <p:cNvSpPr/>
            <p:nvPr/>
          </p:nvSpPr>
          <p:spPr>
            <a:xfrm rot="-1145135">
              <a:off x="7176146" y="301599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4" name="Google Shape;1794;p140"/>
            <p:cNvSpPr/>
            <p:nvPr/>
          </p:nvSpPr>
          <p:spPr>
            <a:xfrm rot="-1145135">
              <a:off x="7167017" y="370628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5" name="Google Shape;1795;p140"/>
            <p:cNvSpPr/>
            <p:nvPr/>
          </p:nvSpPr>
          <p:spPr>
            <a:xfrm rot="-1145135">
              <a:off x="6807712" y="38078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6" name="Google Shape;1796;p140"/>
            <p:cNvSpPr/>
            <p:nvPr/>
          </p:nvSpPr>
          <p:spPr>
            <a:xfrm rot="-1145135">
              <a:off x="6620429" y="355188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7" name="Google Shape;1797;p140"/>
            <p:cNvSpPr/>
            <p:nvPr/>
          </p:nvSpPr>
          <p:spPr>
            <a:xfrm rot="-1145135">
              <a:off x="7557022" y="332430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8" name="Google Shape;1798;p140"/>
            <p:cNvSpPr/>
            <p:nvPr/>
          </p:nvSpPr>
          <p:spPr>
            <a:xfrm rot="-1145135">
              <a:off x="7412462" y="3556024"/>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799" name="Google Shape;1799;p140"/>
            <p:cNvSpPr/>
            <p:nvPr/>
          </p:nvSpPr>
          <p:spPr>
            <a:xfrm rot="-1145135">
              <a:off x="7111315" y="340786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0" name="Google Shape;1800;p140"/>
            <p:cNvSpPr/>
            <p:nvPr/>
          </p:nvSpPr>
          <p:spPr>
            <a:xfrm rot="-1145135">
              <a:off x="6505165" y="390849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1" name="Google Shape;1801;p140"/>
            <p:cNvSpPr/>
            <p:nvPr/>
          </p:nvSpPr>
          <p:spPr>
            <a:xfrm rot="-1145135">
              <a:off x="5787490" y="405817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2" name="Google Shape;1802;p140"/>
            <p:cNvSpPr/>
            <p:nvPr/>
          </p:nvSpPr>
          <p:spPr>
            <a:xfrm rot="-1145135">
              <a:off x="6910965" y="341140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3" name="Google Shape;1803;p140"/>
            <p:cNvSpPr/>
            <p:nvPr/>
          </p:nvSpPr>
          <p:spPr>
            <a:xfrm rot="-1145135">
              <a:off x="6415619" y="359635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4" name="Google Shape;1804;p140"/>
            <p:cNvSpPr/>
            <p:nvPr/>
          </p:nvSpPr>
          <p:spPr>
            <a:xfrm rot="-1145135">
              <a:off x="6161888" y="375643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5" name="Google Shape;1805;p140"/>
            <p:cNvSpPr/>
            <p:nvPr/>
          </p:nvSpPr>
          <p:spPr>
            <a:xfrm rot="-1145135">
              <a:off x="5349965" y="361366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6" name="Google Shape;1806;p140"/>
            <p:cNvSpPr/>
            <p:nvPr/>
          </p:nvSpPr>
          <p:spPr>
            <a:xfrm rot="-1145135">
              <a:off x="5046864" y="354062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7" name="Google Shape;1807;p140"/>
            <p:cNvSpPr/>
            <p:nvPr/>
          </p:nvSpPr>
          <p:spPr>
            <a:xfrm rot="-1145135">
              <a:off x="5324385" y="389293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8" name="Google Shape;1808;p140"/>
            <p:cNvSpPr/>
            <p:nvPr/>
          </p:nvSpPr>
          <p:spPr>
            <a:xfrm rot="-1145135">
              <a:off x="5875526" y="37460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09" name="Google Shape;1809;p140"/>
            <p:cNvSpPr/>
            <p:nvPr/>
          </p:nvSpPr>
          <p:spPr>
            <a:xfrm rot="-1145135">
              <a:off x="5578869" y="38354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10" name="Google Shape;1810;p140"/>
            <p:cNvSpPr/>
            <p:nvPr/>
          </p:nvSpPr>
          <p:spPr>
            <a:xfrm rot="-1145135">
              <a:off x="4993661" y="3882662"/>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11" name="Google Shape;1811;p140"/>
            <p:cNvSpPr/>
            <p:nvPr/>
          </p:nvSpPr>
          <p:spPr>
            <a:xfrm rot="-1145135">
              <a:off x="4966129" y="331233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812" name="Google Shape;1812;p140"/>
            <p:cNvCxnSpPr/>
            <p:nvPr/>
          </p:nvCxnSpPr>
          <p:spPr>
            <a:xfrm>
              <a:off x="4824040" y="4441198"/>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813" name="Google Shape;1813;p140"/>
            <p:cNvSpPr txBox="1"/>
            <p:nvPr/>
          </p:nvSpPr>
          <p:spPr>
            <a:xfrm>
              <a:off x="4439416" y="2552940"/>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814" name="Google Shape;1814;p140"/>
            <p:cNvSpPr txBox="1"/>
            <p:nvPr/>
          </p:nvSpPr>
          <p:spPr>
            <a:xfrm>
              <a:off x="7269162" y="4506981"/>
              <a:ext cx="31771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X</a:t>
              </a:r>
              <a:endParaRPr sz="1100"/>
            </a:p>
          </p:txBody>
        </p:sp>
      </p:grpSp>
      <p:sp>
        <p:nvSpPr>
          <p:cNvPr id="1815" name="Google Shape;1815;p140"/>
          <p:cNvSpPr txBox="1"/>
          <p:nvPr/>
        </p:nvSpPr>
        <p:spPr>
          <a:xfrm>
            <a:off x="4069681" y="3745406"/>
            <a:ext cx="1093953"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Infraajuste</a:t>
            </a:r>
            <a:endParaRPr sz="1100"/>
          </a:p>
        </p:txBody>
      </p:sp>
      <p:grpSp>
        <p:nvGrpSpPr>
          <p:cNvPr descr="Scatter plot with line of best fit that curves to match trend of data points." id="1816" name="Google Shape;1816;p140"/>
          <p:cNvGrpSpPr/>
          <p:nvPr/>
        </p:nvGrpSpPr>
        <p:grpSpPr>
          <a:xfrm>
            <a:off x="6025025" y="1911461"/>
            <a:ext cx="2438097" cy="1769812"/>
            <a:chOff x="8033367" y="2548615"/>
            <a:chExt cx="3250796" cy="2359749"/>
          </a:xfrm>
        </p:grpSpPr>
        <p:cxnSp>
          <p:nvCxnSpPr>
            <p:cNvPr id="1817" name="Google Shape;1817;p140"/>
            <p:cNvCxnSpPr/>
            <p:nvPr/>
          </p:nvCxnSpPr>
          <p:spPr>
            <a:xfrm rot="10800000">
              <a:off x="8415407" y="2548615"/>
              <a:ext cx="0" cy="1928622"/>
            </a:xfrm>
            <a:prstGeom prst="straightConnector1">
              <a:avLst/>
            </a:prstGeom>
            <a:noFill/>
            <a:ln cap="flat" cmpd="sng" w="38100">
              <a:solidFill>
                <a:schemeClr val="accent1"/>
              </a:solidFill>
              <a:prstDash val="solid"/>
              <a:round/>
              <a:headEnd len="sm" w="sm" type="none"/>
              <a:tailEnd len="med" w="med" type="triangle"/>
            </a:ln>
          </p:spPr>
        </p:cxnSp>
        <p:sp>
          <p:nvSpPr>
            <p:cNvPr id="1818" name="Google Shape;1818;p140"/>
            <p:cNvSpPr/>
            <p:nvPr/>
          </p:nvSpPr>
          <p:spPr>
            <a:xfrm>
              <a:off x="8524721" y="3334875"/>
              <a:ext cx="2678723" cy="752085"/>
            </a:xfrm>
            <a:custGeom>
              <a:rect b="b" l="l" r="r" t="t"/>
              <a:pathLst>
                <a:path extrusionOk="0" h="752085" w="2678723">
                  <a:moveTo>
                    <a:pt x="0" y="322384"/>
                  </a:moveTo>
                  <a:cubicBezTo>
                    <a:pt x="163634" y="560265"/>
                    <a:pt x="327269" y="798146"/>
                    <a:pt x="773723" y="744415"/>
                  </a:cubicBezTo>
                  <a:cubicBezTo>
                    <a:pt x="1220177" y="690684"/>
                    <a:pt x="1949450" y="345342"/>
                    <a:pt x="2678723" y="0"/>
                  </a:cubicBezTo>
                </a:path>
              </a:pathLst>
            </a:custGeom>
            <a:noFill/>
            <a:ln cap="flat" cmpd="sng" w="28575">
              <a:solidFill>
                <a:srgbClr val="7F7F7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19" name="Google Shape;1819;p140"/>
            <p:cNvSpPr/>
            <p:nvPr/>
          </p:nvSpPr>
          <p:spPr>
            <a:xfrm rot="-1145135">
              <a:off x="10926836" y="315934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0" name="Google Shape;1820;p140"/>
            <p:cNvSpPr/>
            <p:nvPr/>
          </p:nvSpPr>
          <p:spPr>
            <a:xfrm rot="-1145135">
              <a:off x="10769618" y="300868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1" name="Google Shape;1821;p140"/>
            <p:cNvSpPr/>
            <p:nvPr/>
          </p:nvSpPr>
          <p:spPr>
            <a:xfrm rot="-1145135">
              <a:off x="10760489" y="369897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2" name="Google Shape;1822;p140"/>
            <p:cNvSpPr/>
            <p:nvPr/>
          </p:nvSpPr>
          <p:spPr>
            <a:xfrm rot="-1145135">
              <a:off x="10401184" y="380051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3" name="Google Shape;1823;p140"/>
            <p:cNvSpPr/>
            <p:nvPr/>
          </p:nvSpPr>
          <p:spPr>
            <a:xfrm rot="-1145135">
              <a:off x="10213901" y="354457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4" name="Google Shape;1824;p140"/>
            <p:cNvSpPr/>
            <p:nvPr/>
          </p:nvSpPr>
          <p:spPr>
            <a:xfrm rot="-1145135">
              <a:off x="11150494" y="331699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5" name="Google Shape;1825;p140"/>
            <p:cNvSpPr/>
            <p:nvPr/>
          </p:nvSpPr>
          <p:spPr>
            <a:xfrm rot="-1145135">
              <a:off x="11005934" y="3548715"/>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6" name="Google Shape;1826;p140"/>
            <p:cNvSpPr/>
            <p:nvPr/>
          </p:nvSpPr>
          <p:spPr>
            <a:xfrm rot="-1145135">
              <a:off x="10704787" y="340055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7" name="Google Shape;1827;p140"/>
            <p:cNvSpPr/>
            <p:nvPr/>
          </p:nvSpPr>
          <p:spPr>
            <a:xfrm rot="-1145135">
              <a:off x="10098637" y="390119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8" name="Google Shape;1828;p140"/>
            <p:cNvSpPr/>
            <p:nvPr/>
          </p:nvSpPr>
          <p:spPr>
            <a:xfrm rot="-1145135">
              <a:off x="9380962" y="405086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29" name="Google Shape;1829;p140"/>
            <p:cNvSpPr/>
            <p:nvPr/>
          </p:nvSpPr>
          <p:spPr>
            <a:xfrm rot="-1145135">
              <a:off x="10504437" y="340409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0" name="Google Shape;1830;p140"/>
            <p:cNvSpPr/>
            <p:nvPr/>
          </p:nvSpPr>
          <p:spPr>
            <a:xfrm rot="-1145135">
              <a:off x="10009091" y="358904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1" name="Google Shape;1831;p140"/>
            <p:cNvSpPr/>
            <p:nvPr/>
          </p:nvSpPr>
          <p:spPr>
            <a:xfrm rot="-1145135">
              <a:off x="9755360" y="3749129"/>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2" name="Google Shape;1832;p140"/>
            <p:cNvSpPr/>
            <p:nvPr/>
          </p:nvSpPr>
          <p:spPr>
            <a:xfrm rot="-1145135">
              <a:off x="8943437" y="3606358"/>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3" name="Google Shape;1833;p140"/>
            <p:cNvSpPr/>
            <p:nvPr/>
          </p:nvSpPr>
          <p:spPr>
            <a:xfrm rot="-1145135">
              <a:off x="8640336" y="3533311"/>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4" name="Google Shape;1834;p140"/>
            <p:cNvSpPr/>
            <p:nvPr/>
          </p:nvSpPr>
          <p:spPr>
            <a:xfrm rot="-1145135">
              <a:off x="8917857" y="3885630"/>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5" name="Google Shape;1835;p140"/>
            <p:cNvSpPr/>
            <p:nvPr/>
          </p:nvSpPr>
          <p:spPr>
            <a:xfrm rot="-1145135">
              <a:off x="9468998" y="3738717"/>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6" name="Google Shape;1836;p140"/>
            <p:cNvSpPr/>
            <p:nvPr/>
          </p:nvSpPr>
          <p:spPr>
            <a:xfrm rot="-1145135">
              <a:off x="9172341" y="3828144"/>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7" name="Google Shape;1837;p140"/>
            <p:cNvSpPr/>
            <p:nvPr/>
          </p:nvSpPr>
          <p:spPr>
            <a:xfrm rot="-1145135">
              <a:off x="8587133" y="3875353"/>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sp>
          <p:nvSpPr>
            <p:cNvPr id="1838" name="Google Shape;1838;p140"/>
            <p:cNvSpPr/>
            <p:nvPr/>
          </p:nvSpPr>
          <p:spPr>
            <a:xfrm rot="-1145135">
              <a:off x="8559601" y="3305026"/>
              <a:ext cx="117666" cy="117666"/>
            </a:xfrm>
            <a:prstGeom prst="ellipse">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lay"/>
                <a:ea typeface="Play"/>
                <a:cs typeface="Play"/>
                <a:sym typeface="Play"/>
              </a:endParaRPr>
            </a:p>
          </p:txBody>
        </p:sp>
        <p:cxnSp>
          <p:nvCxnSpPr>
            <p:cNvPr id="1839" name="Google Shape;1839;p140"/>
            <p:cNvCxnSpPr/>
            <p:nvPr/>
          </p:nvCxnSpPr>
          <p:spPr>
            <a:xfrm>
              <a:off x="8415407" y="4463137"/>
              <a:ext cx="2851008" cy="0"/>
            </a:xfrm>
            <a:prstGeom prst="straightConnector1">
              <a:avLst/>
            </a:prstGeom>
            <a:noFill/>
            <a:ln cap="flat" cmpd="sng" w="38100">
              <a:solidFill>
                <a:schemeClr val="accent1"/>
              </a:solidFill>
              <a:prstDash val="solid"/>
              <a:round/>
              <a:headEnd len="sm" w="sm" type="none"/>
              <a:tailEnd len="med" w="med" type="triangle"/>
            </a:ln>
          </p:spPr>
        </p:cxnSp>
        <p:sp>
          <p:nvSpPr>
            <p:cNvPr id="1840" name="Google Shape;1840;p140"/>
            <p:cNvSpPr txBox="1"/>
            <p:nvPr/>
          </p:nvSpPr>
          <p:spPr>
            <a:xfrm>
              <a:off x="8033367" y="2554213"/>
              <a:ext cx="309700"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Y</a:t>
              </a:r>
              <a:endParaRPr sz="1100"/>
            </a:p>
          </p:txBody>
        </p:sp>
        <p:sp>
          <p:nvSpPr>
            <p:cNvPr id="1841" name="Google Shape;1841;p140"/>
            <p:cNvSpPr txBox="1"/>
            <p:nvPr/>
          </p:nvSpPr>
          <p:spPr>
            <a:xfrm>
              <a:off x="10863113" y="4508254"/>
              <a:ext cx="317716" cy="4001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X</a:t>
              </a:r>
              <a:endParaRPr sz="1100"/>
            </a:p>
          </p:txBody>
        </p:sp>
      </p:grpSp>
      <p:sp>
        <p:nvSpPr>
          <p:cNvPr id="1842" name="Google Shape;1842;p140"/>
          <p:cNvSpPr txBox="1"/>
          <p:nvPr/>
        </p:nvSpPr>
        <p:spPr>
          <a:xfrm>
            <a:off x="7011514" y="3745406"/>
            <a:ext cx="852638"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419" sz="1500">
                <a:solidFill>
                  <a:schemeClr val="dk1"/>
                </a:solidFill>
                <a:latin typeface="Play"/>
                <a:ea typeface="Play"/>
                <a:cs typeface="Play"/>
                <a:sym typeface="Play"/>
              </a:rPr>
              <a:t>En equilibrio</a:t>
            </a:r>
            <a:endParaRPr sz="1100"/>
          </a:p>
        </p:txBody>
      </p:sp>
      <p:sp>
        <p:nvSpPr>
          <p:cNvPr id="1843" name="Google Shape;1843;p140"/>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7" name="Shape 1847"/>
        <p:cNvGrpSpPr/>
        <p:nvPr/>
      </p:nvGrpSpPr>
      <p:grpSpPr>
        <a:xfrm>
          <a:off x="0" y="0"/>
          <a:ext cx="0" cy="0"/>
          <a:chOff x="0" y="0"/>
          <a:chExt cx="0" cy="0"/>
        </a:xfrm>
      </p:grpSpPr>
      <p:sp>
        <p:nvSpPr>
          <p:cNvPr id="1848" name="Google Shape;1848;p141"/>
          <p:cNvSpPr txBox="1"/>
          <p:nvPr>
            <p:ph type="title"/>
          </p:nvPr>
        </p:nvSpPr>
        <p:spPr>
          <a:xfrm>
            <a:off x="274320" y="226314"/>
            <a:ext cx="8599932" cy="54848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232F3E"/>
              </a:buClr>
              <a:buSzPts val="2700"/>
              <a:buFont typeface="Play"/>
              <a:buNone/>
            </a:pPr>
            <a:r>
              <a:rPr lang="es-419"/>
              <a:t>Canalización de ML: implementación</a:t>
            </a:r>
            <a:endParaRPr/>
          </a:p>
        </p:txBody>
      </p:sp>
      <p:grpSp>
        <p:nvGrpSpPr>
          <p:cNvPr descr="Full ML pipeline cycle from initial business problem to evaluation of fit for business goal." id="1849" name="Google Shape;1849;p141"/>
          <p:cNvGrpSpPr/>
          <p:nvPr/>
        </p:nvGrpSpPr>
        <p:grpSpPr>
          <a:xfrm>
            <a:off x="0" y="928295"/>
            <a:ext cx="9052479" cy="3375835"/>
            <a:chOff x="0" y="1237727"/>
            <a:chExt cx="12069972" cy="4501113"/>
          </a:xfrm>
        </p:grpSpPr>
        <p:sp>
          <p:nvSpPr>
            <p:cNvPr id="1850" name="Google Shape;1850;p141"/>
            <p:cNvSpPr/>
            <p:nvPr/>
          </p:nvSpPr>
          <p:spPr>
            <a:xfrm>
              <a:off x="481553"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Recopilación </a:t>
              </a:r>
              <a:br>
                <a:rPr lang="es-419" sz="1100">
                  <a:solidFill>
                    <a:schemeClr val="lt1"/>
                  </a:solidFill>
                  <a:latin typeface="Play"/>
                  <a:ea typeface="Play"/>
                  <a:cs typeface="Play"/>
                  <a:sym typeface="Play"/>
                </a:rPr>
              </a:br>
              <a:r>
                <a:rPr lang="es-419" sz="1100">
                  <a:solidFill>
                    <a:schemeClr val="lt1"/>
                  </a:solidFill>
                  <a:latin typeface="Play"/>
                  <a:ea typeface="Play"/>
                  <a:cs typeface="Play"/>
                  <a:sym typeface="Play"/>
                </a:rPr>
                <a:t>y etiquetado de datos</a:t>
              </a:r>
              <a:endParaRPr sz="1100"/>
            </a:p>
          </p:txBody>
        </p:sp>
        <p:sp>
          <p:nvSpPr>
            <p:cNvPr id="1851" name="Google Shape;1851;p141"/>
            <p:cNvSpPr/>
            <p:nvPr/>
          </p:nvSpPr>
          <p:spPr>
            <a:xfrm>
              <a:off x="2455414"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Evaluación de los datos</a:t>
              </a:r>
              <a:endParaRPr sz="1100"/>
            </a:p>
          </p:txBody>
        </p:sp>
        <p:sp>
          <p:nvSpPr>
            <p:cNvPr id="1852" name="Google Shape;1852;p141"/>
            <p:cNvSpPr/>
            <p:nvPr/>
          </p:nvSpPr>
          <p:spPr>
            <a:xfrm>
              <a:off x="4429275"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Ingeniería de características</a:t>
              </a:r>
              <a:endParaRPr sz="1100"/>
            </a:p>
          </p:txBody>
        </p:sp>
        <p:sp>
          <p:nvSpPr>
            <p:cNvPr id="1853" name="Google Shape;1853;p141"/>
            <p:cNvSpPr/>
            <p:nvPr/>
          </p:nvSpPr>
          <p:spPr>
            <a:xfrm>
              <a:off x="6403136" y="3973422"/>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Selección y entrenamiento del modelo</a:t>
              </a:r>
              <a:endParaRPr sz="1100"/>
            </a:p>
          </p:txBody>
        </p:sp>
        <p:sp>
          <p:nvSpPr>
            <p:cNvPr id="1854" name="Google Shape;1854;p141"/>
            <p:cNvSpPr/>
            <p:nvPr/>
          </p:nvSpPr>
          <p:spPr>
            <a:xfrm>
              <a:off x="8376997" y="397342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Evaluar un modelo</a:t>
              </a:r>
              <a:endParaRPr sz="1100"/>
            </a:p>
          </p:txBody>
        </p:sp>
        <p:sp>
          <p:nvSpPr>
            <p:cNvPr id="1855" name="Google Shape;1855;p141"/>
            <p:cNvSpPr/>
            <p:nvPr/>
          </p:nvSpPr>
          <p:spPr>
            <a:xfrm>
              <a:off x="10314792" y="1237727"/>
              <a:ext cx="1498788" cy="930924"/>
            </a:xfrm>
            <a:prstGeom prst="rect">
              <a:avLst/>
            </a:prstGeom>
            <a:solidFill>
              <a:schemeClr val="accent1"/>
            </a:solidFill>
            <a:ln>
              <a:noFill/>
            </a:ln>
          </p:spPr>
          <p:txBody>
            <a:bodyPr anchorCtr="0" anchor="ctr" bIns="34275" lIns="0" spcFirstLastPara="1" rIns="0"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Implementación del modelo</a:t>
              </a:r>
              <a:endParaRPr sz="1100"/>
            </a:p>
          </p:txBody>
        </p:sp>
        <p:sp>
          <p:nvSpPr>
            <p:cNvPr id="1856" name="Google Shape;1856;p141"/>
            <p:cNvSpPr/>
            <p:nvPr/>
          </p:nvSpPr>
          <p:spPr>
            <a:xfrm>
              <a:off x="6403136" y="2561445"/>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Ajuste del modelo</a:t>
              </a:r>
              <a:endParaRPr sz="1100"/>
            </a:p>
          </p:txBody>
        </p:sp>
        <p:cxnSp>
          <p:nvCxnSpPr>
            <p:cNvPr id="1857" name="Google Shape;1857;p141"/>
            <p:cNvCxnSpPr>
              <a:stCxn id="1854" idx="0"/>
              <a:endCxn id="1856" idx="3"/>
            </p:cNvCxnSpPr>
            <p:nvPr/>
          </p:nvCxnSpPr>
          <p:spPr>
            <a:xfrm flipH="1" rot="5400000">
              <a:off x="8040841" y="2887871"/>
              <a:ext cx="946500" cy="1224600"/>
            </a:xfrm>
            <a:prstGeom prst="bentConnector2">
              <a:avLst/>
            </a:prstGeom>
            <a:noFill/>
            <a:ln cap="flat" cmpd="sng" w="12700">
              <a:solidFill>
                <a:schemeClr val="accent1"/>
              </a:solidFill>
              <a:prstDash val="solid"/>
              <a:round/>
              <a:headEnd len="sm" w="sm" type="none"/>
              <a:tailEnd len="med" w="med" type="stealth"/>
            </a:ln>
          </p:spPr>
        </p:cxnSp>
        <p:cxnSp>
          <p:nvCxnSpPr>
            <p:cNvPr id="1858" name="Google Shape;1858;p141"/>
            <p:cNvCxnSpPr>
              <a:stCxn id="1856" idx="1"/>
              <a:endCxn id="1852" idx="0"/>
            </p:cNvCxnSpPr>
            <p:nvPr/>
          </p:nvCxnSpPr>
          <p:spPr>
            <a:xfrm flipH="1">
              <a:off x="5178536" y="3026907"/>
              <a:ext cx="1224600" cy="946500"/>
            </a:xfrm>
            <a:prstGeom prst="bentConnector2">
              <a:avLst/>
            </a:prstGeom>
            <a:noFill/>
            <a:ln cap="flat" cmpd="sng" w="12700">
              <a:solidFill>
                <a:schemeClr val="accent1"/>
              </a:solidFill>
              <a:prstDash val="solid"/>
              <a:round/>
              <a:headEnd len="sm" w="sm" type="none"/>
              <a:tailEnd len="med" w="med" type="stealth"/>
            </a:ln>
          </p:spPr>
        </p:cxnSp>
        <p:cxnSp>
          <p:nvCxnSpPr>
            <p:cNvPr id="1859" name="Google Shape;1859;p141"/>
            <p:cNvCxnSpPr>
              <a:stCxn id="1850" idx="3"/>
              <a:endCxn id="1851" idx="1"/>
            </p:cNvCxnSpPr>
            <p:nvPr/>
          </p:nvCxnSpPr>
          <p:spPr>
            <a:xfrm>
              <a:off x="1980341"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860" name="Google Shape;1860;p141"/>
            <p:cNvCxnSpPr>
              <a:stCxn id="1851" idx="3"/>
              <a:endCxn id="1852" idx="1"/>
            </p:cNvCxnSpPr>
            <p:nvPr/>
          </p:nvCxnSpPr>
          <p:spPr>
            <a:xfrm>
              <a:off x="3954202"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861" name="Google Shape;1861;p141"/>
            <p:cNvCxnSpPr>
              <a:stCxn id="1852" idx="3"/>
              <a:endCxn id="1853" idx="1"/>
            </p:cNvCxnSpPr>
            <p:nvPr/>
          </p:nvCxnSpPr>
          <p:spPr>
            <a:xfrm>
              <a:off x="5928063" y="4438883"/>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862" name="Google Shape;1862;p141"/>
            <p:cNvCxnSpPr>
              <a:stCxn id="1853" idx="3"/>
              <a:endCxn id="1854" idx="1"/>
            </p:cNvCxnSpPr>
            <p:nvPr/>
          </p:nvCxnSpPr>
          <p:spPr>
            <a:xfrm>
              <a:off x="7901924" y="4438884"/>
              <a:ext cx="475200" cy="0"/>
            </a:xfrm>
            <a:prstGeom prst="straightConnector1">
              <a:avLst/>
            </a:prstGeom>
            <a:noFill/>
            <a:ln cap="flat" cmpd="sng" w="12700">
              <a:solidFill>
                <a:schemeClr val="accent1"/>
              </a:solidFill>
              <a:prstDash val="solid"/>
              <a:round/>
              <a:headEnd len="sm" w="sm" type="none"/>
              <a:tailEnd len="med" w="med" type="stealth"/>
            </a:ln>
          </p:spPr>
        </p:cxnSp>
        <p:cxnSp>
          <p:nvCxnSpPr>
            <p:cNvPr id="1863" name="Google Shape;1863;p141"/>
            <p:cNvCxnSpPr>
              <a:stCxn id="1854" idx="3"/>
              <a:endCxn id="1864" idx="1"/>
            </p:cNvCxnSpPr>
            <p:nvPr/>
          </p:nvCxnSpPr>
          <p:spPr>
            <a:xfrm>
              <a:off x="9875785" y="4438883"/>
              <a:ext cx="182700" cy="0"/>
            </a:xfrm>
            <a:prstGeom prst="straightConnector1">
              <a:avLst/>
            </a:prstGeom>
            <a:noFill/>
            <a:ln cap="flat" cmpd="sng" w="12700">
              <a:solidFill>
                <a:schemeClr val="accent1"/>
              </a:solidFill>
              <a:prstDash val="solid"/>
              <a:round/>
              <a:headEnd len="sm" w="sm" type="none"/>
              <a:tailEnd len="med" w="med" type="stealth"/>
            </a:ln>
          </p:spPr>
        </p:cxnSp>
        <p:cxnSp>
          <p:nvCxnSpPr>
            <p:cNvPr id="1865" name="Google Shape;1865;p141"/>
            <p:cNvCxnSpPr>
              <a:stCxn id="1855" idx="1"/>
              <a:endCxn id="1851" idx="0"/>
            </p:cNvCxnSpPr>
            <p:nvPr/>
          </p:nvCxnSpPr>
          <p:spPr>
            <a:xfrm flipH="1">
              <a:off x="3204792" y="1703189"/>
              <a:ext cx="7110000" cy="2270100"/>
            </a:xfrm>
            <a:prstGeom prst="bentConnector2">
              <a:avLst/>
            </a:prstGeom>
            <a:noFill/>
            <a:ln cap="flat" cmpd="sng" w="12700">
              <a:solidFill>
                <a:schemeClr val="accent1"/>
              </a:solidFill>
              <a:prstDash val="dash"/>
              <a:round/>
              <a:headEnd len="sm" w="sm" type="none"/>
              <a:tailEnd len="med" w="med" type="stealth"/>
            </a:ln>
          </p:spPr>
        </p:cxnSp>
        <p:sp>
          <p:nvSpPr>
            <p:cNvPr id="1866" name="Google Shape;1866;p141"/>
            <p:cNvSpPr txBox="1"/>
            <p:nvPr/>
          </p:nvSpPr>
          <p:spPr>
            <a:xfrm>
              <a:off x="3204809" y="1409468"/>
              <a:ext cx="7060400"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Nuevos datos, reentrenamiento</a:t>
              </a:r>
              <a:endParaRPr sz="1100"/>
            </a:p>
          </p:txBody>
        </p:sp>
        <p:cxnSp>
          <p:nvCxnSpPr>
            <p:cNvPr id="1867" name="Google Shape;1867;p141"/>
            <p:cNvCxnSpPr>
              <a:stCxn id="1856" idx="2"/>
              <a:endCxn id="1853" idx="0"/>
            </p:cNvCxnSpPr>
            <p:nvPr/>
          </p:nvCxnSpPr>
          <p:spPr>
            <a:xfrm>
              <a:off x="7152530" y="3492369"/>
              <a:ext cx="0" cy="481200"/>
            </a:xfrm>
            <a:prstGeom prst="straightConnector1">
              <a:avLst/>
            </a:prstGeom>
            <a:noFill/>
            <a:ln cap="flat" cmpd="sng" w="12700">
              <a:solidFill>
                <a:schemeClr val="accent1"/>
              </a:solidFill>
              <a:prstDash val="solid"/>
              <a:round/>
              <a:headEnd len="sm" w="sm" type="none"/>
              <a:tailEnd len="med" w="med" type="stealth"/>
            </a:ln>
          </p:spPr>
        </p:cxnSp>
        <p:sp>
          <p:nvSpPr>
            <p:cNvPr id="1868" name="Google Shape;1868;p141"/>
            <p:cNvSpPr/>
            <p:nvPr/>
          </p:nvSpPr>
          <p:spPr>
            <a:xfrm>
              <a:off x="481553" y="2560431"/>
              <a:ext cx="1498788" cy="930924"/>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Formulación del problema</a:t>
              </a:r>
              <a:endParaRPr sz="1100"/>
            </a:p>
          </p:txBody>
        </p:sp>
        <p:sp>
          <p:nvSpPr>
            <p:cNvPr id="1869" name="Google Shape;1869;p141"/>
            <p:cNvSpPr txBox="1"/>
            <p:nvPr/>
          </p:nvSpPr>
          <p:spPr>
            <a:xfrm>
              <a:off x="0" y="1704964"/>
              <a:ext cx="2455414"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Problema empresarial</a:t>
              </a:r>
              <a:endParaRPr sz="1100"/>
            </a:p>
          </p:txBody>
        </p:sp>
        <p:cxnSp>
          <p:nvCxnSpPr>
            <p:cNvPr id="1870" name="Google Shape;1870;p141"/>
            <p:cNvCxnSpPr>
              <a:stCxn id="1868" idx="2"/>
              <a:endCxn id="1850" idx="0"/>
            </p:cNvCxnSpPr>
            <p:nvPr/>
          </p:nvCxnSpPr>
          <p:spPr>
            <a:xfrm>
              <a:off x="1230947" y="3491355"/>
              <a:ext cx="0" cy="482100"/>
            </a:xfrm>
            <a:prstGeom prst="straightConnector1">
              <a:avLst/>
            </a:prstGeom>
            <a:noFill/>
            <a:ln cap="flat" cmpd="sng" w="12700">
              <a:solidFill>
                <a:schemeClr val="accent1"/>
              </a:solidFill>
              <a:prstDash val="solid"/>
              <a:round/>
              <a:headEnd len="sm" w="sm" type="none"/>
              <a:tailEnd len="med" w="med" type="stealth"/>
            </a:ln>
          </p:spPr>
        </p:cxnSp>
        <p:cxnSp>
          <p:nvCxnSpPr>
            <p:cNvPr id="1871" name="Google Shape;1871;p141"/>
            <p:cNvCxnSpPr>
              <a:stCxn id="1869" idx="2"/>
              <a:endCxn id="1868" idx="0"/>
            </p:cNvCxnSpPr>
            <p:nvPr/>
          </p:nvCxnSpPr>
          <p:spPr>
            <a:xfrm>
              <a:off x="1227707" y="2012741"/>
              <a:ext cx="3300" cy="547800"/>
            </a:xfrm>
            <a:prstGeom prst="straightConnector1">
              <a:avLst/>
            </a:prstGeom>
            <a:noFill/>
            <a:ln cap="flat" cmpd="sng" w="12700">
              <a:solidFill>
                <a:schemeClr val="accent1"/>
              </a:solidFill>
              <a:prstDash val="solid"/>
              <a:round/>
              <a:headEnd len="sm" w="sm" type="none"/>
              <a:tailEnd len="med" w="med" type="stealth"/>
            </a:ln>
          </p:spPr>
        </p:cxnSp>
        <p:cxnSp>
          <p:nvCxnSpPr>
            <p:cNvPr id="1872" name="Google Shape;1872;p141"/>
            <p:cNvCxnSpPr>
              <a:stCxn id="1864" idx="0"/>
              <a:endCxn id="1855" idx="2"/>
            </p:cNvCxnSpPr>
            <p:nvPr/>
          </p:nvCxnSpPr>
          <p:spPr>
            <a:xfrm rot="10800000">
              <a:off x="11064186" y="2168757"/>
              <a:ext cx="0" cy="1631100"/>
            </a:xfrm>
            <a:prstGeom prst="straightConnector1">
              <a:avLst/>
            </a:prstGeom>
            <a:noFill/>
            <a:ln cap="flat" cmpd="sng" w="12700">
              <a:solidFill>
                <a:schemeClr val="accent1"/>
              </a:solidFill>
              <a:prstDash val="solid"/>
              <a:round/>
              <a:headEnd len="sm" w="sm" type="none"/>
              <a:tailEnd len="med" w="med" type="stealth"/>
            </a:ln>
          </p:spPr>
        </p:cxnSp>
        <p:sp>
          <p:nvSpPr>
            <p:cNvPr id="1873" name="Google Shape;1873;p141"/>
            <p:cNvSpPr txBox="1"/>
            <p:nvPr/>
          </p:nvSpPr>
          <p:spPr>
            <a:xfrm>
              <a:off x="10411612" y="2743568"/>
              <a:ext cx="630957"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Sí</a:t>
              </a:r>
              <a:endParaRPr sz="1100"/>
            </a:p>
          </p:txBody>
        </p:sp>
        <p:cxnSp>
          <p:nvCxnSpPr>
            <p:cNvPr id="1874" name="Google Shape;1874;p141"/>
            <p:cNvCxnSpPr>
              <a:stCxn id="1864" idx="2"/>
              <a:endCxn id="1850" idx="2"/>
            </p:cNvCxnSpPr>
            <p:nvPr/>
          </p:nvCxnSpPr>
          <p:spPr>
            <a:xfrm flipH="1" rot="5400000">
              <a:off x="6060786" y="74511"/>
              <a:ext cx="173700" cy="9833100"/>
            </a:xfrm>
            <a:prstGeom prst="bentConnector3">
              <a:avLst>
                <a:gd fmla="val -131708" name="adj1"/>
              </a:avLst>
            </a:prstGeom>
            <a:noFill/>
            <a:ln cap="flat" cmpd="sng" w="12700">
              <a:solidFill>
                <a:schemeClr val="accent1"/>
              </a:solidFill>
              <a:prstDash val="dash"/>
              <a:round/>
              <a:headEnd len="sm" w="sm" type="none"/>
              <a:tailEnd len="med" w="med" type="stealth"/>
            </a:ln>
          </p:spPr>
        </p:cxnSp>
        <p:sp>
          <p:nvSpPr>
            <p:cNvPr id="1864" name="Google Shape;1864;p141"/>
            <p:cNvSpPr/>
            <p:nvPr/>
          </p:nvSpPr>
          <p:spPr>
            <a:xfrm>
              <a:off x="10058400" y="3799857"/>
              <a:ext cx="2011572" cy="1278054"/>
            </a:xfrm>
            <a:prstGeom prst="flowChartDecision">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s-419" sz="1100">
                  <a:solidFill>
                    <a:schemeClr val="lt1"/>
                  </a:solidFill>
                  <a:latin typeface="Play"/>
                  <a:ea typeface="Play"/>
                  <a:cs typeface="Play"/>
                  <a:sym typeface="Play"/>
                </a:rPr>
                <a:t>¿Cumple el objetivo empresarial?</a:t>
              </a:r>
              <a:endParaRPr sz="1100"/>
            </a:p>
          </p:txBody>
        </p:sp>
        <p:cxnSp>
          <p:nvCxnSpPr>
            <p:cNvPr id="1875" name="Google Shape;1875;p141"/>
            <p:cNvCxnSpPr>
              <a:stCxn id="1864" idx="2"/>
              <a:endCxn id="1852" idx="2"/>
            </p:cNvCxnSpPr>
            <p:nvPr/>
          </p:nvCxnSpPr>
          <p:spPr>
            <a:xfrm flipH="1" rot="5400000">
              <a:off x="8034636" y="2048361"/>
              <a:ext cx="173700" cy="5885400"/>
            </a:xfrm>
            <a:prstGeom prst="bentConnector3">
              <a:avLst>
                <a:gd fmla="val -131708" name="adj1"/>
              </a:avLst>
            </a:prstGeom>
            <a:noFill/>
            <a:ln cap="flat" cmpd="sng" w="12700">
              <a:solidFill>
                <a:schemeClr val="accent1"/>
              </a:solidFill>
              <a:prstDash val="dash"/>
              <a:round/>
              <a:headEnd len="sm" w="sm" type="none"/>
              <a:tailEnd len="med" w="med" type="stealth"/>
            </a:ln>
          </p:spPr>
        </p:cxnSp>
        <p:sp>
          <p:nvSpPr>
            <p:cNvPr id="1876" name="Google Shape;1876;p141"/>
            <p:cNvSpPr txBox="1"/>
            <p:nvPr/>
          </p:nvSpPr>
          <p:spPr>
            <a:xfrm>
              <a:off x="10411612" y="4985535"/>
              <a:ext cx="630957"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No</a:t>
              </a:r>
              <a:endParaRPr sz="1100"/>
            </a:p>
          </p:txBody>
        </p:sp>
        <p:sp>
          <p:nvSpPr>
            <p:cNvPr id="1877" name="Google Shape;1877;p141"/>
            <p:cNvSpPr txBox="1"/>
            <p:nvPr/>
          </p:nvSpPr>
          <p:spPr>
            <a:xfrm>
              <a:off x="5149845" y="4985535"/>
              <a:ext cx="5150535"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Aumento de funciones</a:t>
              </a:r>
              <a:endParaRPr sz="1100"/>
            </a:p>
          </p:txBody>
        </p:sp>
        <p:sp>
          <p:nvSpPr>
            <p:cNvPr id="1878" name="Google Shape;1878;p141"/>
            <p:cNvSpPr txBox="1"/>
            <p:nvPr/>
          </p:nvSpPr>
          <p:spPr>
            <a:xfrm>
              <a:off x="1204940" y="5431063"/>
              <a:ext cx="9885254" cy="30777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419" sz="1100">
                  <a:solidFill>
                    <a:schemeClr val="dk2"/>
                  </a:solidFill>
                  <a:latin typeface="Play"/>
                  <a:ea typeface="Play"/>
                  <a:cs typeface="Play"/>
                  <a:sym typeface="Play"/>
                </a:rPr>
                <a:t>Aumento de datos</a:t>
              </a:r>
              <a:endParaRPr sz="1100"/>
            </a:p>
          </p:txBody>
        </p:sp>
      </p:grpSp>
      <p:sp>
        <p:nvSpPr>
          <p:cNvPr id="1879" name="Google Shape;1879;p141"/>
          <p:cNvSpPr txBox="1"/>
          <p:nvPr>
            <p:ph idx="12" type="sldNum"/>
          </p:nvPr>
        </p:nvSpPr>
        <p:spPr>
          <a:xfrm>
            <a:off x="8510778" y="4834890"/>
            <a:ext cx="363474" cy="17145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neBrand EVO (2022-Q4) ColorSet 3">
  <a:themeElements>
    <a:clrScheme name="OneBrand Evo Set 3">
      <a:dk1>
        <a:srgbClr val="000000"/>
      </a:dk1>
      <a:lt1>
        <a:srgbClr val="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